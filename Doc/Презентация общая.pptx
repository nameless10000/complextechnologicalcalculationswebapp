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7"/>
  </p:notesMasterIdLst>
  <p:sldIdLst>
    <p:sldId id="279" r:id="rId2"/>
    <p:sldId id="257" r:id="rId3"/>
    <p:sldId id="277" r:id="rId4"/>
    <p:sldId id="258" r:id="rId5"/>
    <p:sldId id="280" r:id="rId6"/>
    <p:sldId id="260" r:id="rId7"/>
    <p:sldId id="261" r:id="rId8"/>
    <p:sldId id="262" r:id="rId9"/>
    <p:sldId id="273" r:id="rId10"/>
    <p:sldId id="263" r:id="rId11"/>
    <p:sldId id="282" r:id="rId12"/>
    <p:sldId id="264" r:id="rId13"/>
    <p:sldId id="274" r:id="rId14"/>
    <p:sldId id="271" r:id="rId15"/>
    <p:sldId id="272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1396" autoAdjust="0"/>
  </p:normalViewPr>
  <p:slideViewPr>
    <p:cSldViewPr snapToGrid="0">
      <p:cViewPr varScale="1">
        <p:scale>
          <a:sx n="83" d="100"/>
          <a:sy n="83" d="100"/>
        </p:scale>
        <p:origin x="39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A9666B-49FB-4007-91A4-FCCD4F5AC250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728C52-76E2-4A66-97F6-9DE3C028D2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9793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Вместо </a:t>
            </a:r>
            <a:r>
              <a:rPr lang="en-US" dirty="0"/>
              <a:t>Quartz </a:t>
            </a:r>
            <a:r>
              <a:rPr lang="ru-RU" dirty="0"/>
              <a:t>указать </a:t>
            </a:r>
            <a:r>
              <a:rPr lang="en-US" b="1" dirty="0"/>
              <a:t>.NET-</a:t>
            </a:r>
            <a:r>
              <a:rPr lang="ru-RU" b="1" dirty="0"/>
              <a:t>приложение. </a:t>
            </a:r>
            <a:r>
              <a:rPr lang="ru-RU" b="0" dirty="0"/>
              <a:t>Логотип </a:t>
            </a:r>
            <a:r>
              <a:rPr lang="en-US" b="0" dirty="0"/>
              <a:t>Quartz</a:t>
            </a:r>
            <a:r>
              <a:rPr lang="ru-RU" b="0" dirty="0"/>
              <a:t> можно </a:t>
            </a:r>
            <a:r>
              <a:rPr lang="ru-RU" dirty="0"/>
              <a:t>оставить</a:t>
            </a: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728C52-76E2-4A66-97F6-9DE3C028D29B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4913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Скриншоты из </a:t>
            </a:r>
            <a:r>
              <a:rPr lang="en-US" dirty="0"/>
              <a:t>IDE </a:t>
            </a:r>
            <a:r>
              <a:rPr lang="ru-RU" dirty="0"/>
              <a:t>сделать на белом фоне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728C52-76E2-4A66-97F6-9DE3C028D29B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36630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728C52-76E2-4A66-97F6-9DE3C028D29B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1450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082B8-EF2A-758B-6686-59AA1CF1B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07037E8-AC06-5C83-4353-04B8D3C18C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BBEF259-D2B7-5ED3-8970-43971618EC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C38AA69-91E5-441D-7FA4-A8811C0244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728C52-76E2-4A66-97F6-9DE3C028D29B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24211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Возможно слайд 11 и 12 лишние, можно рассказать про это в докладе, но описывать код в докладе не нужно. У каждого слайда должен быть свой заголовок, а тут 4 слайда с одинаковым заголовком…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728C52-76E2-4A66-97F6-9DE3C028D29B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77185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3507B3-82D6-58AC-282E-2C5722872F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51EA95C-A387-3684-3ABE-9C22EBD40C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159D11-1C83-B8F2-6035-7DE91C3D3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999FA-3AF9-44D3-8164-3DFB7DC31AC0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60E749-4C7B-4D31-60BA-144F70A45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E08141-6C13-352B-D241-8E88DC477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9DC1A-BBD4-420B-845B-24D927CCC2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3436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C79F75-41E2-C31E-EF11-C706BC0B0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63584F-7261-A012-7743-87D7681FC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359AFFC-6DD5-96B7-4EF8-BE8940E0C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999FA-3AF9-44D3-8164-3DFB7DC31AC0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9823432-F160-9769-8A6D-31B646A00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2F0ADD-FC3B-7DD8-13AC-BBF0C9DB4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9DC1A-BBD4-420B-845B-24D927CCC2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7605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5E5AA0-1E83-3D1A-334E-2E5016CAE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9B6575E-2B11-916E-971B-2B1E9B9F5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63CF4DF-2BFE-AABA-7B08-F16D69A3D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999FA-3AF9-44D3-8164-3DFB7DC31AC0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1006B7-73BC-9541-8A5D-5CF004EE1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5DDFED-BFCB-3ECA-4F01-778FD1575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9DC1A-BBD4-420B-845B-24D927CCC2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4151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129637-5EEA-07F8-B6D9-25200864C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7A4115-AC2A-166A-91E1-B0670AF6DB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C55F777-8DDE-0420-903F-91C404ABF4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7CF0E1E-F21E-FF7D-1073-D9A83CE98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999FA-3AF9-44D3-8164-3DFB7DC31AC0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A3A989F-52AD-6182-8BF8-3D72207B7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7EE142C-4F89-EC97-4A40-B6794B1B0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9DC1A-BBD4-420B-845B-24D927CCC2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1082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F8D59B-F17E-AF27-C9C6-45E384869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88330D3-FCAF-767A-319A-33D62C19E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D0AEB3C-4D76-D51A-8B8C-EF183A6599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A2EFC3B-9851-76E8-AAEA-78EB2F9EFA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374C638-711A-6458-BB13-7F18BAFC48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2CBACCF-8E3D-7E51-53EF-A64FC862E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999FA-3AF9-44D3-8164-3DFB7DC31AC0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8E04E78-1D2A-B020-30DD-6748DC79C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5DF96C8-4267-F891-36FE-69704A457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9DC1A-BBD4-420B-845B-24D927CCC2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0181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5D3421-33F1-3E20-4CA3-D968C6A73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FA237D-E6DA-1559-AD67-6C1F8DCDE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999FA-3AF9-44D3-8164-3DFB7DC31AC0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E7F193E-15C1-37BE-F32F-77805EC82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B4CAB89-AB47-D806-7DB5-856A993D6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9DC1A-BBD4-420B-845B-24D927CCC2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0809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2F25239-27A8-C3BC-B098-414118989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999FA-3AF9-44D3-8164-3DFB7DC31AC0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258E896-A6B5-4511-0E28-D1FFEAF26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F7E0685-0F21-FCB6-0E6C-42C06776A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9DC1A-BBD4-420B-845B-24D927CCC2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3536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10AF39-09C1-C090-F531-62369CE00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94AAE5-5D46-9E92-9AE9-BC787AA02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0678737-22F7-B6BA-2A06-785F79EF1C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2CA83B3-6E23-B9FD-46BD-B0BE3DA2F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999FA-3AF9-44D3-8164-3DFB7DC31AC0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3571583-DBD2-73DE-BF6B-87EDCFFEF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1E716E9-EA6F-E189-347A-D65531868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9DC1A-BBD4-420B-845B-24D927CCC2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81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E99962-3F0A-BB44-3498-40D70180E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D542494-6F41-42EB-0EFD-A123733ED8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3749E35-F189-5EA2-750B-1A5187C1D7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0E309F9-B08A-B721-CCFA-946BCD92A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999FA-3AF9-44D3-8164-3DFB7DC31AC0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0AB7237-8DEF-BDD0-DC71-EEB302FB1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E53C1F8-4A25-6251-CE6B-93DBB4BAB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9DC1A-BBD4-420B-845B-24D927CCC2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8683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A25EF4-CA9D-AE68-8BBC-56BA238CA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2F34F0A-9346-115F-B597-E5358CD198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0A4F17A-93A1-0FDC-C252-9F9905A3B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999FA-3AF9-44D3-8164-3DFB7DC31AC0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A6D7A79-4392-1887-87DB-0BEBCB15E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A1ADF2-CDE2-B53E-A4E3-ED246DF50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9DC1A-BBD4-420B-845B-24D927CCC2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298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E0938DC-B421-AB04-3AA5-207ED097DC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D337B86-105D-3DD4-D7F8-33D85DF1B3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E939AD2-D827-7C10-87EF-76D794E27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999FA-3AF9-44D3-8164-3DFB7DC31AC0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6527A49-6B61-A3DF-0B24-D12319571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2ED1D8-7BA2-6ECB-3C3C-5971108B8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9DC1A-BBD4-420B-845B-24D927CCC2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683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1AAE43-2E22-7980-2F61-2FD52779E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2372F94-4569-821B-A319-7410D90601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3F2E4A-A35D-A9F9-EE72-E8BAA5F6AE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3999FA-3AF9-44D3-8164-3DFB7DC31AC0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2641E73-E184-883A-54B2-57FD7F5471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0303E78-D016-4178-6B62-268ACA3DCB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69DC1A-BBD4-420B-845B-24D927CCC2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5145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tif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e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"/>
            <a:ext cx="12154403" cy="6857998"/>
          </a:xfrm>
          <a:prstGeom prst="rect">
            <a:avLst/>
          </a:prstGeom>
        </p:spPr>
      </p:pic>
      <p:graphicFrame>
        <p:nvGraphicFramePr>
          <p:cNvPr id="22" name="Объект 21"/>
          <p:cNvGraphicFramePr>
            <a:graphicFrameLocks noChangeAspect="1"/>
          </p:cNvGraphicFramePr>
          <p:nvPr/>
        </p:nvGraphicFramePr>
        <p:xfrm>
          <a:off x="8309656" y="656693"/>
          <a:ext cx="1150385" cy="5050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3084412" imgH="1354813" progId="CorelDraw.Graphic.22">
                  <p:embed/>
                </p:oleObj>
              </mc:Choice>
              <mc:Fallback>
                <p:oleObj name="CorelDRAW" r:id="rId3" imgW="3084412" imgH="1354813" progId="CorelDraw.Graphic.22">
                  <p:embed/>
                  <p:pic>
                    <p:nvPicPr>
                      <p:cNvPr id="22" name="Объект 2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309656" y="656693"/>
                        <a:ext cx="1150385" cy="5050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Рисунок 1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7903" y="610623"/>
            <a:ext cx="2156721" cy="1158000"/>
          </a:xfrm>
          <a:prstGeom prst="rect">
            <a:avLst/>
          </a:prstGeom>
        </p:spPr>
      </p:pic>
      <p:sp>
        <p:nvSpPr>
          <p:cNvPr id="6" name="Заголовок 1"/>
          <p:cNvSpPr txBox="1">
            <a:spLocks/>
          </p:cNvSpPr>
          <p:nvPr/>
        </p:nvSpPr>
        <p:spPr>
          <a:xfrm>
            <a:off x="959603" y="2570887"/>
            <a:ext cx="7442976" cy="233169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altLang="ru-RU" sz="2800" b="1" dirty="0">
                <a:solidFill>
                  <a:srgbClr val="681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Разработка программного обеспечения комплексных технологических расчётов доменной печи и агломерационного цеха</a:t>
            </a:r>
          </a:p>
          <a:p>
            <a:pPr>
              <a:lnSpc>
                <a:spcPct val="100000"/>
              </a:lnSpc>
            </a:pPr>
            <a:endParaRPr lang="ru-RU" altLang="ru-RU" sz="2800" b="1" dirty="0">
              <a:solidFill>
                <a:srgbClr val="6816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9923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7" y="12115"/>
            <a:ext cx="2034240" cy="68893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8" name="Group 13"/>
          <p:cNvGrpSpPr/>
          <p:nvPr/>
        </p:nvGrpSpPr>
        <p:grpSpPr>
          <a:xfrm>
            <a:off x="11407140" y="93999"/>
            <a:ext cx="605898" cy="638140"/>
            <a:chOff x="-1" y="0"/>
            <a:chExt cx="605897" cy="638138"/>
          </a:xfrm>
        </p:grpSpPr>
        <p:sp>
          <p:nvSpPr>
            <p:cNvPr id="151" name="Freeform 14"/>
            <p:cNvSpPr/>
            <p:nvPr/>
          </p:nvSpPr>
          <p:spPr>
            <a:xfrm>
              <a:off x="87537" y="343547"/>
              <a:ext cx="182249" cy="2453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4784"/>
                  </a:moveTo>
                  <a:lnTo>
                    <a:pt x="21600" y="0"/>
                  </a:lnTo>
                  <a:lnTo>
                    <a:pt x="21600" y="5116"/>
                  </a:lnTo>
                  <a:lnTo>
                    <a:pt x="14483" y="6703"/>
                  </a:lnTo>
                  <a:lnTo>
                    <a:pt x="14660" y="20250"/>
                  </a:lnTo>
                  <a:lnTo>
                    <a:pt x="6976" y="21600"/>
                  </a:lnTo>
                  <a:lnTo>
                    <a:pt x="6976" y="8408"/>
                  </a:lnTo>
                  <a:lnTo>
                    <a:pt x="0" y="10018"/>
                  </a:lnTo>
                  <a:lnTo>
                    <a:pt x="0" y="4784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52" name="Freeform 15"/>
            <p:cNvSpPr/>
            <p:nvPr/>
          </p:nvSpPr>
          <p:spPr>
            <a:xfrm>
              <a:off x="84848" y="335746"/>
              <a:ext cx="193602" cy="699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409"/>
                  </a:moveTo>
                  <a:lnTo>
                    <a:pt x="20333" y="0"/>
                  </a:lnTo>
                  <a:lnTo>
                    <a:pt x="0" y="16782"/>
                  </a:lnTo>
                  <a:lnTo>
                    <a:pt x="633" y="21600"/>
                  </a:lnTo>
                  <a:lnTo>
                    <a:pt x="20967" y="4818"/>
                  </a:lnTo>
                  <a:lnTo>
                    <a:pt x="19700" y="2409"/>
                  </a:lnTo>
                  <a:lnTo>
                    <a:pt x="20967" y="4818"/>
                  </a:lnTo>
                  <a:lnTo>
                    <a:pt x="21300" y="4403"/>
                  </a:lnTo>
                  <a:lnTo>
                    <a:pt x="21600" y="3655"/>
                  </a:lnTo>
                  <a:lnTo>
                    <a:pt x="21600" y="1662"/>
                  </a:lnTo>
                  <a:lnTo>
                    <a:pt x="21467" y="831"/>
                  </a:lnTo>
                  <a:lnTo>
                    <a:pt x="20800" y="0"/>
                  </a:lnTo>
                  <a:lnTo>
                    <a:pt x="20333" y="0"/>
                  </a:lnTo>
                  <a:lnTo>
                    <a:pt x="21600" y="240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53" name="Freeform 16"/>
            <p:cNvSpPr/>
            <p:nvPr/>
          </p:nvSpPr>
          <p:spPr>
            <a:xfrm>
              <a:off x="261417" y="343547"/>
              <a:ext cx="17033" cy="67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400" y="21168"/>
                  </a:moveTo>
                  <a:lnTo>
                    <a:pt x="21600" y="18662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8662"/>
                  </a:lnTo>
                  <a:lnTo>
                    <a:pt x="7200" y="16157"/>
                  </a:lnTo>
                  <a:lnTo>
                    <a:pt x="0" y="18662"/>
                  </a:lnTo>
                  <a:lnTo>
                    <a:pt x="0" y="19958"/>
                  </a:lnTo>
                  <a:lnTo>
                    <a:pt x="3411" y="20736"/>
                  </a:lnTo>
                  <a:lnTo>
                    <a:pt x="7200" y="21168"/>
                  </a:lnTo>
                  <a:lnTo>
                    <a:pt x="10611" y="21600"/>
                  </a:lnTo>
                  <a:lnTo>
                    <a:pt x="18189" y="20736"/>
                  </a:lnTo>
                  <a:lnTo>
                    <a:pt x="21600" y="19958"/>
                  </a:lnTo>
                  <a:lnTo>
                    <a:pt x="21600" y="18662"/>
                  </a:lnTo>
                  <a:lnTo>
                    <a:pt x="14400" y="2116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54" name="Freeform 17"/>
            <p:cNvSpPr/>
            <p:nvPr/>
          </p:nvSpPr>
          <p:spPr>
            <a:xfrm>
              <a:off x="201067" y="393855"/>
              <a:ext cx="71707" cy="33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220" y="16589"/>
                  </a:moveTo>
                  <a:lnTo>
                    <a:pt x="3420" y="21600"/>
                  </a:lnTo>
                  <a:lnTo>
                    <a:pt x="21600" y="10022"/>
                  </a:lnTo>
                  <a:lnTo>
                    <a:pt x="19890" y="0"/>
                  </a:lnTo>
                  <a:lnTo>
                    <a:pt x="1710" y="11750"/>
                  </a:lnTo>
                  <a:lnTo>
                    <a:pt x="0" y="16589"/>
                  </a:lnTo>
                  <a:lnTo>
                    <a:pt x="1710" y="11750"/>
                  </a:lnTo>
                  <a:lnTo>
                    <a:pt x="810" y="13306"/>
                  </a:lnTo>
                  <a:lnTo>
                    <a:pt x="0" y="15034"/>
                  </a:lnTo>
                  <a:lnTo>
                    <a:pt x="0" y="18317"/>
                  </a:lnTo>
                  <a:lnTo>
                    <a:pt x="450" y="20045"/>
                  </a:lnTo>
                  <a:lnTo>
                    <a:pt x="1260" y="21600"/>
                  </a:lnTo>
                  <a:lnTo>
                    <a:pt x="3420" y="21600"/>
                  </a:lnTo>
                  <a:lnTo>
                    <a:pt x="5220" y="165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55" name="Freeform 18"/>
            <p:cNvSpPr/>
            <p:nvPr/>
          </p:nvSpPr>
          <p:spPr>
            <a:xfrm>
              <a:off x="201067" y="419682"/>
              <a:ext cx="18527" cy="1616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981" y="21600"/>
                  </a:moveTo>
                  <a:lnTo>
                    <a:pt x="21600" y="20558"/>
                  </a:lnTo>
                  <a:lnTo>
                    <a:pt x="20206" y="0"/>
                  </a:lnTo>
                  <a:lnTo>
                    <a:pt x="0" y="0"/>
                  </a:lnTo>
                  <a:lnTo>
                    <a:pt x="1742" y="20558"/>
                  </a:lnTo>
                  <a:lnTo>
                    <a:pt x="8361" y="19515"/>
                  </a:lnTo>
                  <a:lnTo>
                    <a:pt x="1742" y="20558"/>
                  </a:lnTo>
                  <a:lnTo>
                    <a:pt x="1742" y="21061"/>
                  </a:lnTo>
                  <a:lnTo>
                    <a:pt x="4877" y="21420"/>
                  </a:lnTo>
                  <a:lnTo>
                    <a:pt x="8361" y="21600"/>
                  </a:lnTo>
                  <a:lnTo>
                    <a:pt x="14981" y="21600"/>
                  </a:lnTo>
                  <a:lnTo>
                    <a:pt x="18465" y="21420"/>
                  </a:lnTo>
                  <a:lnTo>
                    <a:pt x="21600" y="21061"/>
                  </a:lnTo>
                  <a:lnTo>
                    <a:pt x="21600" y="20558"/>
                  </a:lnTo>
                  <a:lnTo>
                    <a:pt x="14981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56" name="Freeform 19"/>
            <p:cNvSpPr/>
            <p:nvPr/>
          </p:nvSpPr>
          <p:spPr>
            <a:xfrm>
              <a:off x="136534" y="565763"/>
              <a:ext cx="77383" cy="322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5480"/>
                  </a:moveTo>
                  <a:lnTo>
                    <a:pt x="3169" y="20700"/>
                  </a:lnTo>
                  <a:lnTo>
                    <a:pt x="21600" y="10440"/>
                  </a:lnTo>
                  <a:lnTo>
                    <a:pt x="20015" y="0"/>
                  </a:lnTo>
                  <a:lnTo>
                    <a:pt x="2002" y="10440"/>
                  </a:lnTo>
                  <a:lnTo>
                    <a:pt x="5171" y="15480"/>
                  </a:lnTo>
                  <a:lnTo>
                    <a:pt x="2002" y="10440"/>
                  </a:lnTo>
                  <a:lnTo>
                    <a:pt x="751" y="12060"/>
                  </a:lnTo>
                  <a:lnTo>
                    <a:pt x="334" y="12960"/>
                  </a:lnTo>
                  <a:lnTo>
                    <a:pt x="0" y="15480"/>
                  </a:lnTo>
                  <a:lnTo>
                    <a:pt x="334" y="17280"/>
                  </a:lnTo>
                  <a:lnTo>
                    <a:pt x="334" y="19080"/>
                  </a:lnTo>
                  <a:lnTo>
                    <a:pt x="1168" y="20700"/>
                  </a:lnTo>
                  <a:lnTo>
                    <a:pt x="2002" y="21600"/>
                  </a:lnTo>
                  <a:lnTo>
                    <a:pt x="3169" y="20700"/>
                  </a:lnTo>
                  <a:lnTo>
                    <a:pt x="0" y="1548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57" name="Freeform 20"/>
            <p:cNvSpPr/>
            <p:nvPr/>
          </p:nvSpPr>
          <p:spPr>
            <a:xfrm>
              <a:off x="136534" y="431519"/>
              <a:ext cx="18527" cy="1573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39" y="2105"/>
                  </a:moveTo>
                  <a:lnTo>
                    <a:pt x="0" y="1034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034"/>
                  </a:lnTo>
                  <a:lnTo>
                    <a:pt x="8361" y="0"/>
                  </a:lnTo>
                  <a:lnTo>
                    <a:pt x="21600" y="1034"/>
                  </a:lnTo>
                  <a:lnTo>
                    <a:pt x="19858" y="517"/>
                  </a:lnTo>
                  <a:lnTo>
                    <a:pt x="18465" y="148"/>
                  </a:lnTo>
                  <a:lnTo>
                    <a:pt x="14981" y="0"/>
                  </a:lnTo>
                  <a:lnTo>
                    <a:pt x="6619" y="0"/>
                  </a:lnTo>
                  <a:lnTo>
                    <a:pt x="3135" y="148"/>
                  </a:lnTo>
                  <a:lnTo>
                    <a:pt x="1394" y="517"/>
                  </a:lnTo>
                  <a:lnTo>
                    <a:pt x="0" y="1034"/>
                  </a:lnTo>
                  <a:lnTo>
                    <a:pt x="13239" y="210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58" name="Freeform 21"/>
            <p:cNvSpPr/>
            <p:nvPr/>
          </p:nvSpPr>
          <p:spPr>
            <a:xfrm>
              <a:off x="78873" y="431519"/>
              <a:ext cx="69018" cy="333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723"/>
                  </a:moveTo>
                  <a:lnTo>
                    <a:pt x="3647" y="20903"/>
                  </a:lnTo>
                  <a:lnTo>
                    <a:pt x="21600" y="9929"/>
                  </a:lnTo>
                  <a:lnTo>
                    <a:pt x="20291" y="0"/>
                  </a:lnTo>
                  <a:lnTo>
                    <a:pt x="1870" y="11671"/>
                  </a:lnTo>
                  <a:lnTo>
                    <a:pt x="5423" y="16723"/>
                  </a:lnTo>
                  <a:lnTo>
                    <a:pt x="1870" y="11671"/>
                  </a:lnTo>
                  <a:lnTo>
                    <a:pt x="935" y="12542"/>
                  </a:lnTo>
                  <a:lnTo>
                    <a:pt x="0" y="14110"/>
                  </a:lnTo>
                  <a:lnTo>
                    <a:pt x="0" y="18290"/>
                  </a:lnTo>
                  <a:lnTo>
                    <a:pt x="468" y="20032"/>
                  </a:lnTo>
                  <a:lnTo>
                    <a:pt x="1403" y="20903"/>
                  </a:lnTo>
                  <a:lnTo>
                    <a:pt x="2244" y="21600"/>
                  </a:lnTo>
                  <a:lnTo>
                    <a:pt x="3647" y="20903"/>
                  </a:lnTo>
                  <a:lnTo>
                    <a:pt x="0" y="1672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59" name="Freeform 22"/>
            <p:cNvSpPr/>
            <p:nvPr/>
          </p:nvSpPr>
          <p:spPr>
            <a:xfrm>
              <a:off x="78873" y="390089"/>
              <a:ext cx="17332" cy="67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448" y="0"/>
                  </a:moveTo>
                  <a:lnTo>
                    <a:pt x="0" y="2506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506"/>
                  </a:lnTo>
                  <a:lnTo>
                    <a:pt x="14524" y="5011"/>
                  </a:lnTo>
                  <a:lnTo>
                    <a:pt x="21600" y="2506"/>
                  </a:lnTo>
                  <a:lnTo>
                    <a:pt x="21600" y="1642"/>
                  </a:lnTo>
                  <a:lnTo>
                    <a:pt x="14524" y="0"/>
                  </a:lnTo>
                  <a:lnTo>
                    <a:pt x="7448" y="0"/>
                  </a:lnTo>
                  <a:lnTo>
                    <a:pt x="3724" y="864"/>
                  </a:lnTo>
                  <a:lnTo>
                    <a:pt x="0" y="1642"/>
                  </a:lnTo>
                  <a:lnTo>
                    <a:pt x="0" y="2506"/>
                  </a:lnTo>
                  <a:lnTo>
                    <a:pt x="7448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60" name="Freeform 23"/>
            <p:cNvSpPr/>
            <p:nvPr/>
          </p:nvSpPr>
          <p:spPr>
            <a:xfrm>
              <a:off x="367479" y="260955"/>
              <a:ext cx="212424" cy="2698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613" y="18413"/>
                  </a:moveTo>
                  <a:lnTo>
                    <a:pt x="21600" y="17056"/>
                  </a:lnTo>
                  <a:lnTo>
                    <a:pt x="21600" y="0"/>
                  </a:lnTo>
                  <a:lnTo>
                    <a:pt x="21327" y="215"/>
                  </a:lnTo>
                  <a:lnTo>
                    <a:pt x="10359" y="8786"/>
                  </a:lnTo>
                  <a:lnTo>
                    <a:pt x="0" y="3833"/>
                  </a:lnTo>
                  <a:lnTo>
                    <a:pt x="0" y="3919"/>
                  </a:lnTo>
                  <a:lnTo>
                    <a:pt x="0" y="3833"/>
                  </a:lnTo>
                  <a:lnTo>
                    <a:pt x="0" y="21600"/>
                  </a:lnTo>
                  <a:lnTo>
                    <a:pt x="7018" y="20265"/>
                  </a:lnTo>
                  <a:lnTo>
                    <a:pt x="7018" y="13740"/>
                  </a:lnTo>
                  <a:lnTo>
                    <a:pt x="10663" y="15505"/>
                  </a:lnTo>
                  <a:lnTo>
                    <a:pt x="10663" y="15613"/>
                  </a:lnTo>
                  <a:lnTo>
                    <a:pt x="14613" y="12512"/>
                  </a:lnTo>
                  <a:lnTo>
                    <a:pt x="14613" y="18413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61" name="Freeform 24"/>
            <p:cNvSpPr/>
            <p:nvPr/>
          </p:nvSpPr>
          <p:spPr>
            <a:xfrm>
              <a:off x="508196" y="466224"/>
              <a:ext cx="80371" cy="322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43" y="5220"/>
                  </a:moveTo>
                  <a:lnTo>
                    <a:pt x="18549" y="0"/>
                  </a:lnTo>
                  <a:lnTo>
                    <a:pt x="0" y="11340"/>
                  </a:lnTo>
                  <a:lnTo>
                    <a:pt x="1124" y="21600"/>
                  </a:lnTo>
                  <a:lnTo>
                    <a:pt x="20074" y="10440"/>
                  </a:lnTo>
                  <a:lnTo>
                    <a:pt x="21600" y="5220"/>
                  </a:lnTo>
                  <a:lnTo>
                    <a:pt x="20074" y="10440"/>
                  </a:lnTo>
                  <a:lnTo>
                    <a:pt x="20877" y="9540"/>
                  </a:lnTo>
                  <a:lnTo>
                    <a:pt x="21600" y="7740"/>
                  </a:lnTo>
                  <a:lnTo>
                    <a:pt x="21600" y="4320"/>
                  </a:lnTo>
                  <a:lnTo>
                    <a:pt x="21199" y="2700"/>
                  </a:lnTo>
                  <a:lnTo>
                    <a:pt x="20476" y="900"/>
                  </a:lnTo>
                  <a:lnTo>
                    <a:pt x="19673" y="0"/>
                  </a:lnTo>
                  <a:lnTo>
                    <a:pt x="18549" y="0"/>
                  </a:lnTo>
                  <a:lnTo>
                    <a:pt x="16943" y="52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62" name="Freeform 25"/>
            <p:cNvSpPr/>
            <p:nvPr/>
          </p:nvSpPr>
          <p:spPr>
            <a:xfrm>
              <a:off x="571235" y="255844"/>
              <a:ext cx="17332" cy="2181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772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506"/>
                  </a:lnTo>
                  <a:lnTo>
                    <a:pt x="18248" y="240"/>
                  </a:lnTo>
                  <a:lnTo>
                    <a:pt x="14524" y="133"/>
                  </a:lnTo>
                  <a:lnTo>
                    <a:pt x="10800" y="0"/>
                  </a:lnTo>
                  <a:lnTo>
                    <a:pt x="7448" y="133"/>
                  </a:lnTo>
                  <a:lnTo>
                    <a:pt x="3724" y="240"/>
                  </a:lnTo>
                  <a:lnTo>
                    <a:pt x="0" y="506"/>
                  </a:lnTo>
                  <a:lnTo>
                    <a:pt x="0" y="77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63" name="Freeform 26"/>
            <p:cNvSpPr/>
            <p:nvPr/>
          </p:nvSpPr>
          <p:spPr>
            <a:xfrm>
              <a:off x="571235" y="251808"/>
              <a:ext cx="17332" cy="142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38" y="21600"/>
                  </a:moveTo>
                  <a:lnTo>
                    <a:pt x="0" y="11819"/>
                  </a:lnTo>
                  <a:lnTo>
                    <a:pt x="0" y="17932"/>
                  </a:lnTo>
                  <a:lnTo>
                    <a:pt x="21600" y="19562"/>
                  </a:lnTo>
                  <a:lnTo>
                    <a:pt x="21600" y="13857"/>
                  </a:lnTo>
                  <a:lnTo>
                    <a:pt x="1862" y="6113"/>
                  </a:lnTo>
                  <a:lnTo>
                    <a:pt x="21600" y="13857"/>
                  </a:lnTo>
                  <a:lnTo>
                    <a:pt x="21600" y="8151"/>
                  </a:lnTo>
                  <a:lnTo>
                    <a:pt x="19738" y="4075"/>
                  </a:lnTo>
                  <a:lnTo>
                    <a:pt x="16386" y="2038"/>
                  </a:lnTo>
                  <a:lnTo>
                    <a:pt x="10800" y="0"/>
                  </a:lnTo>
                  <a:lnTo>
                    <a:pt x="7448" y="2038"/>
                  </a:lnTo>
                  <a:lnTo>
                    <a:pt x="3724" y="4075"/>
                  </a:lnTo>
                  <a:lnTo>
                    <a:pt x="1862" y="8151"/>
                  </a:lnTo>
                  <a:lnTo>
                    <a:pt x="0" y="11819"/>
                  </a:lnTo>
                  <a:lnTo>
                    <a:pt x="19738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64" name="Freeform 27"/>
            <p:cNvSpPr/>
            <p:nvPr/>
          </p:nvSpPr>
          <p:spPr>
            <a:xfrm>
              <a:off x="571235" y="255844"/>
              <a:ext cx="17332" cy="129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550"/>
                  </a:moveTo>
                  <a:lnTo>
                    <a:pt x="19738" y="17100"/>
                  </a:lnTo>
                  <a:lnTo>
                    <a:pt x="1862" y="0"/>
                  </a:lnTo>
                  <a:lnTo>
                    <a:pt x="21600" y="8550"/>
                  </a:lnTo>
                  <a:lnTo>
                    <a:pt x="1862" y="0"/>
                  </a:lnTo>
                  <a:lnTo>
                    <a:pt x="0" y="4050"/>
                  </a:lnTo>
                  <a:lnTo>
                    <a:pt x="0" y="14850"/>
                  </a:lnTo>
                  <a:lnTo>
                    <a:pt x="3724" y="19350"/>
                  </a:lnTo>
                  <a:lnTo>
                    <a:pt x="7448" y="21600"/>
                  </a:lnTo>
                  <a:lnTo>
                    <a:pt x="16386" y="21600"/>
                  </a:lnTo>
                  <a:lnTo>
                    <a:pt x="19738" y="17100"/>
                  </a:lnTo>
                  <a:lnTo>
                    <a:pt x="0" y="855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65" name="Freeform 28"/>
            <p:cNvSpPr/>
            <p:nvPr/>
          </p:nvSpPr>
          <p:spPr>
            <a:xfrm>
              <a:off x="571235" y="251808"/>
              <a:ext cx="17332" cy="142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38" y="21600"/>
                  </a:moveTo>
                  <a:lnTo>
                    <a:pt x="0" y="13857"/>
                  </a:lnTo>
                  <a:lnTo>
                    <a:pt x="21600" y="13857"/>
                  </a:lnTo>
                  <a:lnTo>
                    <a:pt x="1862" y="6113"/>
                  </a:lnTo>
                  <a:lnTo>
                    <a:pt x="21600" y="13857"/>
                  </a:lnTo>
                  <a:lnTo>
                    <a:pt x="21600" y="8151"/>
                  </a:lnTo>
                  <a:lnTo>
                    <a:pt x="18248" y="4075"/>
                  </a:lnTo>
                  <a:lnTo>
                    <a:pt x="10800" y="0"/>
                  </a:lnTo>
                  <a:lnTo>
                    <a:pt x="7448" y="2038"/>
                  </a:lnTo>
                  <a:lnTo>
                    <a:pt x="3724" y="4075"/>
                  </a:lnTo>
                  <a:lnTo>
                    <a:pt x="0" y="8151"/>
                  </a:lnTo>
                  <a:lnTo>
                    <a:pt x="0" y="13857"/>
                  </a:lnTo>
                  <a:lnTo>
                    <a:pt x="19738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66" name="Freeform 29"/>
            <p:cNvSpPr/>
            <p:nvPr/>
          </p:nvSpPr>
          <p:spPr>
            <a:xfrm>
              <a:off x="568546" y="255844"/>
              <a:ext cx="18527" cy="153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465" y="18189"/>
                  </a:moveTo>
                  <a:lnTo>
                    <a:pt x="21600" y="14400"/>
                  </a:lnTo>
                  <a:lnTo>
                    <a:pt x="4877" y="0"/>
                  </a:lnTo>
                  <a:lnTo>
                    <a:pt x="1742" y="3411"/>
                  </a:lnTo>
                  <a:lnTo>
                    <a:pt x="0" y="7200"/>
                  </a:lnTo>
                  <a:lnTo>
                    <a:pt x="0" y="12505"/>
                  </a:lnTo>
                  <a:lnTo>
                    <a:pt x="1742" y="16295"/>
                  </a:lnTo>
                  <a:lnTo>
                    <a:pt x="3135" y="20084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465" y="181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67" name="Freeform 30"/>
            <p:cNvSpPr/>
            <p:nvPr/>
          </p:nvSpPr>
          <p:spPr>
            <a:xfrm>
              <a:off x="460992" y="258265"/>
              <a:ext cx="123393" cy="1216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32" y="21122"/>
                  </a:moveTo>
                  <a:lnTo>
                    <a:pt x="2720" y="20883"/>
                  </a:lnTo>
                  <a:lnTo>
                    <a:pt x="21600" y="1864"/>
                  </a:lnTo>
                  <a:lnTo>
                    <a:pt x="19090" y="0"/>
                  </a:lnTo>
                  <a:lnTo>
                    <a:pt x="471" y="19067"/>
                  </a:lnTo>
                  <a:lnTo>
                    <a:pt x="2510" y="18828"/>
                  </a:lnTo>
                  <a:lnTo>
                    <a:pt x="471" y="19067"/>
                  </a:lnTo>
                  <a:lnTo>
                    <a:pt x="0" y="19497"/>
                  </a:lnTo>
                  <a:lnTo>
                    <a:pt x="0" y="20214"/>
                  </a:lnTo>
                  <a:lnTo>
                    <a:pt x="209" y="20644"/>
                  </a:lnTo>
                  <a:lnTo>
                    <a:pt x="471" y="21122"/>
                  </a:lnTo>
                  <a:lnTo>
                    <a:pt x="994" y="21361"/>
                  </a:lnTo>
                  <a:lnTo>
                    <a:pt x="1464" y="21600"/>
                  </a:lnTo>
                  <a:lnTo>
                    <a:pt x="2249" y="21361"/>
                  </a:lnTo>
                  <a:lnTo>
                    <a:pt x="2720" y="20883"/>
                  </a:lnTo>
                  <a:lnTo>
                    <a:pt x="732" y="2112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68" name="Freeform 31"/>
            <p:cNvSpPr/>
            <p:nvPr/>
          </p:nvSpPr>
          <p:spPr>
            <a:xfrm>
              <a:off x="358815" y="301040"/>
              <a:ext cx="116521" cy="761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212" y="2213"/>
                  </a:moveTo>
                  <a:lnTo>
                    <a:pt x="831" y="4045"/>
                  </a:lnTo>
                  <a:lnTo>
                    <a:pt x="19717" y="21600"/>
                  </a:lnTo>
                  <a:lnTo>
                    <a:pt x="21600" y="17936"/>
                  </a:lnTo>
                  <a:lnTo>
                    <a:pt x="2658" y="382"/>
                  </a:lnTo>
                  <a:lnTo>
                    <a:pt x="0" y="2213"/>
                  </a:lnTo>
                  <a:lnTo>
                    <a:pt x="2658" y="382"/>
                  </a:lnTo>
                  <a:lnTo>
                    <a:pt x="1883" y="0"/>
                  </a:lnTo>
                  <a:lnTo>
                    <a:pt x="1329" y="0"/>
                  </a:lnTo>
                  <a:lnTo>
                    <a:pt x="554" y="382"/>
                  </a:lnTo>
                  <a:lnTo>
                    <a:pt x="277" y="1069"/>
                  </a:lnTo>
                  <a:lnTo>
                    <a:pt x="0" y="1832"/>
                  </a:lnTo>
                  <a:lnTo>
                    <a:pt x="0" y="2519"/>
                  </a:lnTo>
                  <a:lnTo>
                    <a:pt x="277" y="3282"/>
                  </a:lnTo>
                  <a:lnTo>
                    <a:pt x="831" y="4045"/>
                  </a:lnTo>
                  <a:lnTo>
                    <a:pt x="3212" y="221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69" name="Freeform 32"/>
            <p:cNvSpPr/>
            <p:nvPr/>
          </p:nvSpPr>
          <p:spPr>
            <a:xfrm>
              <a:off x="358815" y="302385"/>
              <a:ext cx="17332" cy="15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724" y="19705"/>
                  </a:moveTo>
                  <a:lnTo>
                    <a:pt x="21600" y="9095"/>
                  </a:lnTo>
                  <a:lnTo>
                    <a:pt x="0" y="9095"/>
                  </a:lnTo>
                  <a:lnTo>
                    <a:pt x="0" y="10611"/>
                  </a:lnTo>
                  <a:lnTo>
                    <a:pt x="17876" y="0"/>
                  </a:lnTo>
                  <a:lnTo>
                    <a:pt x="0" y="10611"/>
                  </a:lnTo>
                  <a:lnTo>
                    <a:pt x="0" y="14400"/>
                  </a:lnTo>
                  <a:lnTo>
                    <a:pt x="3724" y="18189"/>
                  </a:lnTo>
                  <a:lnTo>
                    <a:pt x="7448" y="19705"/>
                  </a:lnTo>
                  <a:lnTo>
                    <a:pt x="10800" y="21600"/>
                  </a:lnTo>
                  <a:lnTo>
                    <a:pt x="14524" y="19705"/>
                  </a:lnTo>
                  <a:lnTo>
                    <a:pt x="17876" y="18189"/>
                  </a:lnTo>
                  <a:lnTo>
                    <a:pt x="21600" y="14400"/>
                  </a:lnTo>
                  <a:lnTo>
                    <a:pt x="21600" y="9095"/>
                  </a:lnTo>
                  <a:lnTo>
                    <a:pt x="3724" y="1970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70" name="Freeform 33"/>
            <p:cNvSpPr/>
            <p:nvPr/>
          </p:nvSpPr>
          <p:spPr>
            <a:xfrm>
              <a:off x="357620" y="301040"/>
              <a:ext cx="18527" cy="15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989"/>
                  </a:moveTo>
                  <a:lnTo>
                    <a:pt x="4877" y="20084"/>
                  </a:lnTo>
                  <a:lnTo>
                    <a:pt x="4877" y="21600"/>
                  </a:lnTo>
                  <a:lnTo>
                    <a:pt x="18116" y="1895"/>
                  </a:lnTo>
                  <a:lnTo>
                    <a:pt x="16723" y="1895"/>
                  </a:lnTo>
                  <a:lnTo>
                    <a:pt x="0" y="10989"/>
                  </a:lnTo>
                  <a:lnTo>
                    <a:pt x="16723" y="1895"/>
                  </a:lnTo>
                  <a:lnTo>
                    <a:pt x="13239" y="0"/>
                  </a:lnTo>
                  <a:lnTo>
                    <a:pt x="8361" y="0"/>
                  </a:lnTo>
                  <a:lnTo>
                    <a:pt x="4877" y="1895"/>
                  </a:lnTo>
                  <a:lnTo>
                    <a:pt x="3135" y="3411"/>
                  </a:lnTo>
                  <a:lnTo>
                    <a:pt x="1394" y="9095"/>
                  </a:lnTo>
                  <a:lnTo>
                    <a:pt x="0" y="12505"/>
                  </a:lnTo>
                  <a:lnTo>
                    <a:pt x="1394" y="16295"/>
                  </a:lnTo>
                  <a:lnTo>
                    <a:pt x="4877" y="20084"/>
                  </a:lnTo>
                  <a:lnTo>
                    <a:pt x="21600" y="109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71" name="Freeform 34"/>
            <p:cNvSpPr/>
            <p:nvPr/>
          </p:nvSpPr>
          <p:spPr>
            <a:xfrm>
              <a:off x="357620" y="308842"/>
              <a:ext cx="18527" cy="2297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361" y="20158"/>
                  </a:moveTo>
                  <a:lnTo>
                    <a:pt x="21600" y="20867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0867"/>
                  </a:lnTo>
                  <a:lnTo>
                    <a:pt x="13239" y="21600"/>
                  </a:lnTo>
                  <a:lnTo>
                    <a:pt x="0" y="20867"/>
                  </a:lnTo>
                  <a:lnTo>
                    <a:pt x="1394" y="21246"/>
                  </a:lnTo>
                  <a:lnTo>
                    <a:pt x="3135" y="21474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116" y="21474"/>
                  </a:lnTo>
                  <a:lnTo>
                    <a:pt x="19858" y="21246"/>
                  </a:lnTo>
                  <a:lnTo>
                    <a:pt x="21600" y="20867"/>
                  </a:lnTo>
                  <a:lnTo>
                    <a:pt x="8361" y="2015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72" name="Freeform 35"/>
            <p:cNvSpPr/>
            <p:nvPr/>
          </p:nvSpPr>
          <p:spPr>
            <a:xfrm>
              <a:off x="364790" y="506308"/>
              <a:ext cx="80371" cy="322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43" y="5220"/>
                  </a:moveTo>
                  <a:lnTo>
                    <a:pt x="18468" y="0"/>
                  </a:lnTo>
                  <a:lnTo>
                    <a:pt x="0" y="11340"/>
                  </a:lnTo>
                  <a:lnTo>
                    <a:pt x="1124" y="21600"/>
                  </a:lnTo>
                  <a:lnTo>
                    <a:pt x="19994" y="10440"/>
                  </a:lnTo>
                  <a:lnTo>
                    <a:pt x="21600" y="5220"/>
                  </a:lnTo>
                  <a:lnTo>
                    <a:pt x="19994" y="10440"/>
                  </a:lnTo>
                  <a:lnTo>
                    <a:pt x="20797" y="9540"/>
                  </a:lnTo>
                  <a:lnTo>
                    <a:pt x="21600" y="7740"/>
                  </a:lnTo>
                  <a:lnTo>
                    <a:pt x="21600" y="3420"/>
                  </a:lnTo>
                  <a:lnTo>
                    <a:pt x="21199" y="1800"/>
                  </a:lnTo>
                  <a:lnTo>
                    <a:pt x="20396" y="900"/>
                  </a:lnTo>
                  <a:lnTo>
                    <a:pt x="19673" y="0"/>
                  </a:lnTo>
                  <a:lnTo>
                    <a:pt x="18468" y="0"/>
                  </a:lnTo>
                  <a:lnTo>
                    <a:pt x="16943" y="52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73" name="Freeform 36"/>
            <p:cNvSpPr/>
            <p:nvPr/>
          </p:nvSpPr>
          <p:spPr>
            <a:xfrm>
              <a:off x="427829" y="425062"/>
              <a:ext cx="17332" cy="890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014" y="261"/>
                  </a:moveTo>
                  <a:lnTo>
                    <a:pt x="0" y="1827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827"/>
                  </a:lnTo>
                  <a:lnTo>
                    <a:pt x="3724" y="3393"/>
                  </a:lnTo>
                  <a:lnTo>
                    <a:pt x="21600" y="1827"/>
                  </a:lnTo>
                  <a:lnTo>
                    <a:pt x="21600" y="1240"/>
                  </a:lnTo>
                  <a:lnTo>
                    <a:pt x="17876" y="587"/>
                  </a:lnTo>
                  <a:lnTo>
                    <a:pt x="14152" y="0"/>
                  </a:lnTo>
                  <a:lnTo>
                    <a:pt x="7076" y="0"/>
                  </a:lnTo>
                  <a:lnTo>
                    <a:pt x="0" y="1240"/>
                  </a:lnTo>
                  <a:lnTo>
                    <a:pt x="0" y="1827"/>
                  </a:lnTo>
                  <a:lnTo>
                    <a:pt x="16014" y="261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74" name="Freeform 37"/>
            <p:cNvSpPr/>
            <p:nvPr/>
          </p:nvSpPr>
          <p:spPr>
            <a:xfrm>
              <a:off x="430817" y="426139"/>
              <a:ext cx="50196" cy="363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314" y="13920"/>
                  </a:moveTo>
                  <a:lnTo>
                    <a:pt x="19671" y="13120"/>
                  </a:lnTo>
                  <a:lnTo>
                    <a:pt x="4243" y="0"/>
                  </a:lnTo>
                  <a:lnTo>
                    <a:pt x="0" y="7680"/>
                  </a:lnTo>
                  <a:lnTo>
                    <a:pt x="15429" y="20800"/>
                  </a:lnTo>
                  <a:lnTo>
                    <a:pt x="14786" y="20000"/>
                  </a:lnTo>
                  <a:lnTo>
                    <a:pt x="15429" y="20800"/>
                  </a:lnTo>
                  <a:lnTo>
                    <a:pt x="17229" y="21600"/>
                  </a:lnTo>
                  <a:lnTo>
                    <a:pt x="18514" y="21600"/>
                  </a:lnTo>
                  <a:lnTo>
                    <a:pt x="19671" y="20800"/>
                  </a:lnTo>
                  <a:lnTo>
                    <a:pt x="20957" y="19200"/>
                  </a:lnTo>
                  <a:lnTo>
                    <a:pt x="21600" y="17760"/>
                  </a:lnTo>
                  <a:lnTo>
                    <a:pt x="21600" y="16160"/>
                  </a:lnTo>
                  <a:lnTo>
                    <a:pt x="20957" y="14720"/>
                  </a:lnTo>
                  <a:lnTo>
                    <a:pt x="20314" y="139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75" name="Freeform 38"/>
            <p:cNvSpPr/>
            <p:nvPr/>
          </p:nvSpPr>
          <p:spPr>
            <a:xfrm>
              <a:off x="465174" y="449544"/>
              <a:ext cx="17333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2" y="0"/>
                  </a:moveTo>
                  <a:lnTo>
                    <a:pt x="16014" y="0"/>
                  </a:lnTo>
                  <a:lnTo>
                    <a:pt x="0" y="15487"/>
                  </a:lnTo>
                  <a:lnTo>
                    <a:pt x="1862" y="17525"/>
                  </a:lnTo>
                  <a:lnTo>
                    <a:pt x="17876" y="17525"/>
                  </a:lnTo>
                  <a:lnTo>
                    <a:pt x="1862" y="17525"/>
                  </a:lnTo>
                  <a:lnTo>
                    <a:pt x="5214" y="21600"/>
                  </a:lnTo>
                  <a:lnTo>
                    <a:pt x="10800" y="21600"/>
                  </a:lnTo>
                  <a:lnTo>
                    <a:pt x="14152" y="19562"/>
                  </a:lnTo>
                  <a:lnTo>
                    <a:pt x="17876" y="17525"/>
                  </a:lnTo>
                  <a:lnTo>
                    <a:pt x="19738" y="13449"/>
                  </a:lnTo>
                  <a:lnTo>
                    <a:pt x="21600" y="9781"/>
                  </a:lnTo>
                  <a:lnTo>
                    <a:pt x="19738" y="3668"/>
                  </a:lnTo>
                  <a:lnTo>
                    <a:pt x="17876" y="0"/>
                  </a:lnTo>
                  <a:lnTo>
                    <a:pt x="1862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76" name="Freeform 39"/>
            <p:cNvSpPr/>
            <p:nvPr/>
          </p:nvSpPr>
          <p:spPr>
            <a:xfrm>
              <a:off x="466668" y="409459"/>
              <a:ext cx="53184" cy="516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3262"/>
                  </a:moveTo>
                  <a:lnTo>
                    <a:pt x="15169" y="1125"/>
                  </a:lnTo>
                  <a:lnTo>
                    <a:pt x="0" y="16763"/>
                  </a:lnTo>
                  <a:lnTo>
                    <a:pt x="5218" y="21600"/>
                  </a:lnTo>
                  <a:lnTo>
                    <a:pt x="20387" y="5400"/>
                  </a:lnTo>
                  <a:lnTo>
                    <a:pt x="13955" y="3262"/>
                  </a:lnTo>
                  <a:lnTo>
                    <a:pt x="20387" y="5400"/>
                  </a:lnTo>
                  <a:lnTo>
                    <a:pt x="21600" y="4275"/>
                  </a:lnTo>
                  <a:lnTo>
                    <a:pt x="21600" y="3262"/>
                  </a:lnTo>
                  <a:lnTo>
                    <a:pt x="20993" y="1575"/>
                  </a:lnTo>
                  <a:lnTo>
                    <a:pt x="20387" y="1125"/>
                  </a:lnTo>
                  <a:lnTo>
                    <a:pt x="19173" y="0"/>
                  </a:lnTo>
                  <a:lnTo>
                    <a:pt x="16261" y="0"/>
                  </a:lnTo>
                  <a:lnTo>
                    <a:pt x="15169" y="1125"/>
                  </a:lnTo>
                  <a:lnTo>
                    <a:pt x="21600" y="326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77" name="Freeform 40"/>
            <p:cNvSpPr/>
            <p:nvPr/>
          </p:nvSpPr>
          <p:spPr>
            <a:xfrm>
              <a:off x="501026" y="417261"/>
              <a:ext cx="18826" cy="812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229" y="17523"/>
                  </a:moveTo>
                  <a:lnTo>
                    <a:pt x="21600" y="19597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9597"/>
                  </a:lnTo>
                  <a:lnTo>
                    <a:pt x="13029" y="21600"/>
                  </a:lnTo>
                  <a:lnTo>
                    <a:pt x="0" y="19597"/>
                  </a:lnTo>
                  <a:lnTo>
                    <a:pt x="1714" y="20599"/>
                  </a:lnTo>
                  <a:lnTo>
                    <a:pt x="3429" y="21314"/>
                  </a:lnTo>
                  <a:lnTo>
                    <a:pt x="6514" y="21600"/>
                  </a:lnTo>
                  <a:lnTo>
                    <a:pt x="14743" y="21600"/>
                  </a:lnTo>
                  <a:lnTo>
                    <a:pt x="18171" y="21314"/>
                  </a:lnTo>
                  <a:lnTo>
                    <a:pt x="19886" y="20599"/>
                  </a:lnTo>
                  <a:lnTo>
                    <a:pt x="21600" y="19597"/>
                  </a:lnTo>
                  <a:lnTo>
                    <a:pt x="8229" y="1752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78" name="Freeform 41"/>
            <p:cNvSpPr/>
            <p:nvPr/>
          </p:nvSpPr>
          <p:spPr>
            <a:xfrm>
              <a:off x="211224" y="383632"/>
              <a:ext cx="192111" cy="2453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66" y="0"/>
                  </a:moveTo>
                  <a:lnTo>
                    <a:pt x="21600" y="0"/>
                  </a:lnTo>
                  <a:lnTo>
                    <a:pt x="21600" y="17503"/>
                  </a:lnTo>
                  <a:lnTo>
                    <a:pt x="13706" y="19208"/>
                  </a:lnTo>
                  <a:lnTo>
                    <a:pt x="13706" y="14211"/>
                  </a:lnTo>
                  <a:lnTo>
                    <a:pt x="134" y="21482"/>
                  </a:lnTo>
                  <a:lnTo>
                    <a:pt x="0" y="21600"/>
                  </a:lnTo>
                  <a:lnTo>
                    <a:pt x="0" y="3292"/>
                  </a:lnTo>
                  <a:lnTo>
                    <a:pt x="7894" y="1587"/>
                  </a:lnTo>
                  <a:lnTo>
                    <a:pt x="7894" y="7389"/>
                  </a:lnTo>
                  <a:lnTo>
                    <a:pt x="21466" y="0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79" name="Freeform 42"/>
            <p:cNvSpPr/>
            <p:nvPr/>
          </p:nvSpPr>
          <p:spPr>
            <a:xfrm>
              <a:off x="393471" y="377176"/>
              <a:ext cx="17034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11" y="0"/>
                  </a:moveTo>
                  <a:lnTo>
                    <a:pt x="21600" y="9781"/>
                  </a:lnTo>
                  <a:lnTo>
                    <a:pt x="0" y="9781"/>
                  </a:lnTo>
                  <a:lnTo>
                    <a:pt x="18189" y="19562"/>
                  </a:lnTo>
                  <a:lnTo>
                    <a:pt x="0" y="9781"/>
                  </a:lnTo>
                  <a:lnTo>
                    <a:pt x="0" y="15487"/>
                  </a:lnTo>
                  <a:lnTo>
                    <a:pt x="3411" y="19562"/>
                  </a:lnTo>
                  <a:lnTo>
                    <a:pt x="7200" y="21600"/>
                  </a:lnTo>
                  <a:lnTo>
                    <a:pt x="14400" y="21600"/>
                  </a:lnTo>
                  <a:lnTo>
                    <a:pt x="18189" y="19562"/>
                  </a:lnTo>
                  <a:lnTo>
                    <a:pt x="21600" y="15487"/>
                  </a:lnTo>
                  <a:lnTo>
                    <a:pt x="21600" y="9781"/>
                  </a:lnTo>
                  <a:lnTo>
                    <a:pt x="3411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80" name="Freeform 43"/>
            <p:cNvSpPr/>
            <p:nvPr/>
          </p:nvSpPr>
          <p:spPr>
            <a:xfrm>
              <a:off x="393471" y="375831"/>
              <a:ext cx="18528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1819"/>
                  </a:moveTo>
                  <a:lnTo>
                    <a:pt x="3135" y="2038"/>
                  </a:lnTo>
                  <a:lnTo>
                    <a:pt x="16723" y="21600"/>
                  </a:lnTo>
                  <a:lnTo>
                    <a:pt x="18465" y="21600"/>
                  </a:lnTo>
                  <a:lnTo>
                    <a:pt x="0" y="11819"/>
                  </a:lnTo>
                  <a:lnTo>
                    <a:pt x="18465" y="21600"/>
                  </a:lnTo>
                  <a:lnTo>
                    <a:pt x="19858" y="15894"/>
                  </a:lnTo>
                  <a:lnTo>
                    <a:pt x="21600" y="11819"/>
                  </a:lnTo>
                  <a:lnTo>
                    <a:pt x="19858" y="7743"/>
                  </a:lnTo>
                  <a:lnTo>
                    <a:pt x="18465" y="4075"/>
                  </a:lnTo>
                  <a:lnTo>
                    <a:pt x="16723" y="0"/>
                  </a:lnTo>
                  <a:lnTo>
                    <a:pt x="8361" y="0"/>
                  </a:lnTo>
                  <a:lnTo>
                    <a:pt x="3135" y="2038"/>
                  </a:lnTo>
                  <a:lnTo>
                    <a:pt x="21600" y="1181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81" name="Freeform 44"/>
            <p:cNvSpPr/>
            <p:nvPr/>
          </p:nvSpPr>
          <p:spPr>
            <a:xfrm>
              <a:off x="393471" y="383632"/>
              <a:ext cx="18528" cy="206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39" y="21600"/>
                  </a:moveTo>
                  <a:lnTo>
                    <a:pt x="21600" y="20784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0784"/>
                  </a:lnTo>
                  <a:lnTo>
                    <a:pt x="8361" y="19997"/>
                  </a:lnTo>
                  <a:lnTo>
                    <a:pt x="0" y="20784"/>
                  </a:lnTo>
                  <a:lnTo>
                    <a:pt x="1394" y="21206"/>
                  </a:lnTo>
                  <a:lnTo>
                    <a:pt x="3135" y="21459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465" y="21459"/>
                  </a:lnTo>
                  <a:lnTo>
                    <a:pt x="19858" y="21206"/>
                  </a:lnTo>
                  <a:lnTo>
                    <a:pt x="21600" y="20784"/>
                  </a:lnTo>
                  <a:lnTo>
                    <a:pt x="13239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82" name="Freeform 45"/>
            <p:cNvSpPr/>
            <p:nvPr/>
          </p:nvSpPr>
          <p:spPr>
            <a:xfrm>
              <a:off x="324457" y="574910"/>
              <a:ext cx="80371" cy="347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744"/>
                  </a:moveTo>
                  <a:lnTo>
                    <a:pt x="3132" y="21600"/>
                  </a:lnTo>
                  <a:lnTo>
                    <a:pt x="21600" y="9544"/>
                  </a:lnTo>
                  <a:lnTo>
                    <a:pt x="20476" y="0"/>
                  </a:lnTo>
                  <a:lnTo>
                    <a:pt x="1526" y="12056"/>
                  </a:lnTo>
                  <a:lnTo>
                    <a:pt x="5059" y="16744"/>
                  </a:lnTo>
                  <a:lnTo>
                    <a:pt x="1526" y="12056"/>
                  </a:lnTo>
                  <a:lnTo>
                    <a:pt x="803" y="12726"/>
                  </a:lnTo>
                  <a:lnTo>
                    <a:pt x="401" y="14400"/>
                  </a:lnTo>
                  <a:lnTo>
                    <a:pt x="0" y="16744"/>
                  </a:lnTo>
                  <a:lnTo>
                    <a:pt x="0" y="18419"/>
                  </a:lnTo>
                  <a:lnTo>
                    <a:pt x="401" y="20093"/>
                  </a:lnTo>
                  <a:lnTo>
                    <a:pt x="1124" y="20763"/>
                  </a:lnTo>
                  <a:lnTo>
                    <a:pt x="1927" y="21600"/>
                  </a:lnTo>
                  <a:lnTo>
                    <a:pt x="3132" y="21600"/>
                  </a:lnTo>
                  <a:lnTo>
                    <a:pt x="0" y="16744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83" name="Freeform 46"/>
            <p:cNvSpPr/>
            <p:nvPr/>
          </p:nvSpPr>
          <p:spPr>
            <a:xfrm>
              <a:off x="324457" y="536170"/>
              <a:ext cx="18826" cy="656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457" y="5046"/>
                  </a:moveTo>
                  <a:lnTo>
                    <a:pt x="0" y="292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921"/>
                  </a:lnTo>
                  <a:lnTo>
                    <a:pt x="3429" y="797"/>
                  </a:lnTo>
                  <a:lnTo>
                    <a:pt x="21600" y="2921"/>
                  </a:lnTo>
                  <a:lnTo>
                    <a:pt x="19886" y="1682"/>
                  </a:lnTo>
                  <a:lnTo>
                    <a:pt x="18171" y="797"/>
                  </a:lnTo>
                  <a:lnTo>
                    <a:pt x="14743" y="354"/>
                  </a:lnTo>
                  <a:lnTo>
                    <a:pt x="9943" y="0"/>
                  </a:lnTo>
                  <a:lnTo>
                    <a:pt x="6514" y="354"/>
                  </a:lnTo>
                  <a:lnTo>
                    <a:pt x="3429" y="797"/>
                  </a:lnTo>
                  <a:lnTo>
                    <a:pt x="1714" y="1682"/>
                  </a:lnTo>
                  <a:lnTo>
                    <a:pt x="0" y="2921"/>
                  </a:lnTo>
                  <a:lnTo>
                    <a:pt x="16457" y="504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84" name="Freeform 47"/>
            <p:cNvSpPr/>
            <p:nvPr/>
          </p:nvSpPr>
          <p:spPr>
            <a:xfrm>
              <a:off x="203755" y="538592"/>
              <a:ext cx="135047" cy="98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342" y="21008"/>
                  </a:moveTo>
                  <a:lnTo>
                    <a:pt x="21600" y="2841"/>
                  </a:lnTo>
                  <a:lnTo>
                    <a:pt x="19784" y="0"/>
                  </a:lnTo>
                  <a:lnTo>
                    <a:pt x="478" y="18464"/>
                  </a:lnTo>
                  <a:lnTo>
                    <a:pt x="0" y="19055"/>
                  </a:lnTo>
                  <a:lnTo>
                    <a:pt x="0" y="20180"/>
                  </a:lnTo>
                  <a:lnTo>
                    <a:pt x="239" y="20772"/>
                  </a:lnTo>
                  <a:lnTo>
                    <a:pt x="717" y="21304"/>
                  </a:lnTo>
                  <a:lnTo>
                    <a:pt x="1195" y="21600"/>
                  </a:lnTo>
                  <a:lnTo>
                    <a:pt x="1625" y="21600"/>
                  </a:lnTo>
                  <a:lnTo>
                    <a:pt x="2342" y="2100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85" name="Freeform 48"/>
            <p:cNvSpPr/>
            <p:nvPr/>
          </p:nvSpPr>
          <p:spPr>
            <a:xfrm>
              <a:off x="202560" y="622528"/>
              <a:ext cx="18528" cy="156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938"/>
                  </a:moveTo>
                  <a:lnTo>
                    <a:pt x="16723" y="17876"/>
                  </a:lnTo>
                  <a:lnTo>
                    <a:pt x="18465" y="16014"/>
                  </a:lnTo>
                  <a:lnTo>
                    <a:pt x="4877" y="0"/>
                  </a:lnTo>
                  <a:lnTo>
                    <a:pt x="3135" y="1862"/>
                  </a:lnTo>
                  <a:lnTo>
                    <a:pt x="21600" y="8938"/>
                  </a:lnTo>
                  <a:lnTo>
                    <a:pt x="3135" y="1862"/>
                  </a:lnTo>
                  <a:lnTo>
                    <a:pt x="0" y="5586"/>
                  </a:lnTo>
                  <a:lnTo>
                    <a:pt x="0" y="12662"/>
                  </a:lnTo>
                  <a:lnTo>
                    <a:pt x="3135" y="16014"/>
                  </a:lnTo>
                  <a:lnTo>
                    <a:pt x="4877" y="19738"/>
                  </a:lnTo>
                  <a:lnTo>
                    <a:pt x="10103" y="21600"/>
                  </a:lnTo>
                  <a:lnTo>
                    <a:pt x="13239" y="19738"/>
                  </a:lnTo>
                  <a:lnTo>
                    <a:pt x="16723" y="17876"/>
                  </a:lnTo>
                  <a:lnTo>
                    <a:pt x="0" y="893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86" name="Freeform 49"/>
            <p:cNvSpPr/>
            <p:nvPr/>
          </p:nvSpPr>
          <p:spPr>
            <a:xfrm>
              <a:off x="202560" y="413225"/>
              <a:ext cx="18528" cy="2157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619" y="0"/>
                  </a:moveTo>
                  <a:lnTo>
                    <a:pt x="0" y="78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781"/>
                  </a:lnTo>
                  <a:lnTo>
                    <a:pt x="13239" y="1562"/>
                  </a:lnTo>
                  <a:lnTo>
                    <a:pt x="21600" y="781"/>
                  </a:lnTo>
                  <a:lnTo>
                    <a:pt x="19858" y="404"/>
                  </a:lnTo>
                  <a:lnTo>
                    <a:pt x="18465" y="269"/>
                  </a:lnTo>
                  <a:lnTo>
                    <a:pt x="14981" y="0"/>
                  </a:lnTo>
                  <a:lnTo>
                    <a:pt x="6619" y="0"/>
                  </a:lnTo>
                  <a:lnTo>
                    <a:pt x="1394" y="404"/>
                  </a:lnTo>
                  <a:lnTo>
                    <a:pt x="0" y="781"/>
                  </a:lnTo>
                  <a:lnTo>
                    <a:pt x="6619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87" name="Freeform 50"/>
            <p:cNvSpPr/>
            <p:nvPr/>
          </p:nvSpPr>
          <p:spPr>
            <a:xfrm>
              <a:off x="208237" y="393855"/>
              <a:ext cx="81865" cy="349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4818"/>
                  </a:moveTo>
                  <a:lnTo>
                    <a:pt x="18526" y="0"/>
                  </a:lnTo>
                  <a:lnTo>
                    <a:pt x="0" y="11963"/>
                  </a:lnTo>
                  <a:lnTo>
                    <a:pt x="1498" y="21600"/>
                  </a:lnTo>
                  <a:lnTo>
                    <a:pt x="19708" y="9637"/>
                  </a:lnTo>
                  <a:lnTo>
                    <a:pt x="16634" y="4818"/>
                  </a:lnTo>
                  <a:lnTo>
                    <a:pt x="19708" y="9637"/>
                  </a:lnTo>
                  <a:lnTo>
                    <a:pt x="20812" y="8806"/>
                  </a:lnTo>
                  <a:lnTo>
                    <a:pt x="21206" y="7311"/>
                  </a:lnTo>
                  <a:lnTo>
                    <a:pt x="21600" y="4818"/>
                  </a:lnTo>
                  <a:lnTo>
                    <a:pt x="21206" y="3323"/>
                  </a:lnTo>
                  <a:lnTo>
                    <a:pt x="20812" y="1662"/>
                  </a:lnTo>
                  <a:lnTo>
                    <a:pt x="20418" y="831"/>
                  </a:lnTo>
                  <a:lnTo>
                    <a:pt x="19314" y="0"/>
                  </a:lnTo>
                  <a:lnTo>
                    <a:pt x="18526" y="0"/>
                  </a:lnTo>
                  <a:lnTo>
                    <a:pt x="21600" y="481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88" name="Freeform 51"/>
            <p:cNvSpPr/>
            <p:nvPr/>
          </p:nvSpPr>
          <p:spPr>
            <a:xfrm>
              <a:off x="271276" y="401657"/>
              <a:ext cx="18826" cy="737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143" y="17422"/>
                  </a:moveTo>
                  <a:lnTo>
                    <a:pt x="21600" y="19314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9314"/>
                  </a:lnTo>
                  <a:lnTo>
                    <a:pt x="16457" y="21206"/>
                  </a:lnTo>
                  <a:lnTo>
                    <a:pt x="0" y="19314"/>
                  </a:lnTo>
                  <a:lnTo>
                    <a:pt x="1714" y="20102"/>
                  </a:lnTo>
                  <a:lnTo>
                    <a:pt x="3429" y="20812"/>
                  </a:lnTo>
                  <a:lnTo>
                    <a:pt x="6857" y="21600"/>
                  </a:lnTo>
                  <a:lnTo>
                    <a:pt x="15086" y="21600"/>
                  </a:lnTo>
                  <a:lnTo>
                    <a:pt x="18171" y="20812"/>
                  </a:lnTo>
                  <a:lnTo>
                    <a:pt x="19886" y="20102"/>
                  </a:lnTo>
                  <a:lnTo>
                    <a:pt x="21600" y="19314"/>
                  </a:lnTo>
                  <a:lnTo>
                    <a:pt x="5143" y="1742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89" name="Freeform 52"/>
            <p:cNvSpPr/>
            <p:nvPr/>
          </p:nvSpPr>
          <p:spPr>
            <a:xfrm>
              <a:off x="275757" y="375831"/>
              <a:ext cx="134748" cy="981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716"/>
                  </a:moveTo>
                  <a:lnTo>
                    <a:pt x="19301" y="296"/>
                  </a:lnTo>
                  <a:lnTo>
                    <a:pt x="0" y="18759"/>
                  </a:lnTo>
                  <a:lnTo>
                    <a:pt x="1580" y="21600"/>
                  </a:lnTo>
                  <a:lnTo>
                    <a:pt x="21169" y="3136"/>
                  </a:lnTo>
                  <a:lnTo>
                    <a:pt x="18870" y="1716"/>
                  </a:lnTo>
                  <a:lnTo>
                    <a:pt x="21169" y="3136"/>
                  </a:lnTo>
                  <a:lnTo>
                    <a:pt x="21600" y="2545"/>
                  </a:lnTo>
                  <a:lnTo>
                    <a:pt x="21600" y="1124"/>
                  </a:lnTo>
                  <a:lnTo>
                    <a:pt x="21408" y="592"/>
                  </a:lnTo>
                  <a:lnTo>
                    <a:pt x="20929" y="0"/>
                  </a:lnTo>
                  <a:lnTo>
                    <a:pt x="20020" y="0"/>
                  </a:lnTo>
                  <a:lnTo>
                    <a:pt x="19301" y="296"/>
                  </a:lnTo>
                  <a:lnTo>
                    <a:pt x="21600" y="171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90" name="Freeform 53"/>
            <p:cNvSpPr/>
            <p:nvPr/>
          </p:nvSpPr>
          <p:spPr>
            <a:xfrm>
              <a:off x="10157" y="9146"/>
              <a:ext cx="585582" cy="3408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065" y="12599"/>
                  </a:moveTo>
                  <a:lnTo>
                    <a:pt x="18525" y="13332"/>
                  </a:lnTo>
                  <a:lnTo>
                    <a:pt x="17996" y="13997"/>
                  </a:lnTo>
                  <a:lnTo>
                    <a:pt x="17522" y="14559"/>
                  </a:lnTo>
                  <a:lnTo>
                    <a:pt x="17049" y="14968"/>
                  </a:lnTo>
                  <a:lnTo>
                    <a:pt x="16520" y="15377"/>
                  </a:lnTo>
                  <a:lnTo>
                    <a:pt x="16046" y="15718"/>
                  </a:lnTo>
                  <a:lnTo>
                    <a:pt x="15616" y="15957"/>
                  </a:lnTo>
                  <a:lnTo>
                    <a:pt x="15142" y="16196"/>
                  </a:lnTo>
                  <a:lnTo>
                    <a:pt x="14238" y="16451"/>
                  </a:lnTo>
                  <a:lnTo>
                    <a:pt x="13346" y="16605"/>
                  </a:lnTo>
                  <a:lnTo>
                    <a:pt x="12497" y="16690"/>
                  </a:lnTo>
                  <a:lnTo>
                    <a:pt x="11649" y="16690"/>
                  </a:lnTo>
                  <a:lnTo>
                    <a:pt x="10800" y="16775"/>
                  </a:lnTo>
                  <a:lnTo>
                    <a:pt x="10007" y="16861"/>
                  </a:lnTo>
                  <a:lnTo>
                    <a:pt x="9632" y="16946"/>
                  </a:lnTo>
                  <a:lnTo>
                    <a:pt x="9268" y="17014"/>
                  </a:lnTo>
                  <a:lnTo>
                    <a:pt x="8838" y="17185"/>
                  </a:lnTo>
                  <a:lnTo>
                    <a:pt x="8475" y="17423"/>
                  </a:lnTo>
                  <a:lnTo>
                    <a:pt x="8100" y="17679"/>
                  </a:lnTo>
                  <a:lnTo>
                    <a:pt x="7725" y="18003"/>
                  </a:lnTo>
                  <a:lnTo>
                    <a:pt x="7362" y="18412"/>
                  </a:lnTo>
                  <a:lnTo>
                    <a:pt x="6987" y="18906"/>
                  </a:lnTo>
                  <a:lnTo>
                    <a:pt x="6667" y="19401"/>
                  </a:lnTo>
                  <a:lnTo>
                    <a:pt x="6304" y="20049"/>
                  </a:lnTo>
                  <a:lnTo>
                    <a:pt x="5929" y="20782"/>
                  </a:lnTo>
                  <a:lnTo>
                    <a:pt x="5609" y="21600"/>
                  </a:lnTo>
                  <a:lnTo>
                    <a:pt x="5080" y="21361"/>
                  </a:lnTo>
                  <a:lnTo>
                    <a:pt x="4607" y="21106"/>
                  </a:lnTo>
                  <a:lnTo>
                    <a:pt x="4133" y="20782"/>
                  </a:lnTo>
                  <a:lnTo>
                    <a:pt x="3703" y="20458"/>
                  </a:lnTo>
                  <a:lnTo>
                    <a:pt x="3284" y="20134"/>
                  </a:lnTo>
                  <a:lnTo>
                    <a:pt x="2854" y="19725"/>
                  </a:lnTo>
                  <a:lnTo>
                    <a:pt x="2491" y="19230"/>
                  </a:lnTo>
                  <a:lnTo>
                    <a:pt x="2116" y="18736"/>
                  </a:lnTo>
                  <a:lnTo>
                    <a:pt x="1796" y="18242"/>
                  </a:lnTo>
                  <a:lnTo>
                    <a:pt x="1477" y="17679"/>
                  </a:lnTo>
                  <a:lnTo>
                    <a:pt x="1212" y="17099"/>
                  </a:lnTo>
                  <a:lnTo>
                    <a:pt x="948" y="16537"/>
                  </a:lnTo>
                  <a:lnTo>
                    <a:pt x="738" y="15957"/>
                  </a:lnTo>
                  <a:lnTo>
                    <a:pt x="584" y="15309"/>
                  </a:lnTo>
                  <a:lnTo>
                    <a:pt x="364" y="14644"/>
                  </a:lnTo>
                  <a:lnTo>
                    <a:pt x="264" y="13997"/>
                  </a:lnTo>
                  <a:lnTo>
                    <a:pt x="154" y="13332"/>
                  </a:lnTo>
                  <a:lnTo>
                    <a:pt x="55" y="12599"/>
                  </a:lnTo>
                  <a:lnTo>
                    <a:pt x="0" y="11951"/>
                  </a:lnTo>
                  <a:lnTo>
                    <a:pt x="0" y="10468"/>
                  </a:lnTo>
                  <a:lnTo>
                    <a:pt x="55" y="9734"/>
                  </a:lnTo>
                  <a:lnTo>
                    <a:pt x="99" y="9001"/>
                  </a:lnTo>
                  <a:lnTo>
                    <a:pt x="209" y="8337"/>
                  </a:lnTo>
                  <a:lnTo>
                    <a:pt x="364" y="7603"/>
                  </a:lnTo>
                  <a:lnTo>
                    <a:pt x="529" y="6870"/>
                  </a:lnTo>
                  <a:lnTo>
                    <a:pt x="738" y="6137"/>
                  </a:lnTo>
                  <a:lnTo>
                    <a:pt x="1003" y="5472"/>
                  </a:lnTo>
                  <a:lnTo>
                    <a:pt x="1267" y="4739"/>
                  </a:lnTo>
                  <a:lnTo>
                    <a:pt x="1587" y="4092"/>
                  </a:lnTo>
                  <a:lnTo>
                    <a:pt x="1962" y="3427"/>
                  </a:lnTo>
                  <a:lnTo>
                    <a:pt x="2325" y="2779"/>
                  </a:lnTo>
                  <a:lnTo>
                    <a:pt x="2755" y="2131"/>
                  </a:lnTo>
                  <a:lnTo>
                    <a:pt x="3229" y="1637"/>
                  </a:lnTo>
                  <a:lnTo>
                    <a:pt x="3703" y="1227"/>
                  </a:lnTo>
                  <a:lnTo>
                    <a:pt x="4232" y="818"/>
                  </a:lnTo>
                  <a:lnTo>
                    <a:pt x="4761" y="563"/>
                  </a:lnTo>
                  <a:lnTo>
                    <a:pt x="5345" y="324"/>
                  </a:lnTo>
                  <a:lnTo>
                    <a:pt x="5929" y="153"/>
                  </a:lnTo>
                  <a:lnTo>
                    <a:pt x="6568" y="85"/>
                  </a:lnTo>
                  <a:lnTo>
                    <a:pt x="7836" y="0"/>
                  </a:lnTo>
                  <a:lnTo>
                    <a:pt x="9213" y="85"/>
                  </a:lnTo>
                  <a:lnTo>
                    <a:pt x="11968" y="563"/>
                  </a:lnTo>
                  <a:lnTo>
                    <a:pt x="13390" y="818"/>
                  </a:lnTo>
                  <a:lnTo>
                    <a:pt x="14767" y="1142"/>
                  </a:lnTo>
                  <a:lnTo>
                    <a:pt x="16090" y="1313"/>
                  </a:lnTo>
                  <a:lnTo>
                    <a:pt x="17368" y="1381"/>
                  </a:lnTo>
                  <a:lnTo>
                    <a:pt x="18580" y="1381"/>
                  </a:lnTo>
                  <a:lnTo>
                    <a:pt x="19164" y="1313"/>
                  </a:lnTo>
                  <a:lnTo>
                    <a:pt x="19749" y="1142"/>
                  </a:lnTo>
                  <a:lnTo>
                    <a:pt x="20222" y="972"/>
                  </a:lnTo>
                  <a:lnTo>
                    <a:pt x="20751" y="733"/>
                  </a:lnTo>
                  <a:lnTo>
                    <a:pt x="21181" y="409"/>
                  </a:lnTo>
                  <a:lnTo>
                    <a:pt x="21600" y="0"/>
                  </a:lnTo>
                  <a:lnTo>
                    <a:pt x="21126" y="972"/>
                  </a:lnTo>
                  <a:lnTo>
                    <a:pt x="20597" y="1875"/>
                  </a:lnTo>
                  <a:lnTo>
                    <a:pt x="20013" y="2608"/>
                  </a:lnTo>
                  <a:lnTo>
                    <a:pt x="19484" y="3273"/>
                  </a:lnTo>
                  <a:lnTo>
                    <a:pt x="18955" y="3836"/>
                  </a:lnTo>
                  <a:lnTo>
                    <a:pt x="18371" y="4330"/>
                  </a:lnTo>
                  <a:lnTo>
                    <a:pt x="17787" y="4654"/>
                  </a:lnTo>
                  <a:lnTo>
                    <a:pt x="17258" y="4995"/>
                  </a:lnTo>
                  <a:lnTo>
                    <a:pt x="16200" y="5404"/>
                  </a:lnTo>
                  <a:lnTo>
                    <a:pt x="15197" y="5728"/>
                  </a:lnTo>
                  <a:lnTo>
                    <a:pt x="14238" y="5967"/>
                  </a:lnTo>
                  <a:lnTo>
                    <a:pt x="13500" y="6223"/>
                  </a:lnTo>
                  <a:lnTo>
                    <a:pt x="14503" y="6700"/>
                  </a:lnTo>
                  <a:lnTo>
                    <a:pt x="15351" y="6956"/>
                  </a:lnTo>
                  <a:lnTo>
                    <a:pt x="16145" y="7109"/>
                  </a:lnTo>
                  <a:lnTo>
                    <a:pt x="16894" y="7109"/>
                  </a:lnTo>
                  <a:lnTo>
                    <a:pt x="17633" y="7041"/>
                  </a:lnTo>
                  <a:lnTo>
                    <a:pt x="18481" y="6785"/>
                  </a:lnTo>
                  <a:lnTo>
                    <a:pt x="19429" y="6546"/>
                  </a:lnTo>
                  <a:lnTo>
                    <a:pt x="20597" y="6223"/>
                  </a:lnTo>
                  <a:lnTo>
                    <a:pt x="20123" y="7109"/>
                  </a:lnTo>
                  <a:lnTo>
                    <a:pt x="19693" y="7859"/>
                  </a:lnTo>
                  <a:lnTo>
                    <a:pt x="19220" y="8592"/>
                  </a:lnTo>
                  <a:lnTo>
                    <a:pt x="18746" y="9155"/>
                  </a:lnTo>
                  <a:lnTo>
                    <a:pt x="18261" y="9734"/>
                  </a:lnTo>
                  <a:lnTo>
                    <a:pt x="17313" y="10553"/>
                  </a:lnTo>
                  <a:lnTo>
                    <a:pt x="16784" y="10877"/>
                  </a:lnTo>
                  <a:lnTo>
                    <a:pt x="16310" y="11132"/>
                  </a:lnTo>
                  <a:lnTo>
                    <a:pt x="15781" y="11371"/>
                  </a:lnTo>
                  <a:lnTo>
                    <a:pt x="15252" y="11542"/>
                  </a:lnTo>
                  <a:lnTo>
                    <a:pt x="14723" y="11627"/>
                  </a:lnTo>
                  <a:lnTo>
                    <a:pt x="13555" y="11866"/>
                  </a:lnTo>
                  <a:lnTo>
                    <a:pt x="12387" y="11951"/>
                  </a:lnTo>
                  <a:lnTo>
                    <a:pt x="13081" y="12360"/>
                  </a:lnTo>
                  <a:lnTo>
                    <a:pt x="13875" y="12684"/>
                  </a:lnTo>
                  <a:lnTo>
                    <a:pt x="14613" y="12922"/>
                  </a:lnTo>
                  <a:lnTo>
                    <a:pt x="15407" y="13093"/>
                  </a:lnTo>
                  <a:lnTo>
                    <a:pt x="16255" y="13093"/>
                  </a:lnTo>
                  <a:lnTo>
                    <a:pt x="17104" y="13008"/>
                  </a:lnTo>
                  <a:lnTo>
                    <a:pt x="18051" y="12854"/>
                  </a:lnTo>
                  <a:lnTo>
                    <a:pt x="19065" y="12599"/>
                  </a:lnTo>
                  <a:close/>
                </a:path>
              </a:pathLst>
            </a:custGeom>
            <a:solidFill>
              <a:srgbClr val="FF66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91" name="Freeform 54"/>
            <p:cNvSpPr/>
            <p:nvPr/>
          </p:nvSpPr>
          <p:spPr>
            <a:xfrm>
              <a:off x="152368" y="202846"/>
              <a:ext cx="380331" cy="1549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07" y="21600"/>
                  </a:moveTo>
                  <a:lnTo>
                    <a:pt x="967" y="21075"/>
                  </a:lnTo>
                  <a:lnTo>
                    <a:pt x="1459" y="19275"/>
                  </a:lnTo>
                  <a:lnTo>
                    <a:pt x="2036" y="17812"/>
                  </a:lnTo>
                  <a:lnTo>
                    <a:pt x="2511" y="16387"/>
                  </a:lnTo>
                  <a:lnTo>
                    <a:pt x="3088" y="15300"/>
                  </a:lnTo>
                  <a:lnTo>
                    <a:pt x="4072" y="13500"/>
                  </a:lnTo>
                  <a:lnTo>
                    <a:pt x="4632" y="12975"/>
                  </a:lnTo>
                  <a:lnTo>
                    <a:pt x="5209" y="12412"/>
                  </a:lnTo>
                  <a:lnTo>
                    <a:pt x="5701" y="11887"/>
                  </a:lnTo>
                  <a:lnTo>
                    <a:pt x="6261" y="11512"/>
                  </a:lnTo>
                  <a:lnTo>
                    <a:pt x="6838" y="11325"/>
                  </a:lnTo>
                  <a:lnTo>
                    <a:pt x="7415" y="11175"/>
                  </a:lnTo>
                  <a:lnTo>
                    <a:pt x="9858" y="10800"/>
                  </a:lnTo>
                  <a:lnTo>
                    <a:pt x="11165" y="10800"/>
                  </a:lnTo>
                  <a:lnTo>
                    <a:pt x="12471" y="10613"/>
                  </a:lnTo>
                  <a:lnTo>
                    <a:pt x="13931" y="10425"/>
                  </a:lnTo>
                  <a:lnTo>
                    <a:pt x="15322" y="9713"/>
                  </a:lnTo>
                  <a:lnTo>
                    <a:pt x="16136" y="9188"/>
                  </a:lnTo>
                  <a:lnTo>
                    <a:pt x="16866" y="8625"/>
                  </a:lnTo>
                  <a:lnTo>
                    <a:pt x="17596" y="7913"/>
                  </a:lnTo>
                  <a:lnTo>
                    <a:pt x="18410" y="7013"/>
                  </a:lnTo>
                  <a:lnTo>
                    <a:pt x="19157" y="5925"/>
                  </a:lnTo>
                  <a:lnTo>
                    <a:pt x="19971" y="4688"/>
                  </a:lnTo>
                  <a:lnTo>
                    <a:pt x="20786" y="3225"/>
                  </a:lnTo>
                  <a:lnTo>
                    <a:pt x="21600" y="1613"/>
                  </a:lnTo>
                  <a:lnTo>
                    <a:pt x="20870" y="0"/>
                  </a:lnTo>
                  <a:lnTo>
                    <a:pt x="20124" y="1425"/>
                  </a:lnTo>
                  <a:lnTo>
                    <a:pt x="19394" y="2888"/>
                  </a:lnTo>
                  <a:lnTo>
                    <a:pt x="18580" y="3975"/>
                  </a:lnTo>
                  <a:lnTo>
                    <a:pt x="17935" y="5025"/>
                  </a:lnTo>
                  <a:lnTo>
                    <a:pt x="17188" y="5775"/>
                  </a:lnTo>
                  <a:lnTo>
                    <a:pt x="16459" y="6488"/>
                  </a:lnTo>
                  <a:lnTo>
                    <a:pt x="15814" y="7013"/>
                  </a:lnTo>
                  <a:lnTo>
                    <a:pt x="15067" y="7575"/>
                  </a:lnTo>
                  <a:lnTo>
                    <a:pt x="13761" y="8100"/>
                  </a:lnTo>
                  <a:lnTo>
                    <a:pt x="12386" y="8475"/>
                  </a:lnTo>
                  <a:lnTo>
                    <a:pt x="11165" y="8625"/>
                  </a:lnTo>
                  <a:lnTo>
                    <a:pt x="8552" y="8625"/>
                  </a:lnTo>
                  <a:lnTo>
                    <a:pt x="7330" y="9000"/>
                  </a:lnTo>
                  <a:lnTo>
                    <a:pt x="6668" y="9188"/>
                  </a:lnTo>
                  <a:lnTo>
                    <a:pt x="6024" y="9375"/>
                  </a:lnTo>
                  <a:lnTo>
                    <a:pt x="5447" y="9713"/>
                  </a:lnTo>
                  <a:lnTo>
                    <a:pt x="4802" y="10275"/>
                  </a:lnTo>
                  <a:lnTo>
                    <a:pt x="4157" y="10987"/>
                  </a:lnTo>
                  <a:lnTo>
                    <a:pt x="3580" y="11700"/>
                  </a:lnTo>
                  <a:lnTo>
                    <a:pt x="2918" y="12600"/>
                  </a:lnTo>
                  <a:lnTo>
                    <a:pt x="2359" y="13687"/>
                  </a:lnTo>
                  <a:lnTo>
                    <a:pt x="1782" y="14925"/>
                  </a:lnTo>
                  <a:lnTo>
                    <a:pt x="1222" y="16387"/>
                  </a:lnTo>
                  <a:lnTo>
                    <a:pt x="645" y="18000"/>
                  </a:lnTo>
                  <a:lnTo>
                    <a:pt x="68" y="19800"/>
                  </a:lnTo>
                  <a:lnTo>
                    <a:pt x="645" y="19275"/>
                  </a:lnTo>
                  <a:lnTo>
                    <a:pt x="68" y="19800"/>
                  </a:lnTo>
                  <a:lnTo>
                    <a:pt x="0" y="20325"/>
                  </a:lnTo>
                  <a:lnTo>
                    <a:pt x="0" y="20700"/>
                  </a:lnTo>
                  <a:lnTo>
                    <a:pt x="153" y="21075"/>
                  </a:lnTo>
                  <a:lnTo>
                    <a:pt x="238" y="21412"/>
                  </a:lnTo>
                  <a:lnTo>
                    <a:pt x="407" y="21600"/>
                  </a:lnTo>
                  <a:lnTo>
                    <a:pt x="645" y="21600"/>
                  </a:lnTo>
                  <a:lnTo>
                    <a:pt x="814" y="21412"/>
                  </a:lnTo>
                  <a:lnTo>
                    <a:pt x="967" y="21075"/>
                  </a:lnTo>
                  <a:lnTo>
                    <a:pt x="407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92" name="Freeform 55"/>
            <p:cNvSpPr/>
            <p:nvPr/>
          </p:nvSpPr>
          <p:spPr>
            <a:xfrm>
              <a:off x="-2" y="46541"/>
              <a:ext cx="163727" cy="3112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908" y="0"/>
                  </a:moveTo>
                  <a:lnTo>
                    <a:pt x="7410" y="803"/>
                  </a:lnTo>
                  <a:lnTo>
                    <a:pt x="6070" y="1531"/>
                  </a:lnTo>
                  <a:lnTo>
                    <a:pt x="4927" y="2334"/>
                  </a:lnTo>
                  <a:lnTo>
                    <a:pt x="3784" y="3043"/>
                  </a:lnTo>
                  <a:lnTo>
                    <a:pt x="2838" y="3846"/>
                  </a:lnTo>
                  <a:lnTo>
                    <a:pt x="2089" y="4742"/>
                  </a:lnTo>
                  <a:lnTo>
                    <a:pt x="1537" y="5563"/>
                  </a:lnTo>
                  <a:lnTo>
                    <a:pt x="946" y="6366"/>
                  </a:lnTo>
                  <a:lnTo>
                    <a:pt x="591" y="7169"/>
                  </a:lnTo>
                  <a:lnTo>
                    <a:pt x="394" y="7972"/>
                  </a:lnTo>
                  <a:lnTo>
                    <a:pt x="197" y="8868"/>
                  </a:lnTo>
                  <a:lnTo>
                    <a:pt x="0" y="9689"/>
                  </a:lnTo>
                  <a:lnTo>
                    <a:pt x="394" y="11295"/>
                  </a:lnTo>
                  <a:lnTo>
                    <a:pt x="749" y="12097"/>
                  </a:lnTo>
                  <a:lnTo>
                    <a:pt x="1143" y="12900"/>
                  </a:lnTo>
                  <a:lnTo>
                    <a:pt x="1537" y="13628"/>
                  </a:lnTo>
                  <a:lnTo>
                    <a:pt x="2286" y="14431"/>
                  </a:lnTo>
                  <a:lnTo>
                    <a:pt x="3035" y="15141"/>
                  </a:lnTo>
                  <a:lnTo>
                    <a:pt x="3784" y="15869"/>
                  </a:lnTo>
                  <a:lnTo>
                    <a:pt x="4730" y="16485"/>
                  </a:lnTo>
                  <a:lnTo>
                    <a:pt x="7016" y="17754"/>
                  </a:lnTo>
                  <a:lnTo>
                    <a:pt x="8159" y="18370"/>
                  </a:lnTo>
                  <a:lnTo>
                    <a:pt x="9460" y="18912"/>
                  </a:lnTo>
                  <a:lnTo>
                    <a:pt x="10800" y="19453"/>
                  </a:lnTo>
                  <a:lnTo>
                    <a:pt x="12337" y="19901"/>
                  </a:lnTo>
                  <a:lnTo>
                    <a:pt x="14032" y="20349"/>
                  </a:lnTo>
                  <a:lnTo>
                    <a:pt x="15530" y="20704"/>
                  </a:lnTo>
                  <a:lnTo>
                    <a:pt x="17422" y="21059"/>
                  </a:lnTo>
                  <a:lnTo>
                    <a:pt x="19117" y="21339"/>
                  </a:lnTo>
                  <a:lnTo>
                    <a:pt x="21048" y="21600"/>
                  </a:lnTo>
                  <a:lnTo>
                    <a:pt x="21600" y="20443"/>
                  </a:lnTo>
                  <a:lnTo>
                    <a:pt x="19905" y="20256"/>
                  </a:lnTo>
                  <a:lnTo>
                    <a:pt x="18171" y="19994"/>
                  </a:lnTo>
                  <a:lnTo>
                    <a:pt x="16476" y="19714"/>
                  </a:lnTo>
                  <a:lnTo>
                    <a:pt x="14978" y="19360"/>
                  </a:lnTo>
                  <a:lnTo>
                    <a:pt x="13638" y="18912"/>
                  </a:lnTo>
                  <a:lnTo>
                    <a:pt x="12337" y="18464"/>
                  </a:lnTo>
                  <a:lnTo>
                    <a:pt x="10997" y="18016"/>
                  </a:lnTo>
                  <a:lnTo>
                    <a:pt x="9854" y="17568"/>
                  </a:lnTo>
                  <a:lnTo>
                    <a:pt x="8711" y="17026"/>
                  </a:lnTo>
                  <a:lnTo>
                    <a:pt x="7568" y="16410"/>
                  </a:lnTo>
                  <a:lnTo>
                    <a:pt x="6622" y="15869"/>
                  </a:lnTo>
                  <a:lnTo>
                    <a:pt x="5873" y="15234"/>
                  </a:lnTo>
                  <a:lnTo>
                    <a:pt x="5124" y="14618"/>
                  </a:lnTo>
                  <a:lnTo>
                    <a:pt x="4375" y="13983"/>
                  </a:lnTo>
                  <a:lnTo>
                    <a:pt x="3784" y="13274"/>
                  </a:lnTo>
                  <a:lnTo>
                    <a:pt x="3429" y="12546"/>
                  </a:lnTo>
                  <a:lnTo>
                    <a:pt x="3035" y="11836"/>
                  </a:lnTo>
                  <a:lnTo>
                    <a:pt x="2641" y="11108"/>
                  </a:lnTo>
                  <a:lnTo>
                    <a:pt x="2483" y="10399"/>
                  </a:lnTo>
                  <a:lnTo>
                    <a:pt x="2483" y="8868"/>
                  </a:lnTo>
                  <a:lnTo>
                    <a:pt x="2641" y="8158"/>
                  </a:lnTo>
                  <a:lnTo>
                    <a:pt x="2838" y="7430"/>
                  </a:lnTo>
                  <a:lnTo>
                    <a:pt x="3232" y="6627"/>
                  </a:lnTo>
                  <a:lnTo>
                    <a:pt x="3784" y="5918"/>
                  </a:lnTo>
                  <a:lnTo>
                    <a:pt x="4375" y="5115"/>
                  </a:lnTo>
                  <a:lnTo>
                    <a:pt x="5124" y="4387"/>
                  </a:lnTo>
                  <a:lnTo>
                    <a:pt x="5873" y="3678"/>
                  </a:lnTo>
                  <a:lnTo>
                    <a:pt x="6819" y="2950"/>
                  </a:lnTo>
                  <a:lnTo>
                    <a:pt x="9105" y="1531"/>
                  </a:lnTo>
                  <a:lnTo>
                    <a:pt x="10406" y="803"/>
                  </a:lnTo>
                  <a:lnTo>
                    <a:pt x="8908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93" name="Freeform 56"/>
            <p:cNvSpPr/>
            <p:nvPr/>
          </p:nvSpPr>
          <p:spPr>
            <a:xfrm>
              <a:off x="67520" y="-1"/>
              <a:ext cx="538377" cy="581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80" y="4800"/>
                  </a:moveTo>
                  <a:lnTo>
                    <a:pt x="21025" y="1000"/>
                  </a:lnTo>
                  <a:lnTo>
                    <a:pt x="20557" y="2900"/>
                  </a:lnTo>
                  <a:lnTo>
                    <a:pt x="20102" y="4800"/>
                  </a:lnTo>
                  <a:lnTo>
                    <a:pt x="19634" y="6300"/>
                  </a:lnTo>
                  <a:lnTo>
                    <a:pt x="19059" y="7200"/>
                  </a:lnTo>
                  <a:lnTo>
                    <a:pt x="18483" y="8200"/>
                  </a:lnTo>
                  <a:lnTo>
                    <a:pt x="17908" y="8700"/>
                  </a:lnTo>
                  <a:lnTo>
                    <a:pt x="16650" y="8700"/>
                  </a:lnTo>
                  <a:lnTo>
                    <a:pt x="15259" y="8200"/>
                  </a:lnTo>
                  <a:lnTo>
                    <a:pt x="13761" y="6700"/>
                  </a:lnTo>
                  <a:lnTo>
                    <a:pt x="12322" y="5300"/>
                  </a:lnTo>
                  <a:lnTo>
                    <a:pt x="10776" y="3900"/>
                  </a:lnTo>
                  <a:lnTo>
                    <a:pt x="9278" y="1900"/>
                  </a:lnTo>
                  <a:lnTo>
                    <a:pt x="7719" y="1000"/>
                  </a:lnTo>
                  <a:lnTo>
                    <a:pt x="6221" y="500"/>
                  </a:lnTo>
                  <a:lnTo>
                    <a:pt x="4843" y="1000"/>
                  </a:lnTo>
                  <a:lnTo>
                    <a:pt x="4147" y="1500"/>
                  </a:lnTo>
                  <a:lnTo>
                    <a:pt x="3452" y="2400"/>
                  </a:lnTo>
                  <a:lnTo>
                    <a:pt x="2817" y="3900"/>
                  </a:lnTo>
                  <a:lnTo>
                    <a:pt x="2194" y="5800"/>
                  </a:lnTo>
                  <a:lnTo>
                    <a:pt x="1558" y="7700"/>
                  </a:lnTo>
                  <a:lnTo>
                    <a:pt x="983" y="10600"/>
                  </a:lnTo>
                  <a:lnTo>
                    <a:pt x="455" y="13500"/>
                  </a:lnTo>
                  <a:lnTo>
                    <a:pt x="0" y="17300"/>
                  </a:lnTo>
                  <a:lnTo>
                    <a:pt x="455" y="21600"/>
                  </a:lnTo>
                  <a:lnTo>
                    <a:pt x="923" y="18300"/>
                  </a:lnTo>
                  <a:lnTo>
                    <a:pt x="1378" y="15400"/>
                  </a:lnTo>
                  <a:lnTo>
                    <a:pt x="1906" y="13000"/>
                  </a:lnTo>
                  <a:lnTo>
                    <a:pt x="2421" y="11100"/>
                  </a:lnTo>
                  <a:lnTo>
                    <a:pt x="2997" y="9600"/>
                  </a:lnTo>
                  <a:lnTo>
                    <a:pt x="3572" y="8200"/>
                  </a:lnTo>
                  <a:lnTo>
                    <a:pt x="4207" y="7700"/>
                  </a:lnTo>
                  <a:lnTo>
                    <a:pt x="4843" y="6700"/>
                  </a:lnTo>
                  <a:lnTo>
                    <a:pt x="6221" y="6300"/>
                  </a:lnTo>
                  <a:lnTo>
                    <a:pt x="7659" y="6700"/>
                  </a:lnTo>
                  <a:lnTo>
                    <a:pt x="9158" y="8200"/>
                  </a:lnTo>
                  <a:lnTo>
                    <a:pt x="10716" y="9600"/>
                  </a:lnTo>
                  <a:lnTo>
                    <a:pt x="12214" y="11100"/>
                  </a:lnTo>
                  <a:lnTo>
                    <a:pt x="13713" y="13000"/>
                  </a:lnTo>
                  <a:lnTo>
                    <a:pt x="15199" y="13900"/>
                  </a:lnTo>
                  <a:lnTo>
                    <a:pt x="16590" y="14900"/>
                  </a:lnTo>
                  <a:lnTo>
                    <a:pt x="17273" y="14900"/>
                  </a:lnTo>
                  <a:lnTo>
                    <a:pt x="17968" y="14400"/>
                  </a:lnTo>
                  <a:lnTo>
                    <a:pt x="18603" y="13900"/>
                  </a:lnTo>
                  <a:lnTo>
                    <a:pt x="19239" y="13000"/>
                  </a:lnTo>
                  <a:lnTo>
                    <a:pt x="19814" y="12000"/>
                  </a:lnTo>
                  <a:lnTo>
                    <a:pt x="20389" y="10100"/>
                  </a:lnTo>
                  <a:lnTo>
                    <a:pt x="20905" y="8200"/>
                  </a:lnTo>
                  <a:lnTo>
                    <a:pt x="21420" y="5800"/>
                  </a:lnTo>
                  <a:lnTo>
                    <a:pt x="20905" y="1500"/>
                  </a:lnTo>
                  <a:lnTo>
                    <a:pt x="21420" y="5800"/>
                  </a:lnTo>
                  <a:lnTo>
                    <a:pt x="21540" y="4800"/>
                  </a:lnTo>
                  <a:lnTo>
                    <a:pt x="21600" y="3900"/>
                  </a:lnTo>
                  <a:lnTo>
                    <a:pt x="21540" y="2400"/>
                  </a:lnTo>
                  <a:lnTo>
                    <a:pt x="21480" y="1500"/>
                  </a:lnTo>
                  <a:lnTo>
                    <a:pt x="21420" y="1000"/>
                  </a:lnTo>
                  <a:lnTo>
                    <a:pt x="21312" y="500"/>
                  </a:lnTo>
                  <a:lnTo>
                    <a:pt x="21133" y="0"/>
                  </a:lnTo>
                  <a:lnTo>
                    <a:pt x="21025" y="1000"/>
                  </a:lnTo>
                  <a:lnTo>
                    <a:pt x="21480" y="48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94" name="Freeform 57"/>
            <p:cNvSpPr/>
            <p:nvPr/>
          </p:nvSpPr>
          <p:spPr>
            <a:xfrm>
              <a:off x="367479" y="4035"/>
              <a:ext cx="235431" cy="1108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9" y="18612"/>
                  </a:moveTo>
                  <a:lnTo>
                    <a:pt x="932" y="21600"/>
                  </a:lnTo>
                  <a:lnTo>
                    <a:pt x="2906" y="20866"/>
                  </a:lnTo>
                  <a:lnTo>
                    <a:pt x="5153" y="20132"/>
                  </a:lnTo>
                  <a:lnTo>
                    <a:pt x="7648" y="19083"/>
                  </a:lnTo>
                  <a:lnTo>
                    <a:pt x="10416" y="17825"/>
                  </a:lnTo>
                  <a:lnTo>
                    <a:pt x="11869" y="16829"/>
                  </a:lnTo>
                  <a:lnTo>
                    <a:pt x="13294" y="15571"/>
                  </a:lnTo>
                  <a:lnTo>
                    <a:pt x="14747" y="14050"/>
                  </a:lnTo>
                  <a:lnTo>
                    <a:pt x="16200" y="12320"/>
                  </a:lnTo>
                  <a:lnTo>
                    <a:pt x="17516" y="10276"/>
                  </a:lnTo>
                  <a:lnTo>
                    <a:pt x="18969" y="7759"/>
                  </a:lnTo>
                  <a:lnTo>
                    <a:pt x="20284" y="5033"/>
                  </a:lnTo>
                  <a:lnTo>
                    <a:pt x="21600" y="1730"/>
                  </a:lnTo>
                  <a:lnTo>
                    <a:pt x="20284" y="0"/>
                  </a:lnTo>
                  <a:lnTo>
                    <a:pt x="19106" y="2988"/>
                  </a:lnTo>
                  <a:lnTo>
                    <a:pt x="17790" y="5767"/>
                  </a:lnTo>
                  <a:lnTo>
                    <a:pt x="16474" y="8021"/>
                  </a:lnTo>
                  <a:lnTo>
                    <a:pt x="15295" y="9804"/>
                  </a:lnTo>
                  <a:lnTo>
                    <a:pt x="13843" y="11534"/>
                  </a:lnTo>
                  <a:lnTo>
                    <a:pt x="12527" y="12792"/>
                  </a:lnTo>
                  <a:lnTo>
                    <a:pt x="11211" y="13841"/>
                  </a:lnTo>
                  <a:lnTo>
                    <a:pt x="9895" y="14837"/>
                  </a:lnTo>
                  <a:lnTo>
                    <a:pt x="7237" y="16095"/>
                  </a:lnTo>
                  <a:lnTo>
                    <a:pt x="4879" y="17091"/>
                  </a:lnTo>
                  <a:lnTo>
                    <a:pt x="2494" y="17825"/>
                  </a:lnTo>
                  <a:lnTo>
                    <a:pt x="521" y="18612"/>
                  </a:lnTo>
                  <a:lnTo>
                    <a:pt x="521" y="21600"/>
                  </a:lnTo>
                  <a:lnTo>
                    <a:pt x="521" y="18612"/>
                  </a:lnTo>
                  <a:lnTo>
                    <a:pt x="274" y="18874"/>
                  </a:lnTo>
                  <a:lnTo>
                    <a:pt x="0" y="19346"/>
                  </a:lnTo>
                  <a:lnTo>
                    <a:pt x="0" y="20604"/>
                  </a:lnTo>
                  <a:lnTo>
                    <a:pt x="137" y="21128"/>
                  </a:lnTo>
                  <a:lnTo>
                    <a:pt x="274" y="21390"/>
                  </a:lnTo>
                  <a:lnTo>
                    <a:pt x="658" y="21600"/>
                  </a:lnTo>
                  <a:lnTo>
                    <a:pt x="932" y="21600"/>
                  </a:lnTo>
                  <a:lnTo>
                    <a:pt x="1069" y="1861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95" name="Freeform 58"/>
            <p:cNvSpPr/>
            <p:nvPr/>
          </p:nvSpPr>
          <p:spPr>
            <a:xfrm>
              <a:off x="373156" y="99539"/>
              <a:ext cx="204058" cy="295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42" y="9425"/>
                  </a:moveTo>
                  <a:lnTo>
                    <a:pt x="20525" y="0"/>
                  </a:lnTo>
                  <a:lnTo>
                    <a:pt x="17172" y="3731"/>
                  </a:lnTo>
                  <a:lnTo>
                    <a:pt x="14453" y="6480"/>
                  </a:lnTo>
                  <a:lnTo>
                    <a:pt x="12018" y="9425"/>
                  </a:lnTo>
                  <a:lnTo>
                    <a:pt x="10057" y="10407"/>
                  </a:lnTo>
                  <a:lnTo>
                    <a:pt x="7906" y="10407"/>
                  </a:lnTo>
                  <a:lnTo>
                    <a:pt x="5787" y="8444"/>
                  </a:lnTo>
                  <a:lnTo>
                    <a:pt x="3352" y="5695"/>
                  </a:lnTo>
                  <a:lnTo>
                    <a:pt x="633" y="0"/>
                  </a:lnTo>
                  <a:lnTo>
                    <a:pt x="0" y="11193"/>
                  </a:lnTo>
                  <a:lnTo>
                    <a:pt x="2910" y="16887"/>
                  </a:lnTo>
                  <a:lnTo>
                    <a:pt x="5471" y="19833"/>
                  </a:lnTo>
                  <a:lnTo>
                    <a:pt x="7748" y="21600"/>
                  </a:lnTo>
                  <a:lnTo>
                    <a:pt x="10057" y="21600"/>
                  </a:lnTo>
                  <a:lnTo>
                    <a:pt x="12334" y="20618"/>
                  </a:lnTo>
                  <a:lnTo>
                    <a:pt x="14737" y="18851"/>
                  </a:lnTo>
                  <a:lnTo>
                    <a:pt x="17489" y="15120"/>
                  </a:lnTo>
                  <a:lnTo>
                    <a:pt x="20841" y="11193"/>
                  </a:lnTo>
                  <a:lnTo>
                    <a:pt x="19924" y="1767"/>
                  </a:lnTo>
                  <a:lnTo>
                    <a:pt x="20841" y="11193"/>
                  </a:lnTo>
                  <a:lnTo>
                    <a:pt x="21284" y="10407"/>
                  </a:lnTo>
                  <a:lnTo>
                    <a:pt x="21600" y="8444"/>
                  </a:lnTo>
                  <a:lnTo>
                    <a:pt x="21600" y="2749"/>
                  </a:lnTo>
                  <a:lnTo>
                    <a:pt x="21284" y="982"/>
                  </a:lnTo>
                  <a:lnTo>
                    <a:pt x="20967" y="0"/>
                  </a:lnTo>
                  <a:lnTo>
                    <a:pt x="20525" y="0"/>
                  </a:lnTo>
                  <a:lnTo>
                    <a:pt x="21442" y="942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96" name="Freeform 59"/>
            <p:cNvSpPr/>
            <p:nvPr/>
          </p:nvSpPr>
          <p:spPr>
            <a:xfrm>
              <a:off x="336109" y="101961"/>
              <a:ext cx="239612" cy="1035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58" y="18346"/>
                  </a:moveTo>
                  <a:lnTo>
                    <a:pt x="889" y="21600"/>
                  </a:lnTo>
                  <a:lnTo>
                    <a:pt x="3878" y="21319"/>
                  </a:lnTo>
                  <a:lnTo>
                    <a:pt x="6706" y="20758"/>
                  </a:lnTo>
                  <a:lnTo>
                    <a:pt x="7999" y="20254"/>
                  </a:lnTo>
                  <a:lnTo>
                    <a:pt x="9426" y="19692"/>
                  </a:lnTo>
                  <a:lnTo>
                    <a:pt x="10719" y="18907"/>
                  </a:lnTo>
                  <a:lnTo>
                    <a:pt x="12012" y="18065"/>
                  </a:lnTo>
                  <a:lnTo>
                    <a:pt x="13197" y="16999"/>
                  </a:lnTo>
                  <a:lnTo>
                    <a:pt x="14490" y="15653"/>
                  </a:lnTo>
                  <a:lnTo>
                    <a:pt x="15648" y="14026"/>
                  </a:lnTo>
                  <a:lnTo>
                    <a:pt x="16941" y="12175"/>
                  </a:lnTo>
                  <a:lnTo>
                    <a:pt x="18099" y="10267"/>
                  </a:lnTo>
                  <a:lnTo>
                    <a:pt x="19257" y="7855"/>
                  </a:lnTo>
                  <a:lnTo>
                    <a:pt x="20442" y="5162"/>
                  </a:lnTo>
                  <a:lnTo>
                    <a:pt x="21600" y="2188"/>
                  </a:lnTo>
                  <a:lnTo>
                    <a:pt x="20307" y="0"/>
                  </a:lnTo>
                  <a:lnTo>
                    <a:pt x="19257" y="2974"/>
                  </a:lnTo>
                  <a:lnTo>
                    <a:pt x="18099" y="5386"/>
                  </a:lnTo>
                  <a:lnTo>
                    <a:pt x="17075" y="7574"/>
                  </a:lnTo>
                  <a:lnTo>
                    <a:pt x="15890" y="9425"/>
                  </a:lnTo>
                  <a:lnTo>
                    <a:pt x="14867" y="11333"/>
                  </a:lnTo>
                  <a:lnTo>
                    <a:pt x="13709" y="12679"/>
                  </a:lnTo>
                  <a:lnTo>
                    <a:pt x="12551" y="13745"/>
                  </a:lnTo>
                  <a:lnTo>
                    <a:pt x="11366" y="14868"/>
                  </a:lnTo>
                  <a:lnTo>
                    <a:pt x="9049" y="16438"/>
                  </a:lnTo>
                  <a:lnTo>
                    <a:pt x="7757" y="16999"/>
                  </a:lnTo>
                  <a:lnTo>
                    <a:pt x="6464" y="17280"/>
                  </a:lnTo>
                  <a:lnTo>
                    <a:pt x="3744" y="17785"/>
                  </a:lnTo>
                  <a:lnTo>
                    <a:pt x="754" y="18346"/>
                  </a:lnTo>
                  <a:lnTo>
                    <a:pt x="512" y="21600"/>
                  </a:lnTo>
                  <a:lnTo>
                    <a:pt x="754" y="18346"/>
                  </a:lnTo>
                  <a:lnTo>
                    <a:pt x="512" y="18346"/>
                  </a:lnTo>
                  <a:lnTo>
                    <a:pt x="242" y="18907"/>
                  </a:lnTo>
                  <a:lnTo>
                    <a:pt x="108" y="19412"/>
                  </a:lnTo>
                  <a:lnTo>
                    <a:pt x="0" y="19973"/>
                  </a:lnTo>
                  <a:lnTo>
                    <a:pt x="108" y="20478"/>
                  </a:lnTo>
                  <a:lnTo>
                    <a:pt x="242" y="21039"/>
                  </a:lnTo>
                  <a:lnTo>
                    <a:pt x="512" y="21600"/>
                  </a:lnTo>
                  <a:lnTo>
                    <a:pt x="889" y="21600"/>
                  </a:lnTo>
                  <a:lnTo>
                    <a:pt x="1158" y="1834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97" name="Freeform 60"/>
            <p:cNvSpPr/>
            <p:nvPr/>
          </p:nvSpPr>
          <p:spPr>
            <a:xfrm>
              <a:off x="341786" y="189932"/>
              <a:ext cx="193602" cy="33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300" y="15725"/>
                  </a:moveTo>
                  <a:lnTo>
                    <a:pt x="20500" y="6566"/>
                  </a:lnTo>
                  <a:lnTo>
                    <a:pt x="17433" y="9158"/>
                  </a:lnTo>
                  <a:lnTo>
                    <a:pt x="14733" y="10714"/>
                  </a:lnTo>
                  <a:lnTo>
                    <a:pt x="12167" y="11578"/>
                  </a:lnTo>
                  <a:lnTo>
                    <a:pt x="9600" y="10714"/>
                  </a:lnTo>
                  <a:lnTo>
                    <a:pt x="7367" y="10022"/>
                  </a:lnTo>
                  <a:lnTo>
                    <a:pt x="5100" y="7430"/>
                  </a:lnTo>
                  <a:lnTo>
                    <a:pt x="2867" y="5011"/>
                  </a:lnTo>
                  <a:lnTo>
                    <a:pt x="800" y="0"/>
                  </a:lnTo>
                  <a:lnTo>
                    <a:pt x="0" y="10022"/>
                  </a:lnTo>
                  <a:lnTo>
                    <a:pt x="2233" y="14170"/>
                  </a:lnTo>
                  <a:lnTo>
                    <a:pt x="4633" y="18317"/>
                  </a:lnTo>
                  <a:lnTo>
                    <a:pt x="7033" y="19872"/>
                  </a:lnTo>
                  <a:lnTo>
                    <a:pt x="9600" y="21600"/>
                  </a:lnTo>
                  <a:lnTo>
                    <a:pt x="12167" y="21600"/>
                  </a:lnTo>
                  <a:lnTo>
                    <a:pt x="14900" y="20736"/>
                  </a:lnTo>
                  <a:lnTo>
                    <a:pt x="17767" y="19008"/>
                  </a:lnTo>
                  <a:lnTo>
                    <a:pt x="20800" y="17453"/>
                  </a:lnTo>
                  <a:lnTo>
                    <a:pt x="19867" y="8294"/>
                  </a:lnTo>
                  <a:lnTo>
                    <a:pt x="20800" y="17453"/>
                  </a:lnTo>
                  <a:lnTo>
                    <a:pt x="21133" y="16589"/>
                  </a:lnTo>
                  <a:lnTo>
                    <a:pt x="21467" y="14861"/>
                  </a:lnTo>
                  <a:lnTo>
                    <a:pt x="21600" y="13306"/>
                  </a:lnTo>
                  <a:lnTo>
                    <a:pt x="21600" y="10714"/>
                  </a:lnTo>
                  <a:lnTo>
                    <a:pt x="21467" y="9158"/>
                  </a:lnTo>
                  <a:lnTo>
                    <a:pt x="21133" y="7430"/>
                  </a:lnTo>
                  <a:lnTo>
                    <a:pt x="20800" y="6566"/>
                  </a:lnTo>
                  <a:lnTo>
                    <a:pt x="20500" y="6566"/>
                  </a:lnTo>
                  <a:lnTo>
                    <a:pt x="21300" y="1572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</p:grpSp>
      <p:sp>
        <p:nvSpPr>
          <p:cNvPr id="199" name="Прямая соединительная линия 3098"/>
          <p:cNvSpPr/>
          <p:nvPr/>
        </p:nvSpPr>
        <p:spPr>
          <a:xfrm>
            <a:off x="2055324" y="732470"/>
            <a:ext cx="9141764" cy="4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endParaRPr dirty="0"/>
          </a:p>
        </p:txBody>
      </p:sp>
      <p:sp>
        <p:nvSpPr>
          <p:cNvPr id="200" name="Актуальность работы"/>
          <p:cNvSpPr txBox="1"/>
          <p:nvPr/>
        </p:nvSpPr>
        <p:spPr>
          <a:xfrm>
            <a:off x="336554" y="1186473"/>
            <a:ext cx="2042415" cy="6463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ru-RU" b="1" noProof="0" dirty="0">
                <a:latin typeface="+mn-lt"/>
                <a:ea typeface="+mj-ea"/>
              </a:rPr>
              <a:t>Введение</a:t>
            </a:r>
          </a:p>
        </p:txBody>
      </p:sp>
      <p:sp>
        <p:nvSpPr>
          <p:cNvPr id="201" name="Возможность визуализировать индикаторы доменных процессов может помочь заинтересованным сторонам лучше понимать данные и принимать обоснованные решения на их основе.…"/>
          <p:cNvSpPr txBox="1"/>
          <p:nvPr/>
        </p:nvSpPr>
        <p:spPr>
          <a:xfrm>
            <a:off x="342636" y="2283010"/>
            <a:ext cx="6442213" cy="254235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В результате работы создано клиент-серверное приложение для выполнения комплексных технологических расчётов доменного производства. Система состоит из расчётного ядро, веб-интерфейса и средства анализа результатов, объединяя в себе несколько математических библиотек металлургической направленности</a:t>
            </a:r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4FD32FC7-523F-717B-87DC-67AAF79DE070}"/>
              </a:ext>
            </a:extLst>
          </p:cNvPr>
          <p:cNvSpPr txBox="1"/>
          <p:nvPr/>
        </p:nvSpPr>
        <p:spPr>
          <a:xfrm>
            <a:off x="2101333" y="98037"/>
            <a:ext cx="8950495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endParaRPr lang="en-US" sz="1200" dirty="0">
              <a:latin typeface="+mj-l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6D8AF33-37CB-4307-AA64-B842618EA6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63"/>
          <a:stretch/>
        </p:blipFill>
        <p:spPr bwMode="auto">
          <a:xfrm>
            <a:off x="8257130" y="1186474"/>
            <a:ext cx="3028569" cy="2781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FE48688-B7E4-458C-AB9E-B38EC94F42F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095181" y="6414762"/>
            <a:ext cx="258620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888888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fld id="{86CB4B4D-7CA3-9044-876B-883B54F8677D}" type="slidenum">
              <a:rPr lang="ru-RU" smtClean="0"/>
              <a:pPr/>
              <a:t>2</a:t>
            </a:fld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7" y="12115"/>
            <a:ext cx="2034240" cy="68893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8" name="Group 13"/>
          <p:cNvGrpSpPr/>
          <p:nvPr/>
        </p:nvGrpSpPr>
        <p:grpSpPr>
          <a:xfrm>
            <a:off x="11407140" y="93999"/>
            <a:ext cx="605898" cy="638140"/>
            <a:chOff x="-1" y="0"/>
            <a:chExt cx="605897" cy="638138"/>
          </a:xfrm>
        </p:grpSpPr>
        <p:sp>
          <p:nvSpPr>
            <p:cNvPr id="151" name="Freeform 14"/>
            <p:cNvSpPr/>
            <p:nvPr/>
          </p:nvSpPr>
          <p:spPr>
            <a:xfrm>
              <a:off x="87537" y="343547"/>
              <a:ext cx="182249" cy="2453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4784"/>
                  </a:moveTo>
                  <a:lnTo>
                    <a:pt x="21600" y="0"/>
                  </a:lnTo>
                  <a:lnTo>
                    <a:pt x="21600" y="5116"/>
                  </a:lnTo>
                  <a:lnTo>
                    <a:pt x="14483" y="6703"/>
                  </a:lnTo>
                  <a:lnTo>
                    <a:pt x="14660" y="20250"/>
                  </a:lnTo>
                  <a:lnTo>
                    <a:pt x="6976" y="21600"/>
                  </a:lnTo>
                  <a:lnTo>
                    <a:pt x="6976" y="8408"/>
                  </a:lnTo>
                  <a:lnTo>
                    <a:pt x="0" y="10018"/>
                  </a:lnTo>
                  <a:lnTo>
                    <a:pt x="0" y="4784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52" name="Freeform 15"/>
            <p:cNvSpPr/>
            <p:nvPr/>
          </p:nvSpPr>
          <p:spPr>
            <a:xfrm>
              <a:off x="84848" y="335746"/>
              <a:ext cx="193602" cy="699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409"/>
                  </a:moveTo>
                  <a:lnTo>
                    <a:pt x="20333" y="0"/>
                  </a:lnTo>
                  <a:lnTo>
                    <a:pt x="0" y="16782"/>
                  </a:lnTo>
                  <a:lnTo>
                    <a:pt x="633" y="21600"/>
                  </a:lnTo>
                  <a:lnTo>
                    <a:pt x="20967" y="4818"/>
                  </a:lnTo>
                  <a:lnTo>
                    <a:pt x="19700" y="2409"/>
                  </a:lnTo>
                  <a:lnTo>
                    <a:pt x="20967" y="4818"/>
                  </a:lnTo>
                  <a:lnTo>
                    <a:pt x="21300" y="4403"/>
                  </a:lnTo>
                  <a:lnTo>
                    <a:pt x="21600" y="3655"/>
                  </a:lnTo>
                  <a:lnTo>
                    <a:pt x="21600" y="1662"/>
                  </a:lnTo>
                  <a:lnTo>
                    <a:pt x="21467" y="831"/>
                  </a:lnTo>
                  <a:lnTo>
                    <a:pt x="20800" y="0"/>
                  </a:lnTo>
                  <a:lnTo>
                    <a:pt x="20333" y="0"/>
                  </a:lnTo>
                  <a:lnTo>
                    <a:pt x="21600" y="240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53" name="Freeform 16"/>
            <p:cNvSpPr/>
            <p:nvPr/>
          </p:nvSpPr>
          <p:spPr>
            <a:xfrm>
              <a:off x="261417" y="343547"/>
              <a:ext cx="17033" cy="67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400" y="21168"/>
                  </a:moveTo>
                  <a:lnTo>
                    <a:pt x="21600" y="18662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8662"/>
                  </a:lnTo>
                  <a:lnTo>
                    <a:pt x="7200" y="16157"/>
                  </a:lnTo>
                  <a:lnTo>
                    <a:pt x="0" y="18662"/>
                  </a:lnTo>
                  <a:lnTo>
                    <a:pt x="0" y="19958"/>
                  </a:lnTo>
                  <a:lnTo>
                    <a:pt x="3411" y="20736"/>
                  </a:lnTo>
                  <a:lnTo>
                    <a:pt x="7200" y="21168"/>
                  </a:lnTo>
                  <a:lnTo>
                    <a:pt x="10611" y="21600"/>
                  </a:lnTo>
                  <a:lnTo>
                    <a:pt x="18189" y="20736"/>
                  </a:lnTo>
                  <a:lnTo>
                    <a:pt x="21600" y="19958"/>
                  </a:lnTo>
                  <a:lnTo>
                    <a:pt x="21600" y="18662"/>
                  </a:lnTo>
                  <a:lnTo>
                    <a:pt x="14400" y="2116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54" name="Freeform 17"/>
            <p:cNvSpPr/>
            <p:nvPr/>
          </p:nvSpPr>
          <p:spPr>
            <a:xfrm>
              <a:off x="201067" y="393855"/>
              <a:ext cx="71707" cy="33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220" y="16589"/>
                  </a:moveTo>
                  <a:lnTo>
                    <a:pt x="3420" y="21600"/>
                  </a:lnTo>
                  <a:lnTo>
                    <a:pt x="21600" y="10022"/>
                  </a:lnTo>
                  <a:lnTo>
                    <a:pt x="19890" y="0"/>
                  </a:lnTo>
                  <a:lnTo>
                    <a:pt x="1710" y="11750"/>
                  </a:lnTo>
                  <a:lnTo>
                    <a:pt x="0" y="16589"/>
                  </a:lnTo>
                  <a:lnTo>
                    <a:pt x="1710" y="11750"/>
                  </a:lnTo>
                  <a:lnTo>
                    <a:pt x="810" y="13306"/>
                  </a:lnTo>
                  <a:lnTo>
                    <a:pt x="0" y="15034"/>
                  </a:lnTo>
                  <a:lnTo>
                    <a:pt x="0" y="18317"/>
                  </a:lnTo>
                  <a:lnTo>
                    <a:pt x="450" y="20045"/>
                  </a:lnTo>
                  <a:lnTo>
                    <a:pt x="1260" y="21600"/>
                  </a:lnTo>
                  <a:lnTo>
                    <a:pt x="3420" y="21600"/>
                  </a:lnTo>
                  <a:lnTo>
                    <a:pt x="5220" y="165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55" name="Freeform 18"/>
            <p:cNvSpPr/>
            <p:nvPr/>
          </p:nvSpPr>
          <p:spPr>
            <a:xfrm>
              <a:off x="201067" y="419682"/>
              <a:ext cx="18527" cy="1616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981" y="21600"/>
                  </a:moveTo>
                  <a:lnTo>
                    <a:pt x="21600" y="20558"/>
                  </a:lnTo>
                  <a:lnTo>
                    <a:pt x="20206" y="0"/>
                  </a:lnTo>
                  <a:lnTo>
                    <a:pt x="0" y="0"/>
                  </a:lnTo>
                  <a:lnTo>
                    <a:pt x="1742" y="20558"/>
                  </a:lnTo>
                  <a:lnTo>
                    <a:pt x="8361" y="19515"/>
                  </a:lnTo>
                  <a:lnTo>
                    <a:pt x="1742" y="20558"/>
                  </a:lnTo>
                  <a:lnTo>
                    <a:pt x="1742" y="21061"/>
                  </a:lnTo>
                  <a:lnTo>
                    <a:pt x="4877" y="21420"/>
                  </a:lnTo>
                  <a:lnTo>
                    <a:pt x="8361" y="21600"/>
                  </a:lnTo>
                  <a:lnTo>
                    <a:pt x="14981" y="21600"/>
                  </a:lnTo>
                  <a:lnTo>
                    <a:pt x="18465" y="21420"/>
                  </a:lnTo>
                  <a:lnTo>
                    <a:pt x="21600" y="21061"/>
                  </a:lnTo>
                  <a:lnTo>
                    <a:pt x="21600" y="20558"/>
                  </a:lnTo>
                  <a:lnTo>
                    <a:pt x="14981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56" name="Freeform 19"/>
            <p:cNvSpPr/>
            <p:nvPr/>
          </p:nvSpPr>
          <p:spPr>
            <a:xfrm>
              <a:off x="136534" y="565763"/>
              <a:ext cx="77383" cy="322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5480"/>
                  </a:moveTo>
                  <a:lnTo>
                    <a:pt x="3169" y="20700"/>
                  </a:lnTo>
                  <a:lnTo>
                    <a:pt x="21600" y="10440"/>
                  </a:lnTo>
                  <a:lnTo>
                    <a:pt x="20015" y="0"/>
                  </a:lnTo>
                  <a:lnTo>
                    <a:pt x="2002" y="10440"/>
                  </a:lnTo>
                  <a:lnTo>
                    <a:pt x="5171" y="15480"/>
                  </a:lnTo>
                  <a:lnTo>
                    <a:pt x="2002" y="10440"/>
                  </a:lnTo>
                  <a:lnTo>
                    <a:pt x="751" y="12060"/>
                  </a:lnTo>
                  <a:lnTo>
                    <a:pt x="334" y="12960"/>
                  </a:lnTo>
                  <a:lnTo>
                    <a:pt x="0" y="15480"/>
                  </a:lnTo>
                  <a:lnTo>
                    <a:pt x="334" y="17280"/>
                  </a:lnTo>
                  <a:lnTo>
                    <a:pt x="334" y="19080"/>
                  </a:lnTo>
                  <a:lnTo>
                    <a:pt x="1168" y="20700"/>
                  </a:lnTo>
                  <a:lnTo>
                    <a:pt x="2002" y="21600"/>
                  </a:lnTo>
                  <a:lnTo>
                    <a:pt x="3169" y="20700"/>
                  </a:lnTo>
                  <a:lnTo>
                    <a:pt x="0" y="1548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57" name="Freeform 20"/>
            <p:cNvSpPr/>
            <p:nvPr/>
          </p:nvSpPr>
          <p:spPr>
            <a:xfrm>
              <a:off x="136534" y="431519"/>
              <a:ext cx="18527" cy="1573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39" y="2105"/>
                  </a:moveTo>
                  <a:lnTo>
                    <a:pt x="0" y="1034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034"/>
                  </a:lnTo>
                  <a:lnTo>
                    <a:pt x="8361" y="0"/>
                  </a:lnTo>
                  <a:lnTo>
                    <a:pt x="21600" y="1034"/>
                  </a:lnTo>
                  <a:lnTo>
                    <a:pt x="19858" y="517"/>
                  </a:lnTo>
                  <a:lnTo>
                    <a:pt x="18465" y="148"/>
                  </a:lnTo>
                  <a:lnTo>
                    <a:pt x="14981" y="0"/>
                  </a:lnTo>
                  <a:lnTo>
                    <a:pt x="6619" y="0"/>
                  </a:lnTo>
                  <a:lnTo>
                    <a:pt x="3135" y="148"/>
                  </a:lnTo>
                  <a:lnTo>
                    <a:pt x="1394" y="517"/>
                  </a:lnTo>
                  <a:lnTo>
                    <a:pt x="0" y="1034"/>
                  </a:lnTo>
                  <a:lnTo>
                    <a:pt x="13239" y="210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58" name="Freeform 21"/>
            <p:cNvSpPr/>
            <p:nvPr/>
          </p:nvSpPr>
          <p:spPr>
            <a:xfrm>
              <a:off x="78873" y="431519"/>
              <a:ext cx="69018" cy="333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723"/>
                  </a:moveTo>
                  <a:lnTo>
                    <a:pt x="3647" y="20903"/>
                  </a:lnTo>
                  <a:lnTo>
                    <a:pt x="21600" y="9929"/>
                  </a:lnTo>
                  <a:lnTo>
                    <a:pt x="20291" y="0"/>
                  </a:lnTo>
                  <a:lnTo>
                    <a:pt x="1870" y="11671"/>
                  </a:lnTo>
                  <a:lnTo>
                    <a:pt x="5423" y="16723"/>
                  </a:lnTo>
                  <a:lnTo>
                    <a:pt x="1870" y="11671"/>
                  </a:lnTo>
                  <a:lnTo>
                    <a:pt x="935" y="12542"/>
                  </a:lnTo>
                  <a:lnTo>
                    <a:pt x="0" y="14110"/>
                  </a:lnTo>
                  <a:lnTo>
                    <a:pt x="0" y="18290"/>
                  </a:lnTo>
                  <a:lnTo>
                    <a:pt x="468" y="20032"/>
                  </a:lnTo>
                  <a:lnTo>
                    <a:pt x="1403" y="20903"/>
                  </a:lnTo>
                  <a:lnTo>
                    <a:pt x="2244" y="21600"/>
                  </a:lnTo>
                  <a:lnTo>
                    <a:pt x="3647" y="20903"/>
                  </a:lnTo>
                  <a:lnTo>
                    <a:pt x="0" y="1672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59" name="Freeform 22"/>
            <p:cNvSpPr/>
            <p:nvPr/>
          </p:nvSpPr>
          <p:spPr>
            <a:xfrm>
              <a:off x="78873" y="390089"/>
              <a:ext cx="17332" cy="67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448" y="0"/>
                  </a:moveTo>
                  <a:lnTo>
                    <a:pt x="0" y="2506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506"/>
                  </a:lnTo>
                  <a:lnTo>
                    <a:pt x="14524" y="5011"/>
                  </a:lnTo>
                  <a:lnTo>
                    <a:pt x="21600" y="2506"/>
                  </a:lnTo>
                  <a:lnTo>
                    <a:pt x="21600" y="1642"/>
                  </a:lnTo>
                  <a:lnTo>
                    <a:pt x="14524" y="0"/>
                  </a:lnTo>
                  <a:lnTo>
                    <a:pt x="7448" y="0"/>
                  </a:lnTo>
                  <a:lnTo>
                    <a:pt x="3724" y="864"/>
                  </a:lnTo>
                  <a:lnTo>
                    <a:pt x="0" y="1642"/>
                  </a:lnTo>
                  <a:lnTo>
                    <a:pt x="0" y="2506"/>
                  </a:lnTo>
                  <a:lnTo>
                    <a:pt x="7448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60" name="Freeform 23"/>
            <p:cNvSpPr/>
            <p:nvPr/>
          </p:nvSpPr>
          <p:spPr>
            <a:xfrm>
              <a:off x="367479" y="260955"/>
              <a:ext cx="212424" cy="2698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613" y="18413"/>
                  </a:moveTo>
                  <a:lnTo>
                    <a:pt x="21600" y="17056"/>
                  </a:lnTo>
                  <a:lnTo>
                    <a:pt x="21600" y="0"/>
                  </a:lnTo>
                  <a:lnTo>
                    <a:pt x="21327" y="215"/>
                  </a:lnTo>
                  <a:lnTo>
                    <a:pt x="10359" y="8786"/>
                  </a:lnTo>
                  <a:lnTo>
                    <a:pt x="0" y="3833"/>
                  </a:lnTo>
                  <a:lnTo>
                    <a:pt x="0" y="3919"/>
                  </a:lnTo>
                  <a:lnTo>
                    <a:pt x="0" y="3833"/>
                  </a:lnTo>
                  <a:lnTo>
                    <a:pt x="0" y="21600"/>
                  </a:lnTo>
                  <a:lnTo>
                    <a:pt x="7018" y="20265"/>
                  </a:lnTo>
                  <a:lnTo>
                    <a:pt x="7018" y="13740"/>
                  </a:lnTo>
                  <a:lnTo>
                    <a:pt x="10663" y="15505"/>
                  </a:lnTo>
                  <a:lnTo>
                    <a:pt x="10663" y="15613"/>
                  </a:lnTo>
                  <a:lnTo>
                    <a:pt x="14613" y="12512"/>
                  </a:lnTo>
                  <a:lnTo>
                    <a:pt x="14613" y="18413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61" name="Freeform 24"/>
            <p:cNvSpPr/>
            <p:nvPr/>
          </p:nvSpPr>
          <p:spPr>
            <a:xfrm>
              <a:off x="508196" y="466224"/>
              <a:ext cx="80371" cy="322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43" y="5220"/>
                  </a:moveTo>
                  <a:lnTo>
                    <a:pt x="18549" y="0"/>
                  </a:lnTo>
                  <a:lnTo>
                    <a:pt x="0" y="11340"/>
                  </a:lnTo>
                  <a:lnTo>
                    <a:pt x="1124" y="21600"/>
                  </a:lnTo>
                  <a:lnTo>
                    <a:pt x="20074" y="10440"/>
                  </a:lnTo>
                  <a:lnTo>
                    <a:pt x="21600" y="5220"/>
                  </a:lnTo>
                  <a:lnTo>
                    <a:pt x="20074" y="10440"/>
                  </a:lnTo>
                  <a:lnTo>
                    <a:pt x="20877" y="9540"/>
                  </a:lnTo>
                  <a:lnTo>
                    <a:pt x="21600" y="7740"/>
                  </a:lnTo>
                  <a:lnTo>
                    <a:pt x="21600" y="4320"/>
                  </a:lnTo>
                  <a:lnTo>
                    <a:pt x="21199" y="2700"/>
                  </a:lnTo>
                  <a:lnTo>
                    <a:pt x="20476" y="900"/>
                  </a:lnTo>
                  <a:lnTo>
                    <a:pt x="19673" y="0"/>
                  </a:lnTo>
                  <a:lnTo>
                    <a:pt x="18549" y="0"/>
                  </a:lnTo>
                  <a:lnTo>
                    <a:pt x="16943" y="52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62" name="Freeform 25"/>
            <p:cNvSpPr/>
            <p:nvPr/>
          </p:nvSpPr>
          <p:spPr>
            <a:xfrm>
              <a:off x="571235" y="255844"/>
              <a:ext cx="17332" cy="2181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772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506"/>
                  </a:lnTo>
                  <a:lnTo>
                    <a:pt x="18248" y="240"/>
                  </a:lnTo>
                  <a:lnTo>
                    <a:pt x="14524" y="133"/>
                  </a:lnTo>
                  <a:lnTo>
                    <a:pt x="10800" y="0"/>
                  </a:lnTo>
                  <a:lnTo>
                    <a:pt x="7448" y="133"/>
                  </a:lnTo>
                  <a:lnTo>
                    <a:pt x="3724" y="240"/>
                  </a:lnTo>
                  <a:lnTo>
                    <a:pt x="0" y="506"/>
                  </a:lnTo>
                  <a:lnTo>
                    <a:pt x="0" y="77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63" name="Freeform 26"/>
            <p:cNvSpPr/>
            <p:nvPr/>
          </p:nvSpPr>
          <p:spPr>
            <a:xfrm>
              <a:off x="571235" y="251808"/>
              <a:ext cx="17332" cy="142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38" y="21600"/>
                  </a:moveTo>
                  <a:lnTo>
                    <a:pt x="0" y="11819"/>
                  </a:lnTo>
                  <a:lnTo>
                    <a:pt x="0" y="17932"/>
                  </a:lnTo>
                  <a:lnTo>
                    <a:pt x="21600" y="19562"/>
                  </a:lnTo>
                  <a:lnTo>
                    <a:pt x="21600" y="13857"/>
                  </a:lnTo>
                  <a:lnTo>
                    <a:pt x="1862" y="6113"/>
                  </a:lnTo>
                  <a:lnTo>
                    <a:pt x="21600" y="13857"/>
                  </a:lnTo>
                  <a:lnTo>
                    <a:pt x="21600" y="8151"/>
                  </a:lnTo>
                  <a:lnTo>
                    <a:pt x="19738" y="4075"/>
                  </a:lnTo>
                  <a:lnTo>
                    <a:pt x="16386" y="2038"/>
                  </a:lnTo>
                  <a:lnTo>
                    <a:pt x="10800" y="0"/>
                  </a:lnTo>
                  <a:lnTo>
                    <a:pt x="7448" y="2038"/>
                  </a:lnTo>
                  <a:lnTo>
                    <a:pt x="3724" y="4075"/>
                  </a:lnTo>
                  <a:lnTo>
                    <a:pt x="1862" y="8151"/>
                  </a:lnTo>
                  <a:lnTo>
                    <a:pt x="0" y="11819"/>
                  </a:lnTo>
                  <a:lnTo>
                    <a:pt x="19738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64" name="Freeform 27"/>
            <p:cNvSpPr/>
            <p:nvPr/>
          </p:nvSpPr>
          <p:spPr>
            <a:xfrm>
              <a:off x="571235" y="255844"/>
              <a:ext cx="17332" cy="129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550"/>
                  </a:moveTo>
                  <a:lnTo>
                    <a:pt x="19738" y="17100"/>
                  </a:lnTo>
                  <a:lnTo>
                    <a:pt x="1862" y="0"/>
                  </a:lnTo>
                  <a:lnTo>
                    <a:pt x="21600" y="8550"/>
                  </a:lnTo>
                  <a:lnTo>
                    <a:pt x="1862" y="0"/>
                  </a:lnTo>
                  <a:lnTo>
                    <a:pt x="0" y="4050"/>
                  </a:lnTo>
                  <a:lnTo>
                    <a:pt x="0" y="14850"/>
                  </a:lnTo>
                  <a:lnTo>
                    <a:pt x="3724" y="19350"/>
                  </a:lnTo>
                  <a:lnTo>
                    <a:pt x="7448" y="21600"/>
                  </a:lnTo>
                  <a:lnTo>
                    <a:pt x="16386" y="21600"/>
                  </a:lnTo>
                  <a:lnTo>
                    <a:pt x="19738" y="17100"/>
                  </a:lnTo>
                  <a:lnTo>
                    <a:pt x="0" y="855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65" name="Freeform 28"/>
            <p:cNvSpPr/>
            <p:nvPr/>
          </p:nvSpPr>
          <p:spPr>
            <a:xfrm>
              <a:off x="571235" y="251808"/>
              <a:ext cx="17332" cy="142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38" y="21600"/>
                  </a:moveTo>
                  <a:lnTo>
                    <a:pt x="0" y="13857"/>
                  </a:lnTo>
                  <a:lnTo>
                    <a:pt x="21600" y="13857"/>
                  </a:lnTo>
                  <a:lnTo>
                    <a:pt x="1862" y="6113"/>
                  </a:lnTo>
                  <a:lnTo>
                    <a:pt x="21600" y="13857"/>
                  </a:lnTo>
                  <a:lnTo>
                    <a:pt x="21600" y="8151"/>
                  </a:lnTo>
                  <a:lnTo>
                    <a:pt x="18248" y="4075"/>
                  </a:lnTo>
                  <a:lnTo>
                    <a:pt x="10800" y="0"/>
                  </a:lnTo>
                  <a:lnTo>
                    <a:pt x="7448" y="2038"/>
                  </a:lnTo>
                  <a:lnTo>
                    <a:pt x="3724" y="4075"/>
                  </a:lnTo>
                  <a:lnTo>
                    <a:pt x="0" y="8151"/>
                  </a:lnTo>
                  <a:lnTo>
                    <a:pt x="0" y="13857"/>
                  </a:lnTo>
                  <a:lnTo>
                    <a:pt x="19738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66" name="Freeform 29"/>
            <p:cNvSpPr/>
            <p:nvPr/>
          </p:nvSpPr>
          <p:spPr>
            <a:xfrm>
              <a:off x="568546" y="255844"/>
              <a:ext cx="18527" cy="153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465" y="18189"/>
                  </a:moveTo>
                  <a:lnTo>
                    <a:pt x="21600" y="14400"/>
                  </a:lnTo>
                  <a:lnTo>
                    <a:pt x="4877" y="0"/>
                  </a:lnTo>
                  <a:lnTo>
                    <a:pt x="1742" y="3411"/>
                  </a:lnTo>
                  <a:lnTo>
                    <a:pt x="0" y="7200"/>
                  </a:lnTo>
                  <a:lnTo>
                    <a:pt x="0" y="12505"/>
                  </a:lnTo>
                  <a:lnTo>
                    <a:pt x="1742" y="16295"/>
                  </a:lnTo>
                  <a:lnTo>
                    <a:pt x="3135" y="20084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465" y="181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67" name="Freeform 30"/>
            <p:cNvSpPr/>
            <p:nvPr/>
          </p:nvSpPr>
          <p:spPr>
            <a:xfrm>
              <a:off x="460992" y="258265"/>
              <a:ext cx="123393" cy="1216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32" y="21122"/>
                  </a:moveTo>
                  <a:lnTo>
                    <a:pt x="2720" y="20883"/>
                  </a:lnTo>
                  <a:lnTo>
                    <a:pt x="21600" y="1864"/>
                  </a:lnTo>
                  <a:lnTo>
                    <a:pt x="19090" y="0"/>
                  </a:lnTo>
                  <a:lnTo>
                    <a:pt x="471" y="19067"/>
                  </a:lnTo>
                  <a:lnTo>
                    <a:pt x="2510" y="18828"/>
                  </a:lnTo>
                  <a:lnTo>
                    <a:pt x="471" y="19067"/>
                  </a:lnTo>
                  <a:lnTo>
                    <a:pt x="0" y="19497"/>
                  </a:lnTo>
                  <a:lnTo>
                    <a:pt x="0" y="20214"/>
                  </a:lnTo>
                  <a:lnTo>
                    <a:pt x="209" y="20644"/>
                  </a:lnTo>
                  <a:lnTo>
                    <a:pt x="471" y="21122"/>
                  </a:lnTo>
                  <a:lnTo>
                    <a:pt x="994" y="21361"/>
                  </a:lnTo>
                  <a:lnTo>
                    <a:pt x="1464" y="21600"/>
                  </a:lnTo>
                  <a:lnTo>
                    <a:pt x="2249" y="21361"/>
                  </a:lnTo>
                  <a:lnTo>
                    <a:pt x="2720" y="20883"/>
                  </a:lnTo>
                  <a:lnTo>
                    <a:pt x="732" y="2112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68" name="Freeform 31"/>
            <p:cNvSpPr/>
            <p:nvPr/>
          </p:nvSpPr>
          <p:spPr>
            <a:xfrm>
              <a:off x="358815" y="301040"/>
              <a:ext cx="116521" cy="761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212" y="2213"/>
                  </a:moveTo>
                  <a:lnTo>
                    <a:pt x="831" y="4045"/>
                  </a:lnTo>
                  <a:lnTo>
                    <a:pt x="19717" y="21600"/>
                  </a:lnTo>
                  <a:lnTo>
                    <a:pt x="21600" y="17936"/>
                  </a:lnTo>
                  <a:lnTo>
                    <a:pt x="2658" y="382"/>
                  </a:lnTo>
                  <a:lnTo>
                    <a:pt x="0" y="2213"/>
                  </a:lnTo>
                  <a:lnTo>
                    <a:pt x="2658" y="382"/>
                  </a:lnTo>
                  <a:lnTo>
                    <a:pt x="1883" y="0"/>
                  </a:lnTo>
                  <a:lnTo>
                    <a:pt x="1329" y="0"/>
                  </a:lnTo>
                  <a:lnTo>
                    <a:pt x="554" y="382"/>
                  </a:lnTo>
                  <a:lnTo>
                    <a:pt x="277" y="1069"/>
                  </a:lnTo>
                  <a:lnTo>
                    <a:pt x="0" y="1832"/>
                  </a:lnTo>
                  <a:lnTo>
                    <a:pt x="0" y="2519"/>
                  </a:lnTo>
                  <a:lnTo>
                    <a:pt x="277" y="3282"/>
                  </a:lnTo>
                  <a:lnTo>
                    <a:pt x="831" y="4045"/>
                  </a:lnTo>
                  <a:lnTo>
                    <a:pt x="3212" y="221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69" name="Freeform 32"/>
            <p:cNvSpPr/>
            <p:nvPr/>
          </p:nvSpPr>
          <p:spPr>
            <a:xfrm>
              <a:off x="358815" y="302385"/>
              <a:ext cx="17332" cy="15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724" y="19705"/>
                  </a:moveTo>
                  <a:lnTo>
                    <a:pt x="21600" y="9095"/>
                  </a:lnTo>
                  <a:lnTo>
                    <a:pt x="0" y="9095"/>
                  </a:lnTo>
                  <a:lnTo>
                    <a:pt x="0" y="10611"/>
                  </a:lnTo>
                  <a:lnTo>
                    <a:pt x="17876" y="0"/>
                  </a:lnTo>
                  <a:lnTo>
                    <a:pt x="0" y="10611"/>
                  </a:lnTo>
                  <a:lnTo>
                    <a:pt x="0" y="14400"/>
                  </a:lnTo>
                  <a:lnTo>
                    <a:pt x="3724" y="18189"/>
                  </a:lnTo>
                  <a:lnTo>
                    <a:pt x="7448" y="19705"/>
                  </a:lnTo>
                  <a:lnTo>
                    <a:pt x="10800" y="21600"/>
                  </a:lnTo>
                  <a:lnTo>
                    <a:pt x="14524" y="19705"/>
                  </a:lnTo>
                  <a:lnTo>
                    <a:pt x="17876" y="18189"/>
                  </a:lnTo>
                  <a:lnTo>
                    <a:pt x="21600" y="14400"/>
                  </a:lnTo>
                  <a:lnTo>
                    <a:pt x="21600" y="9095"/>
                  </a:lnTo>
                  <a:lnTo>
                    <a:pt x="3724" y="1970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70" name="Freeform 33"/>
            <p:cNvSpPr/>
            <p:nvPr/>
          </p:nvSpPr>
          <p:spPr>
            <a:xfrm>
              <a:off x="357620" y="301040"/>
              <a:ext cx="18527" cy="15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989"/>
                  </a:moveTo>
                  <a:lnTo>
                    <a:pt x="4877" y="20084"/>
                  </a:lnTo>
                  <a:lnTo>
                    <a:pt x="4877" y="21600"/>
                  </a:lnTo>
                  <a:lnTo>
                    <a:pt x="18116" y="1895"/>
                  </a:lnTo>
                  <a:lnTo>
                    <a:pt x="16723" y="1895"/>
                  </a:lnTo>
                  <a:lnTo>
                    <a:pt x="0" y="10989"/>
                  </a:lnTo>
                  <a:lnTo>
                    <a:pt x="16723" y="1895"/>
                  </a:lnTo>
                  <a:lnTo>
                    <a:pt x="13239" y="0"/>
                  </a:lnTo>
                  <a:lnTo>
                    <a:pt x="8361" y="0"/>
                  </a:lnTo>
                  <a:lnTo>
                    <a:pt x="4877" y="1895"/>
                  </a:lnTo>
                  <a:lnTo>
                    <a:pt x="3135" y="3411"/>
                  </a:lnTo>
                  <a:lnTo>
                    <a:pt x="1394" y="9095"/>
                  </a:lnTo>
                  <a:lnTo>
                    <a:pt x="0" y="12505"/>
                  </a:lnTo>
                  <a:lnTo>
                    <a:pt x="1394" y="16295"/>
                  </a:lnTo>
                  <a:lnTo>
                    <a:pt x="4877" y="20084"/>
                  </a:lnTo>
                  <a:lnTo>
                    <a:pt x="21600" y="109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71" name="Freeform 34"/>
            <p:cNvSpPr/>
            <p:nvPr/>
          </p:nvSpPr>
          <p:spPr>
            <a:xfrm>
              <a:off x="357620" y="308842"/>
              <a:ext cx="18527" cy="2297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361" y="20158"/>
                  </a:moveTo>
                  <a:lnTo>
                    <a:pt x="21600" y="20867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0867"/>
                  </a:lnTo>
                  <a:lnTo>
                    <a:pt x="13239" y="21600"/>
                  </a:lnTo>
                  <a:lnTo>
                    <a:pt x="0" y="20867"/>
                  </a:lnTo>
                  <a:lnTo>
                    <a:pt x="1394" y="21246"/>
                  </a:lnTo>
                  <a:lnTo>
                    <a:pt x="3135" y="21474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116" y="21474"/>
                  </a:lnTo>
                  <a:lnTo>
                    <a:pt x="19858" y="21246"/>
                  </a:lnTo>
                  <a:lnTo>
                    <a:pt x="21600" y="20867"/>
                  </a:lnTo>
                  <a:lnTo>
                    <a:pt x="8361" y="2015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72" name="Freeform 35"/>
            <p:cNvSpPr/>
            <p:nvPr/>
          </p:nvSpPr>
          <p:spPr>
            <a:xfrm>
              <a:off x="364790" y="506308"/>
              <a:ext cx="80371" cy="322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43" y="5220"/>
                  </a:moveTo>
                  <a:lnTo>
                    <a:pt x="18468" y="0"/>
                  </a:lnTo>
                  <a:lnTo>
                    <a:pt x="0" y="11340"/>
                  </a:lnTo>
                  <a:lnTo>
                    <a:pt x="1124" y="21600"/>
                  </a:lnTo>
                  <a:lnTo>
                    <a:pt x="19994" y="10440"/>
                  </a:lnTo>
                  <a:lnTo>
                    <a:pt x="21600" y="5220"/>
                  </a:lnTo>
                  <a:lnTo>
                    <a:pt x="19994" y="10440"/>
                  </a:lnTo>
                  <a:lnTo>
                    <a:pt x="20797" y="9540"/>
                  </a:lnTo>
                  <a:lnTo>
                    <a:pt x="21600" y="7740"/>
                  </a:lnTo>
                  <a:lnTo>
                    <a:pt x="21600" y="3420"/>
                  </a:lnTo>
                  <a:lnTo>
                    <a:pt x="21199" y="1800"/>
                  </a:lnTo>
                  <a:lnTo>
                    <a:pt x="20396" y="900"/>
                  </a:lnTo>
                  <a:lnTo>
                    <a:pt x="19673" y="0"/>
                  </a:lnTo>
                  <a:lnTo>
                    <a:pt x="18468" y="0"/>
                  </a:lnTo>
                  <a:lnTo>
                    <a:pt x="16943" y="52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73" name="Freeform 36"/>
            <p:cNvSpPr/>
            <p:nvPr/>
          </p:nvSpPr>
          <p:spPr>
            <a:xfrm>
              <a:off x="427829" y="425062"/>
              <a:ext cx="17332" cy="890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014" y="261"/>
                  </a:moveTo>
                  <a:lnTo>
                    <a:pt x="0" y="1827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827"/>
                  </a:lnTo>
                  <a:lnTo>
                    <a:pt x="3724" y="3393"/>
                  </a:lnTo>
                  <a:lnTo>
                    <a:pt x="21600" y="1827"/>
                  </a:lnTo>
                  <a:lnTo>
                    <a:pt x="21600" y="1240"/>
                  </a:lnTo>
                  <a:lnTo>
                    <a:pt x="17876" y="587"/>
                  </a:lnTo>
                  <a:lnTo>
                    <a:pt x="14152" y="0"/>
                  </a:lnTo>
                  <a:lnTo>
                    <a:pt x="7076" y="0"/>
                  </a:lnTo>
                  <a:lnTo>
                    <a:pt x="0" y="1240"/>
                  </a:lnTo>
                  <a:lnTo>
                    <a:pt x="0" y="1827"/>
                  </a:lnTo>
                  <a:lnTo>
                    <a:pt x="16014" y="261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74" name="Freeform 37"/>
            <p:cNvSpPr/>
            <p:nvPr/>
          </p:nvSpPr>
          <p:spPr>
            <a:xfrm>
              <a:off x="430817" y="426139"/>
              <a:ext cx="50196" cy="363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314" y="13920"/>
                  </a:moveTo>
                  <a:lnTo>
                    <a:pt x="19671" y="13120"/>
                  </a:lnTo>
                  <a:lnTo>
                    <a:pt x="4243" y="0"/>
                  </a:lnTo>
                  <a:lnTo>
                    <a:pt x="0" y="7680"/>
                  </a:lnTo>
                  <a:lnTo>
                    <a:pt x="15429" y="20800"/>
                  </a:lnTo>
                  <a:lnTo>
                    <a:pt x="14786" y="20000"/>
                  </a:lnTo>
                  <a:lnTo>
                    <a:pt x="15429" y="20800"/>
                  </a:lnTo>
                  <a:lnTo>
                    <a:pt x="17229" y="21600"/>
                  </a:lnTo>
                  <a:lnTo>
                    <a:pt x="18514" y="21600"/>
                  </a:lnTo>
                  <a:lnTo>
                    <a:pt x="19671" y="20800"/>
                  </a:lnTo>
                  <a:lnTo>
                    <a:pt x="20957" y="19200"/>
                  </a:lnTo>
                  <a:lnTo>
                    <a:pt x="21600" y="17760"/>
                  </a:lnTo>
                  <a:lnTo>
                    <a:pt x="21600" y="16160"/>
                  </a:lnTo>
                  <a:lnTo>
                    <a:pt x="20957" y="14720"/>
                  </a:lnTo>
                  <a:lnTo>
                    <a:pt x="20314" y="139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75" name="Freeform 38"/>
            <p:cNvSpPr/>
            <p:nvPr/>
          </p:nvSpPr>
          <p:spPr>
            <a:xfrm>
              <a:off x="465174" y="449544"/>
              <a:ext cx="17333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2" y="0"/>
                  </a:moveTo>
                  <a:lnTo>
                    <a:pt x="16014" y="0"/>
                  </a:lnTo>
                  <a:lnTo>
                    <a:pt x="0" y="15487"/>
                  </a:lnTo>
                  <a:lnTo>
                    <a:pt x="1862" y="17525"/>
                  </a:lnTo>
                  <a:lnTo>
                    <a:pt x="17876" y="17525"/>
                  </a:lnTo>
                  <a:lnTo>
                    <a:pt x="1862" y="17525"/>
                  </a:lnTo>
                  <a:lnTo>
                    <a:pt x="5214" y="21600"/>
                  </a:lnTo>
                  <a:lnTo>
                    <a:pt x="10800" y="21600"/>
                  </a:lnTo>
                  <a:lnTo>
                    <a:pt x="14152" y="19562"/>
                  </a:lnTo>
                  <a:lnTo>
                    <a:pt x="17876" y="17525"/>
                  </a:lnTo>
                  <a:lnTo>
                    <a:pt x="19738" y="13449"/>
                  </a:lnTo>
                  <a:lnTo>
                    <a:pt x="21600" y="9781"/>
                  </a:lnTo>
                  <a:lnTo>
                    <a:pt x="19738" y="3668"/>
                  </a:lnTo>
                  <a:lnTo>
                    <a:pt x="17876" y="0"/>
                  </a:lnTo>
                  <a:lnTo>
                    <a:pt x="1862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76" name="Freeform 39"/>
            <p:cNvSpPr/>
            <p:nvPr/>
          </p:nvSpPr>
          <p:spPr>
            <a:xfrm>
              <a:off x="466668" y="409459"/>
              <a:ext cx="53184" cy="516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3262"/>
                  </a:moveTo>
                  <a:lnTo>
                    <a:pt x="15169" y="1125"/>
                  </a:lnTo>
                  <a:lnTo>
                    <a:pt x="0" y="16763"/>
                  </a:lnTo>
                  <a:lnTo>
                    <a:pt x="5218" y="21600"/>
                  </a:lnTo>
                  <a:lnTo>
                    <a:pt x="20387" y="5400"/>
                  </a:lnTo>
                  <a:lnTo>
                    <a:pt x="13955" y="3262"/>
                  </a:lnTo>
                  <a:lnTo>
                    <a:pt x="20387" y="5400"/>
                  </a:lnTo>
                  <a:lnTo>
                    <a:pt x="21600" y="4275"/>
                  </a:lnTo>
                  <a:lnTo>
                    <a:pt x="21600" y="3262"/>
                  </a:lnTo>
                  <a:lnTo>
                    <a:pt x="20993" y="1575"/>
                  </a:lnTo>
                  <a:lnTo>
                    <a:pt x="20387" y="1125"/>
                  </a:lnTo>
                  <a:lnTo>
                    <a:pt x="19173" y="0"/>
                  </a:lnTo>
                  <a:lnTo>
                    <a:pt x="16261" y="0"/>
                  </a:lnTo>
                  <a:lnTo>
                    <a:pt x="15169" y="1125"/>
                  </a:lnTo>
                  <a:lnTo>
                    <a:pt x="21600" y="326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77" name="Freeform 40"/>
            <p:cNvSpPr/>
            <p:nvPr/>
          </p:nvSpPr>
          <p:spPr>
            <a:xfrm>
              <a:off x="501026" y="417261"/>
              <a:ext cx="18826" cy="812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229" y="17523"/>
                  </a:moveTo>
                  <a:lnTo>
                    <a:pt x="21600" y="19597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9597"/>
                  </a:lnTo>
                  <a:lnTo>
                    <a:pt x="13029" y="21600"/>
                  </a:lnTo>
                  <a:lnTo>
                    <a:pt x="0" y="19597"/>
                  </a:lnTo>
                  <a:lnTo>
                    <a:pt x="1714" y="20599"/>
                  </a:lnTo>
                  <a:lnTo>
                    <a:pt x="3429" y="21314"/>
                  </a:lnTo>
                  <a:lnTo>
                    <a:pt x="6514" y="21600"/>
                  </a:lnTo>
                  <a:lnTo>
                    <a:pt x="14743" y="21600"/>
                  </a:lnTo>
                  <a:lnTo>
                    <a:pt x="18171" y="21314"/>
                  </a:lnTo>
                  <a:lnTo>
                    <a:pt x="19886" y="20599"/>
                  </a:lnTo>
                  <a:lnTo>
                    <a:pt x="21600" y="19597"/>
                  </a:lnTo>
                  <a:lnTo>
                    <a:pt x="8229" y="1752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78" name="Freeform 41"/>
            <p:cNvSpPr/>
            <p:nvPr/>
          </p:nvSpPr>
          <p:spPr>
            <a:xfrm>
              <a:off x="211224" y="383632"/>
              <a:ext cx="192111" cy="2453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66" y="0"/>
                  </a:moveTo>
                  <a:lnTo>
                    <a:pt x="21600" y="0"/>
                  </a:lnTo>
                  <a:lnTo>
                    <a:pt x="21600" y="17503"/>
                  </a:lnTo>
                  <a:lnTo>
                    <a:pt x="13706" y="19208"/>
                  </a:lnTo>
                  <a:lnTo>
                    <a:pt x="13706" y="14211"/>
                  </a:lnTo>
                  <a:lnTo>
                    <a:pt x="134" y="21482"/>
                  </a:lnTo>
                  <a:lnTo>
                    <a:pt x="0" y="21600"/>
                  </a:lnTo>
                  <a:lnTo>
                    <a:pt x="0" y="3292"/>
                  </a:lnTo>
                  <a:lnTo>
                    <a:pt x="7894" y="1587"/>
                  </a:lnTo>
                  <a:lnTo>
                    <a:pt x="7894" y="7389"/>
                  </a:lnTo>
                  <a:lnTo>
                    <a:pt x="21466" y="0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79" name="Freeform 42"/>
            <p:cNvSpPr/>
            <p:nvPr/>
          </p:nvSpPr>
          <p:spPr>
            <a:xfrm>
              <a:off x="393471" y="377176"/>
              <a:ext cx="17034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11" y="0"/>
                  </a:moveTo>
                  <a:lnTo>
                    <a:pt x="21600" y="9781"/>
                  </a:lnTo>
                  <a:lnTo>
                    <a:pt x="0" y="9781"/>
                  </a:lnTo>
                  <a:lnTo>
                    <a:pt x="18189" y="19562"/>
                  </a:lnTo>
                  <a:lnTo>
                    <a:pt x="0" y="9781"/>
                  </a:lnTo>
                  <a:lnTo>
                    <a:pt x="0" y="15487"/>
                  </a:lnTo>
                  <a:lnTo>
                    <a:pt x="3411" y="19562"/>
                  </a:lnTo>
                  <a:lnTo>
                    <a:pt x="7200" y="21600"/>
                  </a:lnTo>
                  <a:lnTo>
                    <a:pt x="14400" y="21600"/>
                  </a:lnTo>
                  <a:lnTo>
                    <a:pt x="18189" y="19562"/>
                  </a:lnTo>
                  <a:lnTo>
                    <a:pt x="21600" y="15487"/>
                  </a:lnTo>
                  <a:lnTo>
                    <a:pt x="21600" y="9781"/>
                  </a:lnTo>
                  <a:lnTo>
                    <a:pt x="3411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80" name="Freeform 43"/>
            <p:cNvSpPr/>
            <p:nvPr/>
          </p:nvSpPr>
          <p:spPr>
            <a:xfrm>
              <a:off x="393471" y="375831"/>
              <a:ext cx="18528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1819"/>
                  </a:moveTo>
                  <a:lnTo>
                    <a:pt x="3135" y="2038"/>
                  </a:lnTo>
                  <a:lnTo>
                    <a:pt x="16723" y="21600"/>
                  </a:lnTo>
                  <a:lnTo>
                    <a:pt x="18465" y="21600"/>
                  </a:lnTo>
                  <a:lnTo>
                    <a:pt x="0" y="11819"/>
                  </a:lnTo>
                  <a:lnTo>
                    <a:pt x="18465" y="21600"/>
                  </a:lnTo>
                  <a:lnTo>
                    <a:pt x="19858" y="15894"/>
                  </a:lnTo>
                  <a:lnTo>
                    <a:pt x="21600" y="11819"/>
                  </a:lnTo>
                  <a:lnTo>
                    <a:pt x="19858" y="7743"/>
                  </a:lnTo>
                  <a:lnTo>
                    <a:pt x="18465" y="4075"/>
                  </a:lnTo>
                  <a:lnTo>
                    <a:pt x="16723" y="0"/>
                  </a:lnTo>
                  <a:lnTo>
                    <a:pt x="8361" y="0"/>
                  </a:lnTo>
                  <a:lnTo>
                    <a:pt x="3135" y="2038"/>
                  </a:lnTo>
                  <a:lnTo>
                    <a:pt x="21600" y="1181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81" name="Freeform 44"/>
            <p:cNvSpPr/>
            <p:nvPr/>
          </p:nvSpPr>
          <p:spPr>
            <a:xfrm>
              <a:off x="393471" y="383632"/>
              <a:ext cx="18528" cy="206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39" y="21600"/>
                  </a:moveTo>
                  <a:lnTo>
                    <a:pt x="21600" y="20784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0784"/>
                  </a:lnTo>
                  <a:lnTo>
                    <a:pt x="8361" y="19997"/>
                  </a:lnTo>
                  <a:lnTo>
                    <a:pt x="0" y="20784"/>
                  </a:lnTo>
                  <a:lnTo>
                    <a:pt x="1394" y="21206"/>
                  </a:lnTo>
                  <a:lnTo>
                    <a:pt x="3135" y="21459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465" y="21459"/>
                  </a:lnTo>
                  <a:lnTo>
                    <a:pt x="19858" y="21206"/>
                  </a:lnTo>
                  <a:lnTo>
                    <a:pt x="21600" y="20784"/>
                  </a:lnTo>
                  <a:lnTo>
                    <a:pt x="13239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82" name="Freeform 45"/>
            <p:cNvSpPr/>
            <p:nvPr/>
          </p:nvSpPr>
          <p:spPr>
            <a:xfrm>
              <a:off x="324457" y="574910"/>
              <a:ext cx="80371" cy="347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744"/>
                  </a:moveTo>
                  <a:lnTo>
                    <a:pt x="3132" y="21600"/>
                  </a:lnTo>
                  <a:lnTo>
                    <a:pt x="21600" y="9544"/>
                  </a:lnTo>
                  <a:lnTo>
                    <a:pt x="20476" y="0"/>
                  </a:lnTo>
                  <a:lnTo>
                    <a:pt x="1526" y="12056"/>
                  </a:lnTo>
                  <a:lnTo>
                    <a:pt x="5059" y="16744"/>
                  </a:lnTo>
                  <a:lnTo>
                    <a:pt x="1526" y="12056"/>
                  </a:lnTo>
                  <a:lnTo>
                    <a:pt x="803" y="12726"/>
                  </a:lnTo>
                  <a:lnTo>
                    <a:pt x="401" y="14400"/>
                  </a:lnTo>
                  <a:lnTo>
                    <a:pt x="0" y="16744"/>
                  </a:lnTo>
                  <a:lnTo>
                    <a:pt x="0" y="18419"/>
                  </a:lnTo>
                  <a:lnTo>
                    <a:pt x="401" y="20093"/>
                  </a:lnTo>
                  <a:lnTo>
                    <a:pt x="1124" y="20763"/>
                  </a:lnTo>
                  <a:lnTo>
                    <a:pt x="1927" y="21600"/>
                  </a:lnTo>
                  <a:lnTo>
                    <a:pt x="3132" y="21600"/>
                  </a:lnTo>
                  <a:lnTo>
                    <a:pt x="0" y="16744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83" name="Freeform 46"/>
            <p:cNvSpPr/>
            <p:nvPr/>
          </p:nvSpPr>
          <p:spPr>
            <a:xfrm>
              <a:off x="324457" y="536170"/>
              <a:ext cx="18826" cy="656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457" y="5046"/>
                  </a:moveTo>
                  <a:lnTo>
                    <a:pt x="0" y="292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921"/>
                  </a:lnTo>
                  <a:lnTo>
                    <a:pt x="3429" y="797"/>
                  </a:lnTo>
                  <a:lnTo>
                    <a:pt x="21600" y="2921"/>
                  </a:lnTo>
                  <a:lnTo>
                    <a:pt x="19886" y="1682"/>
                  </a:lnTo>
                  <a:lnTo>
                    <a:pt x="18171" y="797"/>
                  </a:lnTo>
                  <a:lnTo>
                    <a:pt x="14743" y="354"/>
                  </a:lnTo>
                  <a:lnTo>
                    <a:pt x="9943" y="0"/>
                  </a:lnTo>
                  <a:lnTo>
                    <a:pt x="6514" y="354"/>
                  </a:lnTo>
                  <a:lnTo>
                    <a:pt x="3429" y="797"/>
                  </a:lnTo>
                  <a:lnTo>
                    <a:pt x="1714" y="1682"/>
                  </a:lnTo>
                  <a:lnTo>
                    <a:pt x="0" y="2921"/>
                  </a:lnTo>
                  <a:lnTo>
                    <a:pt x="16457" y="504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84" name="Freeform 47"/>
            <p:cNvSpPr/>
            <p:nvPr/>
          </p:nvSpPr>
          <p:spPr>
            <a:xfrm>
              <a:off x="203755" y="538592"/>
              <a:ext cx="135047" cy="98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342" y="21008"/>
                  </a:moveTo>
                  <a:lnTo>
                    <a:pt x="21600" y="2841"/>
                  </a:lnTo>
                  <a:lnTo>
                    <a:pt x="19784" y="0"/>
                  </a:lnTo>
                  <a:lnTo>
                    <a:pt x="478" y="18464"/>
                  </a:lnTo>
                  <a:lnTo>
                    <a:pt x="0" y="19055"/>
                  </a:lnTo>
                  <a:lnTo>
                    <a:pt x="0" y="20180"/>
                  </a:lnTo>
                  <a:lnTo>
                    <a:pt x="239" y="20772"/>
                  </a:lnTo>
                  <a:lnTo>
                    <a:pt x="717" y="21304"/>
                  </a:lnTo>
                  <a:lnTo>
                    <a:pt x="1195" y="21600"/>
                  </a:lnTo>
                  <a:lnTo>
                    <a:pt x="1625" y="21600"/>
                  </a:lnTo>
                  <a:lnTo>
                    <a:pt x="2342" y="2100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85" name="Freeform 48"/>
            <p:cNvSpPr/>
            <p:nvPr/>
          </p:nvSpPr>
          <p:spPr>
            <a:xfrm>
              <a:off x="202560" y="622528"/>
              <a:ext cx="18528" cy="156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938"/>
                  </a:moveTo>
                  <a:lnTo>
                    <a:pt x="16723" y="17876"/>
                  </a:lnTo>
                  <a:lnTo>
                    <a:pt x="18465" y="16014"/>
                  </a:lnTo>
                  <a:lnTo>
                    <a:pt x="4877" y="0"/>
                  </a:lnTo>
                  <a:lnTo>
                    <a:pt x="3135" y="1862"/>
                  </a:lnTo>
                  <a:lnTo>
                    <a:pt x="21600" y="8938"/>
                  </a:lnTo>
                  <a:lnTo>
                    <a:pt x="3135" y="1862"/>
                  </a:lnTo>
                  <a:lnTo>
                    <a:pt x="0" y="5586"/>
                  </a:lnTo>
                  <a:lnTo>
                    <a:pt x="0" y="12662"/>
                  </a:lnTo>
                  <a:lnTo>
                    <a:pt x="3135" y="16014"/>
                  </a:lnTo>
                  <a:lnTo>
                    <a:pt x="4877" y="19738"/>
                  </a:lnTo>
                  <a:lnTo>
                    <a:pt x="10103" y="21600"/>
                  </a:lnTo>
                  <a:lnTo>
                    <a:pt x="13239" y="19738"/>
                  </a:lnTo>
                  <a:lnTo>
                    <a:pt x="16723" y="17876"/>
                  </a:lnTo>
                  <a:lnTo>
                    <a:pt x="0" y="893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86" name="Freeform 49"/>
            <p:cNvSpPr/>
            <p:nvPr/>
          </p:nvSpPr>
          <p:spPr>
            <a:xfrm>
              <a:off x="202560" y="413225"/>
              <a:ext cx="18528" cy="2157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619" y="0"/>
                  </a:moveTo>
                  <a:lnTo>
                    <a:pt x="0" y="78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781"/>
                  </a:lnTo>
                  <a:lnTo>
                    <a:pt x="13239" y="1562"/>
                  </a:lnTo>
                  <a:lnTo>
                    <a:pt x="21600" y="781"/>
                  </a:lnTo>
                  <a:lnTo>
                    <a:pt x="19858" y="404"/>
                  </a:lnTo>
                  <a:lnTo>
                    <a:pt x="18465" y="269"/>
                  </a:lnTo>
                  <a:lnTo>
                    <a:pt x="14981" y="0"/>
                  </a:lnTo>
                  <a:lnTo>
                    <a:pt x="6619" y="0"/>
                  </a:lnTo>
                  <a:lnTo>
                    <a:pt x="1394" y="404"/>
                  </a:lnTo>
                  <a:lnTo>
                    <a:pt x="0" y="781"/>
                  </a:lnTo>
                  <a:lnTo>
                    <a:pt x="6619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87" name="Freeform 50"/>
            <p:cNvSpPr/>
            <p:nvPr/>
          </p:nvSpPr>
          <p:spPr>
            <a:xfrm>
              <a:off x="208237" y="393855"/>
              <a:ext cx="81865" cy="349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4818"/>
                  </a:moveTo>
                  <a:lnTo>
                    <a:pt x="18526" y="0"/>
                  </a:lnTo>
                  <a:lnTo>
                    <a:pt x="0" y="11963"/>
                  </a:lnTo>
                  <a:lnTo>
                    <a:pt x="1498" y="21600"/>
                  </a:lnTo>
                  <a:lnTo>
                    <a:pt x="19708" y="9637"/>
                  </a:lnTo>
                  <a:lnTo>
                    <a:pt x="16634" y="4818"/>
                  </a:lnTo>
                  <a:lnTo>
                    <a:pt x="19708" y="9637"/>
                  </a:lnTo>
                  <a:lnTo>
                    <a:pt x="20812" y="8806"/>
                  </a:lnTo>
                  <a:lnTo>
                    <a:pt x="21206" y="7311"/>
                  </a:lnTo>
                  <a:lnTo>
                    <a:pt x="21600" y="4818"/>
                  </a:lnTo>
                  <a:lnTo>
                    <a:pt x="21206" y="3323"/>
                  </a:lnTo>
                  <a:lnTo>
                    <a:pt x="20812" y="1662"/>
                  </a:lnTo>
                  <a:lnTo>
                    <a:pt x="20418" y="831"/>
                  </a:lnTo>
                  <a:lnTo>
                    <a:pt x="19314" y="0"/>
                  </a:lnTo>
                  <a:lnTo>
                    <a:pt x="18526" y="0"/>
                  </a:lnTo>
                  <a:lnTo>
                    <a:pt x="21600" y="481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88" name="Freeform 51"/>
            <p:cNvSpPr/>
            <p:nvPr/>
          </p:nvSpPr>
          <p:spPr>
            <a:xfrm>
              <a:off x="271276" y="401657"/>
              <a:ext cx="18826" cy="737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143" y="17422"/>
                  </a:moveTo>
                  <a:lnTo>
                    <a:pt x="21600" y="19314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9314"/>
                  </a:lnTo>
                  <a:lnTo>
                    <a:pt x="16457" y="21206"/>
                  </a:lnTo>
                  <a:lnTo>
                    <a:pt x="0" y="19314"/>
                  </a:lnTo>
                  <a:lnTo>
                    <a:pt x="1714" y="20102"/>
                  </a:lnTo>
                  <a:lnTo>
                    <a:pt x="3429" y="20812"/>
                  </a:lnTo>
                  <a:lnTo>
                    <a:pt x="6857" y="21600"/>
                  </a:lnTo>
                  <a:lnTo>
                    <a:pt x="15086" y="21600"/>
                  </a:lnTo>
                  <a:lnTo>
                    <a:pt x="18171" y="20812"/>
                  </a:lnTo>
                  <a:lnTo>
                    <a:pt x="19886" y="20102"/>
                  </a:lnTo>
                  <a:lnTo>
                    <a:pt x="21600" y="19314"/>
                  </a:lnTo>
                  <a:lnTo>
                    <a:pt x="5143" y="1742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89" name="Freeform 52"/>
            <p:cNvSpPr/>
            <p:nvPr/>
          </p:nvSpPr>
          <p:spPr>
            <a:xfrm>
              <a:off x="275757" y="375831"/>
              <a:ext cx="134748" cy="981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716"/>
                  </a:moveTo>
                  <a:lnTo>
                    <a:pt x="19301" y="296"/>
                  </a:lnTo>
                  <a:lnTo>
                    <a:pt x="0" y="18759"/>
                  </a:lnTo>
                  <a:lnTo>
                    <a:pt x="1580" y="21600"/>
                  </a:lnTo>
                  <a:lnTo>
                    <a:pt x="21169" y="3136"/>
                  </a:lnTo>
                  <a:lnTo>
                    <a:pt x="18870" y="1716"/>
                  </a:lnTo>
                  <a:lnTo>
                    <a:pt x="21169" y="3136"/>
                  </a:lnTo>
                  <a:lnTo>
                    <a:pt x="21600" y="2545"/>
                  </a:lnTo>
                  <a:lnTo>
                    <a:pt x="21600" y="1124"/>
                  </a:lnTo>
                  <a:lnTo>
                    <a:pt x="21408" y="592"/>
                  </a:lnTo>
                  <a:lnTo>
                    <a:pt x="20929" y="0"/>
                  </a:lnTo>
                  <a:lnTo>
                    <a:pt x="20020" y="0"/>
                  </a:lnTo>
                  <a:lnTo>
                    <a:pt x="19301" y="296"/>
                  </a:lnTo>
                  <a:lnTo>
                    <a:pt x="21600" y="171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90" name="Freeform 53"/>
            <p:cNvSpPr/>
            <p:nvPr/>
          </p:nvSpPr>
          <p:spPr>
            <a:xfrm>
              <a:off x="10157" y="9146"/>
              <a:ext cx="585582" cy="3408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065" y="12599"/>
                  </a:moveTo>
                  <a:lnTo>
                    <a:pt x="18525" y="13332"/>
                  </a:lnTo>
                  <a:lnTo>
                    <a:pt x="17996" y="13997"/>
                  </a:lnTo>
                  <a:lnTo>
                    <a:pt x="17522" y="14559"/>
                  </a:lnTo>
                  <a:lnTo>
                    <a:pt x="17049" y="14968"/>
                  </a:lnTo>
                  <a:lnTo>
                    <a:pt x="16520" y="15377"/>
                  </a:lnTo>
                  <a:lnTo>
                    <a:pt x="16046" y="15718"/>
                  </a:lnTo>
                  <a:lnTo>
                    <a:pt x="15616" y="15957"/>
                  </a:lnTo>
                  <a:lnTo>
                    <a:pt x="15142" y="16196"/>
                  </a:lnTo>
                  <a:lnTo>
                    <a:pt x="14238" y="16451"/>
                  </a:lnTo>
                  <a:lnTo>
                    <a:pt x="13346" y="16605"/>
                  </a:lnTo>
                  <a:lnTo>
                    <a:pt x="12497" y="16690"/>
                  </a:lnTo>
                  <a:lnTo>
                    <a:pt x="11649" y="16690"/>
                  </a:lnTo>
                  <a:lnTo>
                    <a:pt x="10800" y="16775"/>
                  </a:lnTo>
                  <a:lnTo>
                    <a:pt x="10007" y="16861"/>
                  </a:lnTo>
                  <a:lnTo>
                    <a:pt x="9632" y="16946"/>
                  </a:lnTo>
                  <a:lnTo>
                    <a:pt x="9268" y="17014"/>
                  </a:lnTo>
                  <a:lnTo>
                    <a:pt x="8838" y="17185"/>
                  </a:lnTo>
                  <a:lnTo>
                    <a:pt x="8475" y="17423"/>
                  </a:lnTo>
                  <a:lnTo>
                    <a:pt x="8100" y="17679"/>
                  </a:lnTo>
                  <a:lnTo>
                    <a:pt x="7725" y="18003"/>
                  </a:lnTo>
                  <a:lnTo>
                    <a:pt x="7362" y="18412"/>
                  </a:lnTo>
                  <a:lnTo>
                    <a:pt x="6987" y="18906"/>
                  </a:lnTo>
                  <a:lnTo>
                    <a:pt x="6667" y="19401"/>
                  </a:lnTo>
                  <a:lnTo>
                    <a:pt x="6304" y="20049"/>
                  </a:lnTo>
                  <a:lnTo>
                    <a:pt x="5929" y="20782"/>
                  </a:lnTo>
                  <a:lnTo>
                    <a:pt x="5609" y="21600"/>
                  </a:lnTo>
                  <a:lnTo>
                    <a:pt x="5080" y="21361"/>
                  </a:lnTo>
                  <a:lnTo>
                    <a:pt x="4607" y="21106"/>
                  </a:lnTo>
                  <a:lnTo>
                    <a:pt x="4133" y="20782"/>
                  </a:lnTo>
                  <a:lnTo>
                    <a:pt x="3703" y="20458"/>
                  </a:lnTo>
                  <a:lnTo>
                    <a:pt x="3284" y="20134"/>
                  </a:lnTo>
                  <a:lnTo>
                    <a:pt x="2854" y="19725"/>
                  </a:lnTo>
                  <a:lnTo>
                    <a:pt x="2491" y="19230"/>
                  </a:lnTo>
                  <a:lnTo>
                    <a:pt x="2116" y="18736"/>
                  </a:lnTo>
                  <a:lnTo>
                    <a:pt x="1796" y="18242"/>
                  </a:lnTo>
                  <a:lnTo>
                    <a:pt x="1477" y="17679"/>
                  </a:lnTo>
                  <a:lnTo>
                    <a:pt x="1212" y="17099"/>
                  </a:lnTo>
                  <a:lnTo>
                    <a:pt x="948" y="16537"/>
                  </a:lnTo>
                  <a:lnTo>
                    <a:pt x="738" y="15957"/>
                  </a:lnTo>
                  <a:lnTo>
                    <a:pt x="584" y="15309"/>
                  </a:lnTo>
                  <a:lnTo>
                    <a:pt x="364" y="14644"/>
                  </a:lnTo>
                  <a:lnTo>
                    <a:pt x="264" y="13997"/>
                  </a:lnTo>
                  <a:lnTo>
                    <a:pt x="154" y="13332"/>
                  </a:lnTo>
                  <a:lnTo>
                    <a:pt x="55" y="12599"/>
                  </a:lnTo>
                  <a:lnTo>
                    <a:pt x="0" y="11951"/>
                  </a:lnTo>
                  <a:lnTo>
                    <a:pt x="0" y="10468"/>
                  </a:lnTo>
                  <a:lnTo>
                    <a:pt x="55" y="9734"/>
                  </a:lnTo>
                  <a:lnTo>
                    <a:pt x="99" y="9001"/>
                  </a:lnTo>
                  <a:lnTo>
                    <a:pt x="209" y="8337"/>
                  </a:lnTo>
                  <a:lnTo>
                    <a:pt x="364" y="7603"/>
                  </a:lnTo>
                  <a:lnTo>
                    <a:pt x="529" y="6870"/>
                  </a:lnTo>
                  <a:lnTo>
                    <a:pt x="738" y="6137"/>
                  </a:lnTo>
                  <a:lnTo>
                    <a:pt x="1003" y="5472"/>
                  </a:lnTo>
                  <a:lnTo>
                    <a:pt x="1267" y="4739"/>
                  </a:lnTo>
                  <a:lnTo>
                    <a:pt x="1587" y="4092"/>
                  </a:lnTo>
                  <a:lnTo>
                    <a:pt x="1962" y="3427"/>
                  </a:lnTo>
                  <a:lnTo>
                    <a:pt x="2325" y="2779"/>
                  </a:lnTo>
                  <a:lnTo>
                    <a:pt x="2755" y="2131"/>
                  </a:lnTo>
                  <a:lnTo>
                    <a:pt x="3229" y="1637"/>
                  </a:lnTo>
                  <a:lnTo>
                    <a:pt x="3703" y="1227"/>
                  </a:lnTo>
                  <a:lnTo>
                    <a:pt x="4232" y="818"/>
                  </a:lnTo>
                  <a:lnTo>
                    <a:pt x="4761" y="563"/>
                  </a:lnTo>
                  <a:lnTo>
                    <a:pt x="5345" y="324"/>
                  </a:lnTo>
                  <a:lnTo>
                    <a:pt x="5929" y="153"/>
                  </a:lnTo>
                  <a:lnTo>
                    <a:pt x="6568" y="85"/>
                  </a:lnTo>
                  <a:lnTo>
                    <a:pt x="7836" y="0"/>
                  </a:lnTo>
                  <a:lnTo>
                    <a:pt x="9213" y="85"/>
                  </a:lnTo>
                  <a:lnTo>
                    <a:pt x="11968" y="563"/>
                  </a:lnTo>
                  <a:lnTo>
                    <a:pt x="13390" y="818"/>
                  </a:lnTo>
                  <a:lnTo>
                    <a:pt x="14767" y="1142"/>
                  </a:lnTo>
                  <a:lnTo>
                    <a:pt x="16090" y="1313"/>
                  </a:lnTo>
                  <a:lnTo>
                    <a:pt x="17368" y="1381"/>
                  </a:lnTo>
                  <a:lnTo>
                    <a:pt x="18580" y="1381"/>
                  </a:lnTo>
                  <a:lnTo>
                    <a:pt x="19164" y="1313"/>
                  </a:lnTo>
                  <a:lnTo>
                    <a:pt x="19749" y="1142"/>
                  </a:lnTo>
                  <a:lnTo>
                    <a:pt x="20222" y="972"/>
                  </a:lnTo>
                  <a:lnTo>
                    <a:pt x="20751" y="733"/>
                  </a:lnTo>
                  <a:lnTo>
                    <a:pt x="21181" y="409"/>
                  </a:lnTo>
                  <a:lnTo>
                    <a:pt x="21600" y="0"/>
                  </a:lnTo>
                  <a:lnTo>
                    <a:pt x="21126" y="972"/>
                  </a:lnTo>
                  <a:lnTo>
                    <a:pt x="20597" y="1875"/>
                  </a:lnTo>
                  <a:lnTo>
                    <a:pt x="20013" y="2608"/>
                  </a:lnTo>
                  <a:lnTo>
                    <a:pt x="19484" y="3273"/>
                  </a:lnTo>
                  <a:lnTo>
                    <a:pt x="18955" y="3836"/>
                  </a:lnTo>
                  <a:lnTo>
                    <a:pt x="18371" y="4330"/>
                  </a:lnTo>
                  <a:lnTo>
                    <a:pt x="17787" y="4654"/>
                  </a:lnTo>
                  <a:lnTo>
                    <a:pt x="17258" y="4995"/>
                  </a:lnTo>
                  <a:lnTo>
                    <a:pt x="16200" y="5404"/>
                  </a:lnTo>
                  <a:lnTo>
                    <a:pt x="15197" y="5728"/>
                  </a:lnTo>
                  <a:lnTo>
                    <a:pt x="14238" y="5967"/>
                  </a:lnTo>
                  <a:lnTo>
                    <a:pt x="13500" y="6223"/>
                  </a:lnTo>
                  <a:lnTo>
                    <a:pt x="14503" y="6700"/>
                  </a:lnTo>
                  <a:lnTo>
                    <a:pt x="15351" y="6956"/>
                  </a:lnTo>
                  <a:lnTo>
                    <a:pt x="16145" y="7109"/>
                  </a:lnTo>
                  <a:lnTo>
                    <a:pt x="16894" y="7109"/>
                  </a:lnTo>
                  <a:lnTo>
                    <a:pt x="17633" y="7041"/>
                  </a:lnTo>
                  <a:lnTo>
                    <a:pt x="18481" y="6785"/>
                  </a:lnTo>
                  <a:lnTo>
                    <a:pt x="19429" y="6546"/>
                  </a:lnTo>
                  <a:lnTo>
                    <a:pt x="20597" y="6223"/>
                  </a:lnTo>
                  <a:lnTo>
                    <a:pt x="20123" y="7109"/>
                  </a:lnTo>
                  <a:lnTo>
                    <a:pt x="19693" y="7859"/>
                  </a:lnTo>
                  <a:lnTo>
                    <a:pt x="19220" y="8592"/>
                  </a:lnTo>
                  <a:lnTo>
                    <a:pt x="18746" y="9155"/>
                  </a:lnTo>
                  <a:lnTo>
                    <a:pt x="18261" y="9734"/>
                  </a:lnTo>
                  <a:lnTo>
                    <a:pt x="17313" y="10553"/>
                  </a:lnTo>
                  <a:lnTo>
                    <a:pt x="16784" y="10877"/>
                  </a:lnTo>
                  <a:lnTo>
                    <a:pt x="16310" y="11132"/>
                  </a:lnTo>
                  <a:lnTo>
                    <a:pt x="15781" y="11371"/>
                  </a:lnTo>
                  <a:lnTo>
                    <a:pt x="15252" y="11542"/>
                  </a:lnTo>
                  <a:lnTo>
                    <a:pt x="14723" y="11627"/>
                  </a:lnTo>
                  <a:lnTo>
                    <a:pt x="13555" y="11866"/>
                  </a:lnTo>
                  <a:lnTo>
                    <a:pt x="12387" y="11951"/>
                  </a:lnTo>
                  <a:lnTo>
                    <a:pt x="13081" y="12360"/>
                  </a:lnTo>
                  <a:lnTo>
                    <a:pt x="13875" y="12684"/>
                  </a:lnTo>
                  <a:lnTo>
                    <a:pt x="14613" y="12922"/>
                  </a:lnTo>
                  <a:lnTo>
                    <a:pt x="15407" y="13093"/>
                  </a:lnTo>
                  <a:lnTo>
                    <a:pt x="16255" y="13093"/>
                  </a:lnTo>
                  <a:lnTo>
                    <a:pt x="17104" y="13008"/>
                  </a:lnTo>
                  <a:lnTo>
                    <a:pt x="18051" y="12854"/>
                  </a:lnTo>
                  <a:lnTo>
                    <a:pt x="19065" y="12599"/>
                  </a:lnTo>
                  <a:close/>
                </a:path>
              </a:pathLst>
            </a:custGeom>
            <a:solidFill>
              <a:srgbClr val="FF66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91" name="Freeform 54"/>
            <p:cNvSpPr/>
            <p:nvPr/>
          </p:nvSpPr>
          <p:spPr>
            <a:xfrm>
              <a:off x="152368" y="202846"/>
              <a:ext cx="380331" cy="1549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07" y="21600"/>
                  </a:moveTo>
                  <a:lnTo>
                    <a:pt x="967" y="21075"/>
                  </a:lnTo>
                  <a:lnTo>
                    <a:pt x="1459" y="19275"/>
                  </a:lnTo>
                  <a:lnTo>
                    <a:pt x="2036" y="17812"/>
                  </a:lnTo>
                  <a:lnTo>
                    <a:pt x="2511" y="16387"/>
                  </a:lnTo>
                  <a:lnTo>
                    <a:pt x="3088" y="15300"/>
                  </a:lnTo>
                  <a:lnTo>
                    <a:pt x="4072" y="13500"/>
                  </a:lnTo>
                  <a:lnTo>
                    <a:pt x="4632" y="12975"/>
                  </a:lnTo>
                  <a:lnTo>
                    <a:pt x="5209" y="12412"/>
                  </a:lnTo>
                  <a:lnTo>
                    <a:pt x="5701" y="11887"/>
                  </a:lnTo>
                  <a:lnTo>
                    <a:pt x="6261" y="11512"/>
                  </a:lnTo>
                  <a:lnTo>
                    <a:pt x="6838" y="11325"/>
                  </a:lnTo>
                  <a:lnTo>
                    <a:pt x="7415" y="11175"/>
                  </a:lnTo>
                  <a:lnTo>
                    <a:pt x="9858" y="10800"/>
                  </a:lnTo>
                  <a:lnTo>
                    <a:pt x="11165" y="10800"/>
                  </a:lnTo>
                  <a:lnTo>
                    <a:pt x="12471" y="10613"/>
                  </a:lnTo>
                  <a:lnTo>
                    <a:pt x="13931" y="10425"/>
                  </a:lnTo>
                  <a:lnTo>
                    <a:pt x="15322" y="9713"/>
                  </a:lnTo>
                  <a:lnTo>
                    <a:pt x="16136" y="9188"/>
                  </a:lnTo>
                  <a:lnTo>
                    <a:pt x="16866" y="8625"/>
                  </a:lnTo>
                  <a:lnTo>
                    <a:pt x="17596" y="7913"/>
                  </a:lnTo>
                  <a:lnTo>
                    <a:pt x="18410" y="7013"/>
                  </a:lnTo>
                  <a:lnTo>
                    <a:pt x="19157" y="5925"/>
                  </a:lnTo>
                  <a:lnTo>
                    <a:pt x="19971" y="4688"/>
                  </a:lnTo>
                  <a:lnTo>
                    <a:pt x="20786" y="3225"/>
                  </a:lnTo>
                  <a:lnTo>
                    <a:pt x="21600" y="1613"/>
                  </a:lnTo>
                  <a:lnTo>
                    <a:pt x="20870" y="0"/>
                  </a:lnTo>
                  <a:lnTo>
                    <a:pt x="20124" y="1425"/>
                  </a:lnTo>
                  <a:lnTo>
                    <a:pt x="19394" y="2888"/>
                  </a:lnTo>
                  <a:lnTo>
                    <a:pt x="18580" y="3975"/>
                  </a:lnTo>
                  <a:lnTo>
                    <a:pt x="17935" y="5025"/>
                  </a:lnTo>
                  <a:lnTo>
                    <a:pt x="17188" y="5775"/>
                  </a:lnTo>
                  <a:lnTo>
                    <a:pt x="16459" y="6488"/>
                  </a:lnTo>
                  <a:lnTo>
                    <a:pt x="15814" y="7013"/>
                  </a:lnTo>
                  <a:lnTo>
                    <a:pt x="15067" y="7575"/>
                  </a:lnTo>
                  <a:lnTo>
                    <a:pt x="13761" y="8100"/>
                  </a:lnTo>
                  <a:lnTo>
                    <a:pt x="12386" y="8475"/>
                  </a:lnTo>
                  <a:lnTo>
                    <a:pt x="11165" y="8625"/>
                  </a:lnTo>
                  <a:lnTo>
                    <a:pt x="8552" y="8625"/>
                  </a:lnTo>
                  <a:lnTo>
                    <a:pt x="7330" y="9000"/>
                  </a:lnTo>
                  <a:lnTo>
                    <a:pt x="6668" y="9188"/>
                  </a:lnTo>
                  <a:lnTo>
                    <a:pt x="6024" y="9375"/>
                  </a:lnTo>
                  <a:lnTo>
                    <a:pt x="5447" y="9713"/>
                  </a:lnTo>
                  <a:lnTo>
                    <a:pt x="4802" y="10275"/>
                  </a:lnTo>
                  <a:lnTo>
                    <a:pt x="4157" y="10987"/>
                  </a:lnTo>
                  <a:lnTo>
                    <a:pt x="3580" y="11700"/>
                  </a:lnTo>
                  <a:lnTo>
                    <a:pt x="2918" y="12600"/>
                  </a:lnTo>
                  <a:lnTo>
                    <a:pt x="2359" y="13687"/>
                  </a:lnTo>
                  <a:lnTo>
                    <a:pt x="1782" y="14925"/>
                  </a:lnTo>
                  <a:lnTo>
                    <a:pt x="1222" y="16387"/>
                  </a:lnTo>
                  <a:lnTo>
                    <a:pt x="645" y="18000"/>
                  </a:lnTo>
                  <a:lnTo>
                    <a:pt x="68" y="19800"/>
                  </a:lnTo>
                  <a:lnTo>
                    <a:pt x="645" y="19275"/>
                  </a:lnTo>
                  <a:lnTo>
                    <a:pt x="68" y="19800"/>
                  </a:lnTo>
                  <a:lnTo>
                    <a:pt x="0" y="20325"/>
                  </a:lnTo>
                  <a:lnTo>
                    <a:pt x="0" y="20700"/>
                  </a:lnTo>
                  <a:lnTo>
                    <a:pt x="153" y="21075"/>
                  </a:lnTo>
                  <a:lnTo>
                    <a:pt x="238" y="21412"/>
                  </a:lnTo>
                  <a:lnTo>
                    <a:pt x="407" y="21600"/>
                  </a:lnTo>
                  <a:lnTo>
                    <a:pt x="645" y="21600"/>
                  </a:lnTo>
                  <a:lnTo>
                    <a:pt x="814" y="21412"/>
                  </a:lnTo>
                  <a:lnTo>
                    <a:pt x="967" y="21075"/>
                  </a:lnTo>
                  <a:lnTo>
                    <a:pt x="407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92" name="Freeform 55"/>
            <p:cNvSpPr/>
            <p:nvPr/>
          </p:nvSpPr>
          <p:spPr>
            <a:xfrm>
              <a:off x="-2" y="46541"/>
              <a:ext cx="163727" cy="3112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908" y="0"/>
                  </a:moveTo>
                  <a:lnTo>
                    <a:pt x="7410" y="803"/>
                  </a:lnTo>
                  <a:lnTo>
                    <a:pt x="6070" y="1531"/>
                  </a:lnTo>
                  <a:lnTo>
                    <a:pt x="4927" y="2334"/>
                  </a:lnTo>
                  <a:lnTo>
                    <a:pt x="3784" y="3043"/>
                  </a:lnTo>
                  <a:lnTo>
                    <a:pt x="2838" y="3846"/>
                  </a:lnTo>
                  <a:lnTo>
                    <a:pt x="2089" y="4742"/>
                  </a:lnTo>
                  <a:lnTo>
                    <a:pt x="1537" y="5563"/>
                  </a:lnTo>
                  <a:lnTo>
                    <a:pt x="946" y="6366"/>
                  </a:lnTo>
                  <a:lnTo>
                    <a:pt x="591" y="7169"/>
                  </a:lnTo>
                  <a:lnTo>
                    <a:pt x="394" y="7972"/>
                  </a:lnTo>
                  <a:lnTo>
                    <a:pt x="197" y="8868"/>
                  </a:lnTo>
                  <a:lnTo>
                    <a:pt x="0" y="9689"/>
                  </a:lnTo>
                  <a:lnTo>
                    <a:pt x="394" y="11295"/>
                  </a:lnTo>
                  <a:lnTo>
                    <a:pt x="749" y="12097"/>
                  </a:lnTo>
                  <a:lnTo>
                    <a:pt x="1143" y="12900"/>
                  </a:lnTo>
                  <a:lnTo>
                    <a:pt x="1537" y="13628"/>
                  </a:lnTo>
                  <a:lnTo>
                    <a:pt x="2286" y="14431"/>
                  </a:lnTo>
                  <a:lnTo>
                    <a:pt x="3035" y="15141"/>
                  </a:lnTo>
                  <a:lnTo>
                    <a:pt x="3784" y="15869"/>
                  </a:lnTo>
                  <a:lnTo>
                    <a:pt x="4730" y="16485"/>
                  </a:lnTo>
                  <a:lnTo>
                    <a:pt x="7016" y="17754"/>
                  </a:lnTo>
                  <a:lnTo>
                    <a:pt x="8159" y="18370"/>
                  </a:lnTo>
                  <a:lnTo>
                    <a:pt x="9460" y="18912"/>
                  </a:lnTo>
                  <a:lnTo>
                    <a:pt x="10800" y="19453"/>
                  </a:lnTo>
                  <a:lnTo>
                    <a:pt x="12337" y="19901"/>
                  </a:lnTo>
                  <a:lnTo>
                    <a:pt x="14032" y="20349"/>
                  </a:lnTo>
                  <a:lnTo>
                    <a:pt x="15530" y="20704"/>
                  </a:lnTo>
                  <a:lnTo>
                    <a:pt x="17422" y="21059"/>
                  </a:lnTo>
                  <a:lnTo>
                    <a:pt x="19117" y="21339"/>
                  </a:lnTo>
                  <a:lnTo>
                    <a:pt x="21048" y="21600"/>
                  </a:lnTo>
                  <a:lnTo>
                    <a:pt x="21600" y="20443"/>
                  </a:lnTo>
                  <a:lnTo>
                    <a:pt x="19905" y="20256"/>
                  </a:lnTo>
                  <a:lnTo>
                    <a:pt x="18171" y="19994"/>
                  </a:lnTo>
                  <a:lnTo>
                    <a:pt x="16476" y="19714"/>
                  </a:lnTo>
                  <a:lnTo>
                    <a:pt x="14978" y="19360"/>
                  </a:lnTo>
                  <a:lnTo>
                    <a:pt x="13638" y="18912"/>
                  </a:lnTo>
                  <a:lnTo>
                    <a:pt x="12337" y="18464"/>
                  </a:lnTo>
                  <a:lnTo>
                    <a:pt x="10997" y="18016"/>
                  </a:lnTo>
                  <a:lnTo>
                    <a:pt x="9854" y="17568"/>
                  </a:lnTo>
                  <a:lnTo>
                    <a:pt x="8711" y="17026"/>
                  </a:lnTo>
                  <a:lnTo>
                    <a:pt x="7568" y="16410"/>
                  </a:lnTo>
                  <a:lnTo>
                    <a:pt x="6622" y="15869"/>
                  </a:lnTo>
                  <a:lnTo>
                    <a:pt x="5873" y="15234"/>
                  </a:lnTo>
                  <a:lnTo>
                    <a:pt x="5124" y="14618"/>
                  </a:lnTo>
                  <a:lnTo>
                    <a:pt x="4375" y="13983"/>
                  </a:lnTo>
                  <a:lnTo>
                    <a:pt x="3784" y="13274"/>
                  </a:lnTo>
                  <a:lnTo>
                    <a:pt x="3429" y="12546"/>
                  </a:lnTo>
                  <a:lnTo>
                    <a:pt x="3035" y="11836"/>
                  </a:lnTo>
                  <a:lnTo>
                    <a:pt x="2641" y="11108"/>
                  </a:lnTo>
                  <a:lnTo>
                    <a:pt x="2483" y="10399"/>
                  </a:lnTo>
                  <a:lnTo>
                    <a:pt x="2483" y="8868"/>
                  </a:lnTo>
                  <a:lnTo>
                    <a:pt x="2641" y="8158"/>
                  </a:lnTo>
                  <a:lnTo>
                    <a:pt x="2838" y="7430"/>
                  </a:lnTo>
                  <a:lnTo>
                    <a:pt x="3232" y="6627"/>
                  </a:lnTo>
                  <a:lnTo>
                    <a:pt x="3784" y="5918"/>
                  </a:lnTo>
                  <a:lnTo>
                    <a:pt x="4375" y="5115"/>
                  </a:lnTo>
                  <a:lnTo>
                    <a:pt x="5124" y="4387"/>
                  </a:lnTo>
                  <a:lnTo>
                    <a:pt x="5873" y="3678"/>
                  </a:lnTo>
                  <a:lnTo>
                    <a:pt x="6819" y="2950"/>
                  </a:lnTo>
                  <a:lnTo>
                    <a:pt x="9105" y="1531"/>
                  </a:lnTo>
                  <a:lnTo>
                    <a:pt x="10406" y="803"/>
                  </a:lnTo>
                  <a:lnTo>
                    <a:pt x="8908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93" name="Freeform 56"/>
            <p:cNvSpPr/>
            <p:nvPr/>
          </p:nvSpPr>
          <p:spPr>
            <a:xfrm>
              <a:off x="67520" y="-1"/>
              <a:ext cx="538377" cy="581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80" y="4800"/>
                  </a:moveTo>
                  <a:lnTo>
                    <a:pt x="21025" y="1000"/>
                  </a:lnTo>
                  <a:lnTo>
                    <a:pt x="20557" y="2900"/>
                  </a:lnTo>
                  <a:lnTo>
                    <a:pt x="20102" y="4800"/>
                  </a:lnTo>
                  <a:lnTo>
                    <a:pt x="19634" y="6300"/>
                  </a:lnTo>
                  <a:lnTo>
                    <a:pt x="19059" y="7200"/>
                  </a:lnTo>
                  <a:lnTo>
                    <a:pt x="18483" y="8200"/>
                  </a:lnTo>
                  <a:lnTo>
                    <a:pt x="17908" y="8700"/>
                  </a:lnTo>
                  <a:lnTo>
                    <a:pt x="16650" y="8700"/>
                  </a:lnTo>
                  <a:lnTo>
                    <a:pt x="15259" y="8200"/>
                  </a:lnTo>
                  <a:lnTo>
                    <a:pt x="13761" y="6700"/>
                  </a:lnTo>
                  <a:lnTo>
                    <a:pt x="12322" y="5300"/>
                  </a:lnTo>
                  <a:lnTo>
                    <a:pt x="10776" y="3900"/>
                  </a:lnTo>
                  <a:lnTo>
                    <a:pt x="9278" y="1900"/>
                  </a:lnTo>
                  <a:lnTo>
                    <a:pt x="7719" y="1000"/>
                  </a:lnTo>
                  <a:lnTo>
                    <a:pt x="6221" y="500"/>
                  </a:lnTo>
                  <a:lnTo>
                    <a:pt x="4843" y="1000"/>
                  </a:lnTo>
                  <a:lnTo>
                    <a:pt x="4147" y="1500"/>
                  </a:lnTo>
                  <a:lnTo>
                    <a:pt x="3452" y="2400"/>
                  </a:lnTo>
                  <a:lnTo>
                    <a:pt x="2817" y="3900"/>
                  </a:lnTo>
                  <a:lnTo>
                    <a:pt x="2194" y="5800"/>
                  </a:lnTo>
                  <a:lnTo>
                    <a:pt x="1558" y="7700"/>
                  </a:lnTo>
                  <a:lnTo>
                    <a:pt x="983" y="10600"/>
                  </a:lnTo>
                  <a:lnTo>
                    <a:pt x="455" y="13500"/>
                  </a:lnTo>
                  <a:lnTo>
                    <a:pt x="0" y="17300"/>
                  </a:lnTo>
                  <a:lnTo>
                    <a:pt x="455" y="21600"/>
                  </a:lnTo>
                  <a:lnTo>
                    <a:pt x="923" y="18300"/>
                  </a:lnTo>
                  <a:lnTo>
                    <a:pt x="1378" y="15400"/>
                  </a:lnTo>
                  <a:lnTo>
                    <a:pt x="1906" y="13000"/>
                  </a:lnTo>
                  <a:lnTo>
                    <a:pt x="2421" y="11100"/>
                  </a:lnTo>
                  <a:lnTo>
                    <a:pt x="2997" y="9600"/>
                  </a:lnTo>
                  <a:lnTo>
                    <a:pt x="3572" y="8200"/>
                  </a:lnTo>
                  <a:lnTo>
                    <a:pt x="4207" y="7700"/>
                  </a:lnTo>
                  <a:lnTo>
                    <a:pt x="4843" y="6700"/>
                  </a:lnTo>
                  <a:lnTo>
                    <a:pt x="6221" y="6300"/>
                  </a:lnTo>
                  <a:lnTo>
                    <a:pt x="7659" y="6700"/>
                  </a:lnTo>
                  <a:lnTo>
                    <a:pt x="9158" y="8200"/>
                  </a:lnTo>
                  <a:lnTo>
                    <a:pt x="10716" y="9600"/>
                  </a:lnTo>
                  <a:lnTo>
                    <a:pt x="12214" y="11100"/>
                  </a:lnTo>
                  <a:lnTo>
                    <a:pt x="13713" y="13000"/>
                  </a:lnTo>
                  <a:lnTo>
                    <a:pt x="15199" y="13900"/>
                  </a:lnTo>
                  <a:lnTo>
                    <a:pt x="16590" y="14900"/>
                  </a:lnTo>
                  <a:lnTo>
                    <a:pt x="17273" y="14900"/>
                  </a:lnTo>
                  <a:lnTo>
                    <a:pt x="17968" y="14400"/>
                  </a:lnTo>
                  <a:lnTo>
                    <a:pt x="18603" y="13900"/>
                  </a:lnTo>
                  <a:lnTo>
                    <a:pt x="19239" y="13000"/>
                  </a:lnTo>
                  <a:lnTo>
                    <a:pt x="19814" y="12000"/>
                  </a:lnTo>
                  <a:lnTo>
                    <a:pt x="20389" y="10100"/>
                  </a:lnTo>
                  <a:lnTo>
                    <a:pt x="20905" y="8200"/>
                  </a:lnTo>
                  <a:lnTo>
                    <a:pt x="21420" y="5800"/>
                  </a:lnTo>
                  <a:lnTo>
                    <a:pt x="20905" y="1500"/>
                  </a:lnTo>
                  <a:lnTo>
                    <a:pt x="21420" y="5800"/>
                  </a:lnTo>
                  <a:lnTo>
                    <a:pt x="21540" y="4800"/>
                  </a:lnTo>
                  <a:lnTo>
                    <a:pt x="21600" y="3900"/>
                  </a:lnTo>
                  <a:lnTo>
                    <a:pt x="21540" y="2400"/>
                  </a:lnTo>
                  <a:lnTo>
                    <a:pt x="21480" y="1500"/>
                  </a:lnTo>
                  <a:lnTo>
                    <a:pt x="21420" y="1000"/>
                  </a:lnTo>
                  <a:lnTo>
                    <a:pt x="21312" y="500"/>
                  </a:lnTo>
                  <a:lnTo>
                    <a:pt x="21133" y="0"/>
                  </a:lnTo>
                  <a:lnTo>
                    <a:pt x="21025" y="1000"/>
                  </a:lnTo>
                  <a:lnTo>
                    <a:pt x="21480" y="48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94" name="Freeform 57"/>
            <p:cNvSpPr/>
            <p:nvPr/>
          </p:nvSpPr>
          <p:spPr>
            <a:xfrm>
              <a:off x="367479" y="4035"/>
              <a:ext cx="235431" cy="1108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9" y="18612"/>
                  </a:moveTo>
                  <a:lnTo>
                    <a:pt x="932" y="21600"/>
                  </a:lnTo>
                  <a:lnTo>
                    <a:pt x="2906" y="20866"/>
                  </a:lnTo>
                  <a:lnTo>
                    <a:pt x="5153" y="20132"/>
                  </a:lnTo>
                  <a:lnTo>
                    <a:pt x="7648" y="19083"/>
                  </a:lnTo>
                  <a:lnTo>
                    <a:pt x="10416" y="17825"/>
                  </a:lnTo>
                  <a:lnTo>
                    <a:pt x="11869" y="16829"/>
                  </a:lnTo>
                  <a:lnTo>
                    <a:pt x="13294" y="15571"/>
                  </a:lnTo>
                  <a:lnTo>
                    <a:pt x="14747" y="14050"/>
                  </a:lnTo>
                  <a:lnTo>
                    <a:pt x="16200" y="12320"/>
                  </a:lnTo>
                  <a:lnTo>
                    <a:pt x="17516" y="10276"/>
                  </a:lnTo>
                  <a:lnTo>
                    <a:pt x="18969" y="7759"/>
                  </a:lnTo>
                  <a:lnTo>
                    <a:pt x="20284" y="5033"/>
                  </a:lnTo>
                  <a:lnTo>
                    <a:pt x="21600" y="1730"/>
                  </a:lnTo>
                  <a:lnTo>
                    <a:pt x="20284" y="0"/>
                  </a:lnTo>
                  <a:lnTo>
                    <a:pt x="19106" y="2988"/>
                  </a:lnTo>
                  <a:lnTo>
                    <a:pt x="17790" y="5767"/>
                  </a:lnTo>
                  <a:lnTo>
                    <a:pt x="16474" y="8021"/>
                  </a:lnTo>
                  <a:lnTo>
                    <a:pt x="15295" y="9804"/>
                  </a:lnTo>
                  <a:lnTo>
                    <a:pt x="13843" y="11534"/>
                  </a:lnTo>
                  <a:lnTo>
                    <a:pt x="12527" y="12792"/>
                  </a:lnTo>
                  <a:lnTo>
                    <a:pt x="11211" y="13841"/>
                  </a:lnTo>
                  <a:lnTo>
                    <a:pt x="9895" y="14837"/>
                  </a:lnTo>
                  <a:lnTo>
                    <a:pt x="7237" y="16095"/>
                  </a:lnTo>
                  <a:lnTo>
                    <a:pt x="4879" y="17091"/>
                  </a:lnTo>
                  <a:lnTo>
                    <a:pt x="2494" y="17825"/>
                  </a:lnTo>
                  <a:lnTo>
                    <a:pt x="521" y="18612"/>
                  </a:lnTo>
                  <a:lnTo>
                    <a:pt x="521" y="21600"/>
                  </a:lnTo>
                  <a:lnTo>
                    <a:pt x="521" y="18612"/>
                  </a:lnTo>
                  <a:lnTo>
                    <a:pt x="274" y="18874"/>
                  </a:lnTo>
                  <a:lnTo>
                    <a:pt x="0" y="19346"/>
                  </a:lnTo>
                  <a:lnTo>
                    <a:pt x="0" y="20604"/>
                  </a:lnTo>
                  <a:lnTo>
                    <a:pt x="137" y="21128"/>
                  </a:lnTo>
                  <a:lnTo>
                    <a:pt x="274" y="21390"/>
                  </a:lnTo>
                  <a:lnTo>
                    <a:pt x="658" y="21600"/>
                  </a:lnTo>
                  <a:lnTo>
                    <a:pt x="932" y="21600"/>
                  </a:lnTo>
                  <a:lnTo>
                    <a:pt x="1069" y="1861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95" name="Freeform 58"/>
            <p:cNvSpPr/>
            <p:nvPr/>
          </p:nvSpPr>
          <p:spPr>
            <a:xfrm>
              <a:off x="373156" y="99539"/>
              <a:ext cx="204058" cy="295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42" y="9425"/>
                  </a:moveTo>
                  <a:lnTo>
                    <a:pt x="20525" y="0"/>
                  </a:lnTo>
                  <a:lnTo>
                    <a:pt x="17172" y="3731"/>
                  </a:lnTo>
                  <a:lnTo>
                    <a:pt x="14453" y="6480"/>
                  </a:lnTo>
                  <a:lnTo>
                    <a:pt x="12018" y="9425"/>
                  </a:lnTo>
                  <a:lnTo>
                    <a:pt x="10057" y="10407"/>
                  </a:lnTo>
                  <a:lnTo>
                    <a:pt x="7906" y="10407"/>
                  </a:lnTo>
                  <a:lnTo>
                    <a:pt x="5787" y="8444"/>
                  </a:lnTo>
                  <a:lnTo>
                    <a:pt x="3352" y="5695"/>
                  </a:lnTo>
                  <a:lnTo>
                    <a:pt x="633" y="0"/>
                  </a:lnTo>
                  <a:lnTo>
                    <a:pt x="0" y="11193"/>
                  </a:lnTo>
                  <a:lnTo>
                    <a:pt x="2910" y="16887"/>
                  </a:lnTo>
                  <a:lnTo>
                    <a:pt x="5471" y="19833"/>
                  </a:lnTo>
                  <a:lnTo>
                    <a:pt x="7748" y="21600"/>
                  </a:lnTo>
                  <a:lnTo>
                    <a:pt x="10057" y="21600"/>
                  </a:lnTo>
                  <a:lnTo>
                    <a:pt x="12334" y="20618"/>
                  </a:lnTo>
                  <a:lnTo>
                    <a:pt x="14737" y="18851"/>
                  </a:lnTo>
                  <a:lnTo>
                    <a:pt x="17489" y="15120"/>
                  </a:lnTo>
                  <a:lnTo>
                    <a:pt x="20841" y="11193"/>
                  </a:lnTo>
                  <a:lnTo>
                    <a:pt x="19924" y="1767"/>
                  </a:lnTo>
                  <a:lnTo>
                    <a:pt x="20841" y="11193"/>
                  </a:lnTo>
                  <a:lnTo>
                    <a:pt x="21284" y="10407"/>
                  </a:lnTo>
                  <a:lnTo>
                    <a:pt x="21600" y="8444"/>
                  </a:lnTo>
                  <a:lnTo>
                    <a:pt x="21600" y="2749"/>
                  </a:lnTo>
                  <a:lnTo>
                    <a:pt x="21284" y="982"/>
                  </a:lnTo>
                  <a:lnTo>
                    <a:pt x="20967" y="0"/>
                  </a:lnTo>
                  <a:lnTo>
                    <a:pt x="20525" y="0"/>
                  </a:lnTo>
                  <a:lnTo>
                    <a:pt x="21442" y="942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96" name="Freeform 59"/>
            <p:cNvSpPr/>
            <p:nvPr/>
          </p:nvSpPr>
          <p:spPr>
            <a:xfrm>
              <a:off x="336109" y="101961"/>
              <a:ext cx="239612" cy="1035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58" y="18346"/>
                  </a:moveTo>
                  <a:lnTo>
                    <a:pt x="889" y="21600"/>
                  </a:lnTo>
                  <a:lnTo>
                    <a:pt x="3878" y="21319"/>
                  </a:lnTo>
                  <a:lnTo>
                    <a:pt x="6706" y="20758"/>
                  </a:lnTo>
                  <a:lnTo>
                    <a:pt x="7999" y="20254"/>
                  </a:lnTo>
                  <a:lnTo>
                    <a:pt x="9426" y="19692"/>
                  </a:lnTo>
                  <a:lnTo>
                    <a:pt x="10719" y="18907"/>
                  </a:lnTo>
                  <a:lnTo>
                    <a:pt x="12012" y="18065"/>
                  </a:lnTo>
                  <a:lnTo>
                    <a:pt x="13197" y="16999"/>
                  </a:lnTo>
                  <a:lnTo>
                    <a:pt x="14490" y="15653"/>
                  </a:lnTo>
                  <a:lnTo>
                    <a:pt x="15648" y="14026"/>
                  </a:lnTo>
                  <a:lnTo>
                    <a:pt x="16941" y="12175"/>
                  </a:lnTo>
                  <a:lnTo>
                    <a:pt x="18099" y="10267"/>
                  </a:lnTo>
                  <a:lnTo>
                    <a:pt x="19257" y="7855"/>
                  </a:lnTo>
                  <a:lnTo>
                    <a:pt x="20442" y="5162"/>
                  </a:lnTo>
                  <a:lnTo>
                    <a:pt x="21600" y="2188"/>
                  </a:lnTo>
                  <a:lnTo>
                    <a:pt x="20307" y="0"/>
                  </a:lnTo>
                  <a:lnTo>
                    <a:pt x="19257" y="2974"/>
                  </a:lnTo>
                  <a:lnTo>
                    <a:pt x="18099" y="5386"/>
                  </a:lnTo>
                  <a:lnTo>
                    <a:pt x="17075" y="7574"/>
                  </a:lnTo>
                  <a:lnTo>
                    <a:pt x="15890" y="9425"/>
                  </a:lnTo>
                  <a:lnTo>
                    <a:pt x="14867" y="11333"/>
                  </a:lnTo>
                  <a:lnTo>
                    <a:pt x="13709" y="12679"/>
                  </a:lnTo>
                  <a:lnTo>
                    <a:pt x="12551" y="13745"/>
                  </a:lnTo>
                  <a:lnTo>
                    <a:pt x="11366" y="14868"/>
                  </a:lnTo>
                  <a:lnTo>
                    <a:pt x="9049" y="16438"/>
                  </a:lnTo>
                  <a:lnTo>
                    <a:pt x="7757" y="16999"/>
                  </a:lnTo>
                  <a:lnTo>
                    <a:pt x="6464" y="17280"/>
                  </a:lnTo>
                  <a:lnTo>
                    <a:pt x="3744" y="17785"/>
                  </a:lnTo>
                  <a:lnTo>
                    <a:pt x="754" y="18346"/>
                  </a:lnTo>
                  <a:lnTo>
                    <a:pt x="512" y="21600"/>
                  </a:lnTo>
                  <a:lnTo>
                    <a:pt x="754" y="18346"/>
                  </a:lnTo>
                  <a:lnTo>
                    <a:pt x="512" y="18346"/>
                  </a:lnTo>
                  <a:lnTo>
                    <a:pt x="242" y="18907"/>
                  </a:lnTo>
                  <a:lnTo>
                    <a:pt x="108" y="19412"/>
                  </a:lnTo>
                  <a:lnTo>
                    <a:pt x="0" y="19973"/>
                  </a:lnTo>
                  <a:lnTo>
                    <a:pt x="108" y="20478"/>
                  </a:lnTo>
                  <a:lnTo>
                    <a:pt x="242" y="21039"/>
                  </a:lnTo>
                  <a:lnTo>
                    <a:pt x="512" y="21600"/>
                  </a:lnTo>
                  <a:lnTo>
                    <a:pt x="889" y="21600"/>
                  </a:lnTo>
                  <a:lnTo>
                    <a:pt x="1158" y="1834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97" name="Freeform 60"/>
            <p:cNvSpPr/>
            <p:nvPr/>
          </p:nvSpPr>
          <p:spPr>
            <a:xfrm>
              <a:off x="341786" y="189932"/>
              <a:ext cx="193602" cy="33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300" y="15725"/>
                  </a:moveTo>
                  <a:lnTo>
                    <a:pt x="20500" y="6566"/>
                  </a:lnTo>
                  <a:lnTo>
                    <a:pt x="17433" y="9158"/>
                  </a:lnTo>
                  <a:lnTo>
                    <a:pt x="14733" y="10714"/>
                  </a:lnTo>
                  <a:lnTo>
                    <a:pt x="12167" y="11578"/>
                  </a:lnTo>
                  <a:lnTo>
                    <a:pt x="9600" y="10714"/>
                  </a:lnTo>
                  <a:lnTo>
                    <a:pt x="7367" y="10022"/>
                  </a:lnTo>
                  <a:lnTo>
                    <a:pt x="5100" y="7430"/>
                  </a:lnTo>
                  <a:lnTo>
                    <a:pt x="2867" y="5011"/>
                  </a:lnTo>
                  <a:lnTo>
                    <a:pt x="800" y="0"/>
                  </a:lnTo>
                  <a:lnTo>
                    <a:pt x="0" y="10022"/>
                  </a:lnTo>
                  <a:lnTo>
                    <a:pt x="2233" y="14170"/>
                  </a:lnTo>
                  <a:lnTo>
                    <a:pt x="4633" y="18317"/>
                  </a:lnTo>
                  <a:lnTo>
                    <a:pt x="7033" y="19872"/>
                  </a:lnTo>
                  <a:lnTo>
                    <a:pt x="9600" y="21600"/>
                  </a:lnTo>
                  <a:lnTo>
                    <a:pt x="12167" y="21600"/>
                  </a:lnTo>
                  <a:lnTo>
                    <a:pt x="14900" y="20736"/>
                  </a:lnTo>
                  <a:lnTo>
                    <a:pt x="17767" y="19008"/>
                  </a:lnTo>
                  <a:lnTo>
                    <a:pt x="20800" y="17453"/>
                  </a:lnTo>
                  <a:lnTo>
                    <a:pt x="19867" y="8294"/>
                  </a:lnTo>
                  <a:lnTo>
                    <a:pt x="20800" y="17453"/>
                  </a:lnTo>
                  <a:lnTo>
                    <a:pt x="21133" y="16589"/>
                  </a:lnTo>
                  <a:lnTo>
                    <a:pt x="21467" y="14861"/>
                  </a:lnTo>
                  <a:lnTo>
                    <a:pt x="21600" y="13306"/>
                  </a:lnTo>
                  <a:lnTo>
                    <a:pt x="21600" y="10714"/>
                  </a:lnTo>
                  <a:lnTo>
                    <a:pt x="21467" y="9158"/>
                  </a:lnTo>
                  <a:lnTo>
                    <a:pt x="21133" y="7430"/>
                  </a:lnTo>
                  <a:lnTo>
                    <a:pt x="20800" y="6566"/>
                  </a:lnTo>
                  <a:lnTo>
                    <a:pt x="20500" y="6566"/>
                  </a:lnTo>
                  <a:lnTo>
                    <a:pt x="21300" y="1572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</p:grpSp>
      <p:sp>
        <p:nvSpPr>
          <p:cNvPr id="199" name="Прямая соединительная линия 3098"/>
          <p:cNvSpPr/>
          <p:nvPr/>
        </p:nvSpPr>
        <p:spPr>
          <a:xfrm>
            <a:off x="2055324" y="732470"/>
            <a:ext cx="9141764" cy="4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endParaRPr dirty="0"/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FC415803-5207-43D5-A838-B02E54090865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095181" y="6414762"/>
            <a:ext cx="258620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888888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fld id="{86CB4B4D-7CA3-9044-876B-883B54F8677D}" type="slidenum">
              <a:rPr lang="ru-RU" smtClean="0"/>
              <a:pPr/>
              <a:t>3</a:t>
            </a:fld>
            <a:endParaRPr lang="ru-RU"/>
          </a:p>
        </p:txBody>
      </p:sp>
      <p:sp>
        <p:nvSpPr>
          <p:cNvPr id="62" name="Возможность визуализировать индикаторы доменных процессов может помочь заинтересованным сторонам лучше понимать данные и принимать обоснованные решения на их основе.…">
            <a:extLst>
              <a:ext uri="{FF2B5EF4-FFF2-40B4-BE49-F238E27FC236}">
                <a16:creationId xmlns:a16="http://schemas.microsoft.com/office/drawing/2014/main" id="{7B173FEB-B85F-4238-8825-C7A63B3D1C5C}"/>
              </a:ext>
            </a:extLst>
          </p:cNvPr>
          <p:cNvSpPr txBox="1"/>
          <p:nvPr/>
        </p:nvSpPr>
        <p:spPr>
          <a:xfrm>
            <a:off x="205978" y="1832800"/>
            <a:ext cx="11525621" cy="129586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Современные инженерные расчёты в металлургии требуют автоматизации, воспроизводимости и удобного анализа результатов. Использование комплексных программных систем снижает влияние ручных ошибок и повышает эффективность принятия технологических решений.</a:t>
            </a:r>
          </a:p>
        </p:txBody>
      </p:sp>
      <p:pic>
        <p:nvPicPr>
          <p:cNvPr id="2052" name="Picture 4" descr="1С Автоматизация управления металлургического комбината ...">
            <a:extLst>
              <a:ext uri="{FF2B5EF4-FFF2-40B4-BE49-F238E27FC236}">
                <a16:creationId xmlns:a16="http://schemas.microsoft.com/office/drawing/2014/main" id="{FA05094A-0DD3-473B-870E-E4996D0E22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1" y="3045873"/>
            <a:ext cx="4876800" cy="3152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5" name="Цель работы">
            <a:extLst>
              <a:ext uri="{FF2B5EF4-FFF2-40B4-BE49-F238E27FC236}">
                <a16:creationId xmlns:a16="http://schemas.microsoft.com/office/drawing/2014/main" id="{0803B7FB-3C6E-41CF-B490-1ACE2E15F46F}"/>
              </a:ext>
            </a:extLst>
          </p:cNvPr>
          <p:cNvSpPr txBox="1"/>
          <p:nvPr/>
        </p:nvSpPr>
        <p:spPr>
          <a:xfrm>
            <a:off x="365689" y="1154075"/>
            <a:ext cx="3299232" cy="6463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sz="3200"/>
            </a:pPr>
            <a:r>
              <a:rPr lang="ru-RU" sz="3600" b="1" noProof="0" dirty="0">
                <a:latin typeface="+mj-ea"/>
                <a:ea typeface="+mj-ea"/>
              </a:rPr>
              <a:t>Актуальность</a:t>
            </a:r>
            <a:endParaRPr lang="ru-RU" sz="3600" b="1" noProof="0" dirty="0">
              <a:latin typeface="+mj-ea"/>
              <a:ea typeface="+mj-ea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11322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7" y="12115"/>
            <a:ext cx="2034240" cy="68893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54" name="Group 13"/>
          <p:cNvGrpSpPr/>
          <p:nvPr/>
        </p:nvGrpSpPr>
        <p:grpSpPr>
          <a:xfrm>
            <a:off x="11407140" y="93998"/>
            <a:ext cx="605898" cy="638143"/>
            <a:chOff x="-1" y="0"/>
            <a:chExt cx="605897" cy="638142"/>
          </a:xfrm>
        </p:grpSpPr>
        <p:sp>
          <p:nvSpPr>
            <p:cNvPr id="207" name="Freeform 14"/>
            <p:cNvSpPr/>
            <p:nvPr/>
          </p:nvSpPr>
          <p:spPr>
            <a:xfrm>
              <a:off x="87537" y="343551"/>
              <a:ext cx="182249" cy="2453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4784"/>
                  </a:moveTo>
                  <a:lnTo>
                    <a:pt x="21600" y="0"/>
                  </a:lnTo>
                  <a:lnTo>
                    <a:pt x="21600" y="5116"/>
                  </a:lnTo>
                  <a:lnTo>
                    <a:pt x="14483" y="6703"/>
                  </a:lnTo>
                  <a:lnTo>
                    <a:pt x="14660" y="20250"/>
                  </a:lnTo>
                  <a:lnTo>
                    <a:pt x="6976" y="21600"/>
                  </a:lnTo>
                  <a:lnTo>
                    <a:pt x="6976" y="8408"/>
                  </a:lnTo>
                  <a:lnTo>
                    <a:pt x="0" y="10018"/>
                  </a:lnTo>
                  <a:lnTo>
                    <a:pt x="0" y="4784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08" name="Freeform 15"/>
            <p:cNvSpPr/>
            <p:nvPr/>
          </p:nvSpPr>
          <p:spPr>
            <a:xfrm>
              <a:off x="84848" y="335750"/>
              <a:ext cx="193602" cy="699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409"/>
                  </a:moveTo>
                  <a:lnTo>
                    <a:pt x="20333" y="0"/>
                  </a:lnTo>
                  <a:lnTo>
                    <a:pt x="0" y="16782"/>
                  </a:lnTo>
                  <a:lnTo>
                    <a:pt x="633" y="21600"/>
                  </a:lnTo>
                  <a:lnTo>
                    <a:pt x="20967" y="4818"/>
                  </a:lnTo>
                  <a:lnTo>
                    <a:pt x="19700" y="2409"/>
                  </a:lnTo>
                  <a:lnTo>
                    <a:pt x="20967" y="4818"/>
                  </a:lnTo>
                  <a:lnTo>
                    <a:pt x="21300" y="4403"/>
                  </a:lnTo>
                  <a:lnTo>
                    <a:pt x="21600" y="3655"/>
                  </a:lnTo>
                  <a:lnTo>
                    <a:pt x="21600" y="1662"/>
                  </a:lnTo>
                  <a:lnTo>
                    <a:pt x="21467" y="831"/>
                  </a:lnTo>
                  <a:lnTo>
                    <a:pt x="20800" y="0"/>
                  </a:lnTo>
                  <a:lnTo>
                    <a:pt x="20333" y="0"/>
                  </a:lnTo>
                  <a:lnTo>
                    <a:pt x="21600" y="240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09" name="Freeform 16"/>
            <p:cNvSpPr/>
            <p:nvPr/>
          </p:nvSpPr>
          <p:spPr>
            <a:xfrm>
              <a:off x="261417" y="343551"/>
              <a:ext cx="17033" cy="67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400" y="21168"/>
                  </a:moveTo>
                  <a:lnTo>
                    <a:pt x="21600" y="18662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8662"/>
                  </a:lnTo>
                  <a:lnTo>
                    <a:pt x="7200" y="16157"/>
                  </a:lnTo>
                  <a:lnTo>
                    <a:pt x="0" y="18662"/>
                  </a:lnTo>
                  <a:lnTo>
                    <a:pt x="0" y="19958"/>
                  </a:lnTo>
                  <a:lnTo>
                    <a:pt x="3411" y="20736"/>
                  </a:lnTo>
                  <a:lnTo>
                    <a:pt x="7200" y="21168"/>
                  </a:lnTo>
                  <a:lnTo>
                    <a:pt x="10611" y="21600"/>
                  </a:lnTo>
                  <a:lnTo>
                    <a:pt x="18189" y="20736"/>
                  </a:lnTo>
                  <a:lnTo>
                    <a:pt x="21600" y="19958"/>
                  </a:lnTo>
                  <a:lnTo>
                    <a:pt x="21600" y="18662"/>
                  </a:lnTo>
                  <a:lnTo>
                    <a:pt x="14400" y="2116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10" name="Freeform 17"/>
            <p:cNvSpPr/>
            <p:nvPr/>
          </p:nvSpPr>
          <p:spPr>
            <a:xfrm>
              <a:off x="201067" y="393859"/>
              <a:ext cx="71707" cy="33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220" y="16589"/>
                  </a:moveTo>
                  <a:lnTo>
                    <a:pt x="3420" y="21600"/>
                  </a:lnTo>
                  <a:lnTo>
                    <a:pt x="21600" y="10022"/>
                  </a:lnTo>
                  <a:lnTo>
                    <a:pt x="19890" y="0"/>
                  </a:lnTo>
                  <a:lnTo>
                    <a:pt x="1710" y="11750"/>
                  </a:lnTo>
                  <a:lnTo>
                    <a:pt x="0" y="16589"/>
                  </a:lnTo>
                  <a:lnTo>
                    <a:pt x="1710" y="11750"/>
                  </a:lnTo>
                  <a:lnTo>
                    <a:pt x="810" y="13306"/>
                  </a:lnTo>
                  <a:lnTo>
                    <a:pt x="0" y="15034"/>
                  </a:lnTo>
                  <a:lnTo>
                    <a:pt x="0" y="18317"/>
                  </a:lnTo>
                  <a:lnTo>
                    <a:pt x="450" y="20045"/>
                  </a:lnTo>
                  <a:lnTo>
                    <a:pt x="1260" y="21600"/>
                  </a:lnTo>
                  <a:lnTo>
                    <a:pt x="3420" y="21600"/>
                  </a:lnTo>
                  <a:lnTo>
                    <a:pt x="5220" y="165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11" name="Freeform 18"/>
            <p:cNvSpPr/>
            <p:nvPr/>
          </p:nvSpPr>
          <p:spPr>
            <a:xfrm>
              <a:off x="201067" y="419686"/>
              <a:ext cx="18527" cy="1616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981" y="21600"/>
                  </a:moveTo>
                  <a:lnTo>
                    <a:pt x="21600" y="20558"/>
                  </a:lnTo>
                  <a:lnTo>
                    <a:pt x="20206" y="0"/>
                  </a:lnTo>
                  <a:lnTo>
                    <a:pt x="0" y="0"/>
                  </a:lnTo>
                  <a:lnTo>
                    <a:pt x="1742" y="20558"/>
                  </a:lnTo>
                  <a:lnTo>
                    <a:pt x="8361" y="19515"/>
                  </a:lnTo>
                  <a:lnTo>
                    <a:pt x="1742" y="20558"/>
                  </a:lnTo>
                  <a:lnTo>
                    <a:pt x="1742" y="21061"/>
                  </a:lnTo>
                  <a:lnTo>
                    <a:pt x="4877" y="21420"/>
                  </a:lnTo>
                  <a:lnTo>
                    <a:pt x="8361" y="21600"/>
                  </a:lnTo>
                  <a:lnTo>
                    <a:pt x="14981" y="21600"/>
                  </a:lnTo>
                  <a:lnTo>
                    <a:pt x="18465" y="21420"/>
                  </a:lnTo>
                  <a:lnTo>
                    <a:pt x="21600" y="21061"/>
                  </a:lnTo>
                  <a:lnTo>
                    <a:pt x="21600" y="20558"/>
                  </a:lnTo>
                  <a:lnTo>
                    <a:pt x="14981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12" name="Freeform 19"/>
            <p:cNvSpPr/>
            <p:nvPr/>
          </p:nvSpPr>
          <p:spPr>
            <a:xfrm>
              <a:off x="136534" y="565767"/>
              <a:ext cx="77383" cy="322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5480"/>
                  </a:moveTo>
                  <a:lnTo>
                    <a:pt x="3169" y="20700"/>
                  </a:lnTo>
                  <a:lnTo>
                    <a:pt x="21600" y="10440"/>
                  </a:lnTo>
                  <a:lnTo>
                    <a:pt x="20015" y="0"/>
                  </a:lnTo>
                  <a:lnTo>
                    <a:pt x="2002" y="10440"/>
                  </a:lnTo>
                  <a:lnTo>
                    <a:pt x="5171" y="15480"/>
                  </a:lnTo>
                  <a:lnTo>
                    <a:pt x="2002" y="10440"/>
                  </a:lnTo>
                  <a:lnTo>
                    <a:pt x="751" y="12060"/>
                  </a:lnTo>
                  <a:lnTo>
                    <a:pt x="334" y="12960"/>
                  </a:lnTo>
                  <a:lnTo>
                    <a:pt x="0" y="15480"/>
                  </a:lnTo>
                  <a:lnTo>
                    <a:pt x="334" y="17280"/>
                  </a:lnTo>
                  <a:lnTo>
                    <a:pt x="334" y="19080"/>
                  </a:lnTo>
                  <a:lnTo>
                    <a:pt x="1168" y="20700"/>
                  </a:lnTo>
                  <a:lnTo>
                    <a:pt x="2002" y="21600"/>
                  </a:lnTo>
                  <a:lnTo>
                    <a:pt x="3169" y="20700"/>
                  </a:lnTo>
                  <a:lnTo>
                    <a:pt x="0" y="1548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13" name="Freeform 20"/>
            <p:cNvSpPr/>
            <p:nvPr/>
          </p:nvSpPr>
          <p:spPr>
            <a:xfrm>
              <a:off x="136534" y="431523"/>
              <a:ext cx="18527" cy="1573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39" y="2105"/>
                  </a:moveTo>
                  <a:lnTo>
                    <a:pt x="0" y="1034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034"/>
                  </a:lnTo>
                  <a:lnTo>
                    <a:pt x="8361" y="0"/>
                  </a:lnTo>
                  <a:lnTo>
                    <a:pt x="21600" y="1034"/>
                  </a:lnTo>
                  <a:lnTo>
                    <a:pt x="19858" y="517"/>
                  </a:lnTo>
                  <a:lnTo>
                    <a:pt x="18465" y="148"/>
                  </a:lnTo>
                  <a:lnTo>
                    <a:pt x="14981" y="0"/>
                  </a:lnTo>
                  <a:lnTo>
                    <a:pt x="6619" y="0"/>
                  </a:lnTo>
                  <a:lnTo>
                    <a:pt x="3135" y="148"/>
                  </a:lnTo>
                  <a:lnTo>
                    <a:pt x="1394" y="517"/>
                  </a:lnTo>
                  <a:lnTo>
                    <a:pt x="0" y="1034"/>
                  </a:lnTo>
                  <a:lnTo>
                    <a:pt x="13239" y="210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14" name="Freeform 21"/>
            <p:cNvSpPr/>
            <p:nvPr/>
          </p:nvSpPr>
          <p:spPr>
            <a:xfrm>
              <a:off x="78873" y="431523"/>
              <a:ext cx="69018" cy="333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723"/>
                  </a:moveTo>
                  <a:lnTo>
                    <a:pt x="3647" y="20903"/>
                  </a:lnTo>
                  <a:lnTo>
                    <a:pt x="21600" y="9929"/>
                  </a:lnTo>
                  <a:lnTo>
                    <a:pt x="20291" y="0"/>
                  </a:lnTo>
                  <a:lnTo>
                    <a:pt x="1870" y="11671"/>
                  </a:lnTo>
                  <a:lnTo>
                    <a:pt x="5423" y="16723"/>
                  </a:lnTo>
                  <a:lnTo>
                    <a:pt x="1870" y="11671"/>
                  </a:lnTo>
                  <a:lnTo>
                    <a:pt x="935" y="12542"/>
                  </a:lnTo>
                  <a:lnTo>
                    <a:pt x="0" y="14110"/>
                  </a:lnTo>
                  <a:lnTo>
                    <a:pt x="0" y="18290"/>
                  </a:lnTo>
                  <a:lnTo>
                    <a:pt x="468" y="20032"/>
                  </a:lnTo>
                  <a:lnTo>
                    <a:pt x="1403" y="20903"/>
                  </a:lnTo>
                  <a:lnTo>
                    <a:pt x="2244" y="21600"/>
                  </a:lnTo>
                  <a:lnTo>
                    <a:pt x="3647" y="20903"/>
                  </a:lnTo>
                  <a:lnTo>
                    <a:pt x="0" y="1672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15" name="Freeform 22"/>
            <p:cNvSpPr/>
            <p:nvPr/>
          </p:nvSpPr>
          <p:spPr>
            <a:xfrm>
              <a:off x="78873" y="390093"/>
              <a:ext cx="17332" cy="67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448" y="0"/>
                  </a:moveTo>
                  <a:lnTo>
                    <a:pt x="0" y="2506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506"/>
                  </a:lnTo>
                  <a:lnTo>
                    <a:pt x="14524" y="5011"/>
                  </a:lnTo>
                  <a:lnTo>
                    <a:pt x="21600" y="2506"/>
                  </a:lnTo>
                  <a:lnTo>
                    <a:pt x="21600" y="1642"/>
                  </a:lnTo>
                  <a:lnTo>
                    <a:pt x="14524" y="0"/>
                  </a:lnTo>
                  <a:lnTo>
                    <a:pt x="7448" y="0"/>
                  </a:lnTo>
                  <a:lnTo>
                    <a:pt x="3724" y="864"/>
                  </a:lnTo>
                  <a:lnTo>
                    <a:pt x="0" y="1642"/>
                  </a:lnTo>
                  <a:lnTo>
                    <a:pt x="0" y="2506"/>
                  </a:lnTo>
                  <a:lnTo>
                    <a:pt x="7448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16" name="Freeform 23"/>
            <p:cNvSpPr/>
            <p:nvPr/>
          </p:nvSpPr>
          <p:spPr>
            <a:xfrm>
              <a:off x="367479" y="260957"/>
              <a:ext cx="212424" cy="2698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613" y="18413"/>
                  </a:moveTo>
                  <a:lnTo>
                    <a:pt x="21600" y="17056"/>
                  </a:lnTo>
                  <a:lnTo>
                    <a:pt x="21600" y="0"/>
                  </a:lnTo>
                  <a:lnTo>
                    <a:pt x="21327" y="215"/>
                  </a:lnTo>
                  <a:lnTo>
                    <a:pt x="10359" y="8786"/>
                  </a:lnTo>
                  <a:lnTo>
                    <a:pt x="0" y="3833"/>
                  </a:lnTo>
                  <a:lnTo>
                    <a:pt x="0" y="3919"/>
                  </a:lnTo>
                  <a:lnTo>
                    <a:pt x="0" y="3833"/>
                  </a:lnTo>
                  <a:lnTo>
                    <a:pt x="0" y="21600"/>
                  </a:lnTo>
                  <a:lnTo>
                    <a:pt x="7018" y="20265"/>
                  </a:lnTo>
                  <a:lnTo>
                    <a:pt x="7018" y="13740"/>
                  </a:lnTo>
                  <a:lnTo>
                    <a:pt x="10663" y="15505"/>
                  </a:lnTo>
                  <a:lnTo>
                    <a:pt x="10663" y="15613"/>
                  </a:lnTo>
                  <a:lnTo>
                    <a:pt x="14613" y="12512"/>
                  </a:lnTo>
                  <a:lnTo>
                    <a:pt x="14613" y="18413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17" name="Freeform 24"/>
            <p:cNvSpPr/>
            <p:nvPr/>
          </p:nvSpPr>
          <p:spPr>
            <a:xfrm>
              <a:off x="508196" y="466228"/>
              <a:ext cx="80371" cy="322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43" y="5220"/>
                  </a:moveTo>
                  <a:lnTo>
                    <a:pt x="18549" y="0"/>
                  </a:lnTo>
                  <a:lnTo>
                    <a:pt x="0" y="11340"/>
                  </a:lnTo>
                  <a:lnTo>
                    <a:pt x="1124" y="21600"/>
                  </a:lnTo>
                  <a:lnTo>
                    <a:pt x="20074" y="10440"/>
                  </a:lnTo>
                  <a:lnTo>
                    <a:pt x="21600" y="5220"/>
                  </a:lnTo>
                  <a:lnTo>
                    <a:pt x="20074" y="10440"/>
                  </a:lnTo>
                  <a:lnTo>
                    <a:pt x="20877" y="9540"/>
                  </a:lnTo>
                  <a:lnTo>
                    <a:pt x="21600" y="7740"/>
                  </a:lnTo>
                  <a:lnTo>
                    <a:pt x="21600" y="4320"/>
                  </a:lnTo>
                  <a:lnTo>
                    <a:pt x="21199" y="2700"/>
                  </a:lnTo>
                  <a:lnTo>
                    <a:pt x="20476" y="900"/>
                  </a:lnTo>
                  <a:lnTo>
                    <a:pt x="19673" y="0"/>
                  </a:lnTo>
                  <a:lnTo>
                    <a:pt x="18549" y="0"/>
                  </a:lnTo>
                  <a:lnTo>
                    <a:pt x="16943" y="52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18" name="Freeform 25"/>
            <p:cNvSpPr/>
            <p:nvPr/>
          </p:nvSpPr>
          <p:spPr>
            <a:xfrm>
              <a:off x="571235" y="255846"/>
              <a:ext cx="17332" cy="218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772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506"/>
                  </a:lnTo>
                  <a:lnTo>
                    <a:pt x="18248" y="240"/>
                  </a:lnTo>
                  <a:lnTo>
                    <a:pt x="14524" y="133"/>
                  </a:lnTo>
                  <a:lnTo>
                    <a:pt x="10800" y="0"/>
                  </a:lnTo>
                  <a:lnTo>
                    <a:pt x="7448" y="133"/>
                  </a:lnTo>
                  <a:lnTo>
                    <a:pt x="3724" y="240"/>
                  </a:lnTo>
                  <a:lnTo>
                    <a:pt x="0" y="506"/>
                  </a:lnTo>
                  <a:lnTo>
                    <a:pt x="0" y="77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19" name="Freeform 26"/>
            <p:cNvSpPr/>
            <p:nvPr/>
          </p:nvSpPr>
          <p:spPr>
            <a:xfrm>
              <a:off x="571235" y="251810"/>
              <a:ext cx="17332" cy="142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38" y="21600"/>
                  </a:moveTo>
                  <a:lnTo>
                    <a:pt x="0" y="11819"/>
                  </a:lnTo>
                  <a:lnTo>
                    <a:pt x="0" y="17932"/>
                  </a:lnTo>
                  <a:lnTo>
                    <a:pt x="21600" y="19562"/>
                  </a:lnTo>
                  <a:lnTo>
                    <a:pt x="21600" y="13857"/>
                  </a:lnTo>
                  <a:lnTo>
                    <a:pt x="1862" y="6113"/>
                  </a:lnTo>
                  <a:lnTo>
                    <a:pt x="21600" y="13857"/>
                  </a:lnTo>
                  <a:lnTo>
                    <a:pt x="21600" y="8151"/>
                  </a:lnTo>
                  <a:lnTo>
                    <a:pt x="19738" y="4075"/>
                  </a:lnTo>
                  <a:lnTo>
                    <a:pt x="16386" y="2038"/>
                  </a:lnTo>
                  <a:lnTo>
                    <a:pt x="10800" y="0"/>
                  </a:lnTo>
                  <a:lnTo>
                    <a:pt x="7448" y="2038"/>
                  </a:lnTo>
                  <a:lnTo>
                    <a:pt x="3724" y="4075"/>
                  </a:lnTo>
                  <a:lnTo>
                    <a:pt x="1862" y="8151"/>
                  </a:lnTo>
                  <a:lnTo>
                    <a:pt x="0" y="11819"/>
                  </a:lnTo>
                  <a:lnTo>
                    <a:pt x="19738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20" name="Freeform 27"/>
            <p:cNvSpPr/>
            <p:nvPr/>
          </p:nvSpPr>
          <p:spPr>
            <a:xfrm>
              <a:off x="571235" y="255846"/>
              <a:ext cx="17332" cy="129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550"/>
                  </a:moveTo>
                  <a:lnTo>
                    <a:pt x="19738" y="17100"/>
                  </a:lnTo>
                  <a:lnTo>
                    <a:pt x="1862" y="0"/>
                  </a:lnTo>
                  <a:lnTo>
                    <a:pt x="21600" y="8550"/>
                  </a:lnTo>
                  <a:lnTo>
                    <a:pt x="1862" y="0"/>
                  </a:lnTo>
                  <a:lnTo>
                    <a:pt x="0" y="4050"/>
                  </a:lnTo>
                  <a:lnTo>
                    <a:pt x="0" y="14850"/>
                  </a:lnTo>
                  <a:lnTo>
                    <a:pt x="3724" y="19350"/>
                  </a:lnTo>
                  <a:lnTo>
                    <a:pt x="7448" y="21600"/>
                  </a:lnTo>
                  <a:lnTo>
                    <a:pt x="16386" y="21600"/>
                  </a:lnTo>
                  <a:lnTo>
                    <a:pt x="19738" y="17100"/>
                  </a:lnTo>
                  <a:lnTo>
                    <a:pt x="0" y="855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21" name="Freeform 28"/>
            <p:cNvSpPr/>
            <p:nvPr/>
          </p:nvSpPr>
          <p:spPr>
            <a:xfrm>
              <a:off x="571235" y="251810"/>
              <a:ext cx="17332" cy="142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38" y="21600"/>
                  </a:moveTo>
                  <a:lnTo>
                    <a:pt x="0" y="13857"/>
                  </a:lnTo>
                  <a:lnTo>
                    <a:pt x="21600" y="13857"/>
                  </a:lnTo>
                  <a:lnTo>
                    <a:pt x="1862" y="6113"/>
                  </a:lnTo>
                  <a:lnTo>
                    <a:pt x="21600" y="13857"/>
                  </a:lnTo>
                  <a:lnTo>
                    <a:pt x="21600" y="8151"/>
                  </a:lnTo>
                  <a:lnTo>
                    <a:pt x="18248" y="4075"/>
                  </a:lnTo>
                  <a:lnTo>
                    <a:pt x="10800" y="0"/>
                  </a:lnTo>
                  <a:lnTo>
                    <a:pt x="7448" y="2038"/>
                  </a:lnTo>
                  <a:lnTo>
                    <a:pt x="3724" y="4075"/>
                  </a:lnTo>
                  <a:lnTo>
                    <a:pt x="0" y="8151"/>
                  </a:lnTo>
                  <a:lnTo>
                    <a:pt x="0" y="13857"/>
                  </a:lnTo>
                  <a:lnTo>
                    <a:pt x="19738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22" name="Freeform 29"/>
            <p:cNvSpPr/>
            <p:nvPr/>
          </p:nvSpPr>
          <p:spPr>
            <a:xfrm>
              <a:off x="568546" y="255846"/>
              <a:ext cx="18527" cy="153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465" y="18189"/>
                  </a:moveTo>
                  <a:lnTo>
                    <a:pt x="21600" y="14400"/>
                  </a:lnTo>
                  <a:lnTo>
                    <a:pt x="4877" y="0"/>
                  </a:lnTo>
                  <a:lnTo>
                    <a:pt x="1742" y="3411"/>
                  </a:lnTo>
                  <a:lnTo>
                    <a:pt x="0" y="7200"/>
                  </a:lnTo>
                  <a:lnTo>
                    <a:pt x="0" y="12505"/>
                  </a:lnTo>
                  <a:lnTo>
                    <a:pt x="1742" y="16295"/>
                  </a:lnTo>
                  <a:lnTo>
                    <a:pt x="3135" y="20084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465" y="181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23" name="Freeform 30"/>
            <p:cNvSpPr/>
            <p:nvPr/>
          </p:nvSpPr>
          <p:spPr>
            <a:xfrm>
              <a:off x="460992" y="258267"/>
              <a:ext cx="123393" cy="1216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32" y="21122"/>
                  </a:moveTo>
                  <a:lnTo>
                    <a:pt x="2720" y="20883"/>
                  </a:lnTo>
                  <a:lnTo>
                    <a:pt x="21600" y="1864"/>
                  </a:lnTo>
                  <a:lnTo>
                    <a:pt x="19090" y="0"/>
                  </a:lnTo>
                  <a:lnTo>
                    <a:pt x="471" y="19067"/>
                  </a:lnTo>
                  <a:lnTo>
                    <a:pt x="2510" y="18828"/>
                  </a:lnTo>
                  <a:lnTo>
                    <a:pt x="471" y="19067"/>
                  </a:lnTo>
                  <a:lnTo>
                    <a:pt x="0" y="19497"/>
                  </a:lnTo>
                  <a:lnTo>
                    <a:pt x="0" y="20214"/>
                  </a:lnTo>
                  <a:lnTo>
                    <a:pt x="209" y="20644"/>
                  </a:lnTo>
                  <a:lnTo>
                    <a:pt x="471" y="21122"/>
                  </a:lnTo>
                  <a:lnTo>
                    <a:pt x="994" y="21361"/>
                  </a:lnTo>
                  <a:lnTo>
                    <a:pt x="1464" y="21600"/>
                  </a:lnTo>
                  <a:lnTo>
                    <a:pt x="2249" y="21361"/>
                  </a:lnTo>
                  <a:lnTo>
                    <a:pt x="2720" y="20883"/>
                  </a:lnTo>
                  <a:lnTo>
                    <a:pt x="732" y="2112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24" name="Freeform 31"/>
            <p:cNvSpPr/>
            <p:nvPr/>
          </p:nvSpPr>
          <p:spPr>
            <a:xfrm>
              <a:off x="358815" y="301042"/>
              <a:ext cx="116521" cy="761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212" y="2213"/>
                  </a:moveTo>
                  <a:lnTo>
                    <a:pt x="831" y="4045"/>
                  </a:lnTo>
                  <a:lnTo>
                    <a:pt x="19717" y="21600"/>
                  </a:lnTo>
                  <a:lnTo>
                    <a:pt x="21600" y="17936"/>
                  </a:lnTo>
                  <a:lnTo>
                    <a:pt x="2658" y="382"/>
                  </a:lnTo>
                  <a:lnTo>
                    <a:pt x="0" y="2213"/>
                  </a:lnTo>
                  <a:lnTo>
                    <a:pt x="2658" y="382"/>
                  </a:lnTo>
                  <a:lnTo>
                    <a:pt x="1883" y="0"/>
                  </a:lnTo>
                  <a:lnTo>
                    <a:pt x="1329" y="0"/>
                  </a:lnTo>
                  <a:lnTo>
                    <a:pt x="554" y="382"/>
                  </a:lnTo>
                  <a:lnTo>
                    <a:pt x="277" y="1069"/>
                  </a:lnTo>
                  <a:lnTo>
                    <a:pt x="0" y="1832"/>
                  </a:lnTo>
                  <a:lnTo>
                    <a:pt x="0" y="2519"/>
                  </a:lnTo>
                  <a:lnTo>
                    <a:pt x="277" y="3282"/>
                  </a:lnTo>
                  <a:lnTo>
                    <a:pt x="831" y="4045"/>
                  </a:lnTo>
                  <a:lnTo>
                    <a:pt x="3212" y="221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25" name="Freeform 32"/>
            <p:cNvSpPr/>
            <p:nvPr/>
          </p:nvSpPr>
          <p:spPr>
            <a:xfrm>
              <a:off x="358815" y="302387"/>
              <a:ext cx="17332" cy="15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724" y="19705"/>
                  </a:moveTo>
                  <a:lnTo>
                    <a:pt x="21600" y="9095"/>
                  </a:lnTo>
                  <a:lnTo>
                    <a:pt x="0" y="9095"/>
                  </a:lnTo>
                  <a:lnTo>
                    <a:pt x="0" y="10611"/>
                  </a:lnTo>
                  <a:lnTo>
                    <a:pt x="17876" y="0"/>
                  </a:lnTo>
                  <a:lnTo>
                    <a:pt x="0" y="10611"/>
                  </a:lnTo>
                  <a:lnTo>
                    <a:pt x="0" y="14400"/>
                  </a:lnTo>
                  <a:lnTo>
                    <a:pt x="3724" y="18189"/>
                  </a:lnTo>
                  <a:lnTo>
                    <a:pt x="7448" y="19705"/>
                  </a:lnTo>
                  <a:lnTo>
                    <a:pt x="10800" y="21600"/>
                  </a:lnTo>
                  <a:lnTo>
                    <a:pt x="14524" y="19705"/>
                  </a:lnTo>
                  <a:lnTo>
                    <a:pt x="17876" y="18189"/>
                  </a:lnTo>
                  <a:lnTo>
                    <a:pt x="21600" y="14400"/>
                  </a:lnTo>
                  <a:lnTo>
                    <a:pt x="21600" y="9095"/>
                  </a:lnTo>
                  <a:lnTo>
                    <a:pt x="3724" y="1970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26" name="Freeform 33"/>
            <p:cNvSpPr/>
            <p:nvPr/>
          </p:nvSpPr>
          <p:spPr>
            <a:xfrm>
              <a:off x="357620" y="301042"/>
              <a:ext cx="18527" cy="15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989"/>
                  </a:moveTo>
                  <a:lnTo>
                    <a:pt x="4877" y="20084"/>
                  </a:lnTo>
                  <a:lnTo>
                    <a:pt x="4877" y="21600"/>
                  </a:lnTo>
                  <a:lnTo>
                    <a:pt x="18116" y="1895"/>
                  </a:lnTo>
                  <a:lnTo>
                    <a:pt x="16723" y="1895"/>
                  </a:lnTo>
                  <a:lnTo>
                    <a:pt x="0" y="10989"/>
                  </a:lnTo>
                  <a:lnTo>
                    <a:pt x="16723" y="1895"/>
                  </a:lnTo>
                  <a:lnTo>
                    <a:pt x="13239" y="0"/>
                  </a:lnTo>
                  <a:lnTo>
                    <a:pt x="8361" y="0"/>
                  </a:lnTo>
                  <a:lnTo>
                    <a:pt x="4877" y="1895"/>
                  </a:lnTo>
                  <a:lnTo>
                    <a:pt x="3135" y="3411"/>
                  </a:lnTo>
                  <a:lnTo>
                    <a:pt x="1394" y="9095"/>
                  </a:lnTo>
                  <a:lnTo>
                    <a:pt x="0" y="12505"/>
                  </a:lnTo>
                  <a:lnTo>
                    <a:pt x="1394" y="16295"/>
                  </a:lnTo>
                  <a:lnTo>
                    <a:pt x="4877" y="20084"/>
                  </a:lnTo>
                  <a:lnTo>
                    <a:pt x="21600" y="109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27" name="Freeform 34"/>
            <p:cNvSpPr/>
            <p:nvPr/>
          </p:nvSpPr>
          <p:spPr>
            <a:xfrm>
              <a:off x="357620" y="308844"/>
              <a:ext cx="18527" cy="2297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361" y="20158"/>
                  </a:moveTo>
                  <a:lnTo>
                    <a:pt x="21600" y="20867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0867"/>
                  </a:lnTo>
                  <a:lnTo>
                    <a:pt x="13239" y="21600"/>
                  </a:lnTo>
                  <a:lnTo>
                    <a:pt x="0" y="20867"/>
                  </a:lnTo>
                  <a:lnTo>
                    <a:pt x="1394" y="21246"/>
                  </a:lnTo>
                  <a:lnTo>
                    <a:pt x="3135" y="21474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116" y="21474"/>
                  </a:lnTo>
                  <a:lnTo>
                    <a:pt x="19858" y="21246"/>
                  </a:lnTo>
                  <a:lnTo>
                    <a:pt x="21600" y="20867"/>
                  </a:lnTo>
                  <a:lnTo>
                    <a:pt x="8361" y="2015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28" name="Freeform 35"/>
            <p:cNvSpPr/>
            <p:nvPr/>
          </p:nvSpPr>
          <p:spPr>
            <a:xfrm>
              <a:off x="364790" y="506313"/>
              <a:ext cx="80371" cy="322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43" y="5220"/>
                  </a:moveTo>
                  <a:lnTo>
                    <a:pt x="18468" y="0"/>
                  </a:lnTo>
                  <a:lnTo>
                    <a:pt x="0" y="11340"/>
                  </a:lnTo>
                  <a:lnTo>
                    <a:pt x="1124" y="21600"/>
                  </a:lnTo>
                  <a:lnTo>
                    <a:pt x="19994" y="10440"/>
                  </a:lnTo>
                  <a:lnTo>
                    <a:pt x="21600" y="5220"/>
                  </a:lnTo>
                  <a:lnTo>
                    <a:pt x="19994" y="10440"/>
                  </a:lnTo>
                  <a:lnTo>
                    <a:pt x="20797" y="9540"/>
                  </a:lnTo>
                  <a:lnTo>
                    <a:pt x="21600" y="7740"/>
                  </a:lnTo>
                  <a:lnTo>
                    <a:pt x="21600" y="3420"/>
                  </a:lnTo>
                  <a:lnTo>
                    <a:pt x="21199" y="1800"/>
                  </a:lnTo>
                  <a:lnTo>
                    <a:pt x="20396" y="900"/>
                  </a:lnTo>
                  <a:lnTo>
                    <a:pt x="19673" y="0"/>
                  </a:lnTo>
                  <a:lnTo>
                    <a:pt x="18468" y="0"/>
                  </a:lnTo>
                  <a:lnTo>
                    <a:pt x="16943" y="52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29" name="Freeform 36"/>
            <p:cNvSpPr/>
            <p:nvPr/>
          </p:nvSpPr>
          <p:spPr>
            <a:xfrm>
              <a:off x="427829" y="425066"/>
              <a:ext cx="17332" cy="890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014" y="261"/>
                  </a:moveTo>
                  <a:lnTo>
                    <a:pt x="0" y="1827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827"/>
                  </a:lnTo>
                  <a:lnTo>
                    <a:pt x="3724" y="3393"/>
                  </a:lnTo>
                  <a:lnTo>
                    <a:pt x="21600" y="1827"/>
                  </a:lnTo>
                  <a:lnTo>
                    <a:pt x="21600" y="1240"/>
                  </a:lnTo>
                  <a:lnTo>
                    <a:pt x="17876" y="587"/>
                  </a:lnTo>
                  <a:lnTo>
                    <a:pt x="14152" y="0"/>
                  </a:lnTo>
                  <a:lnTo>
                    <a:pt x="7076" y="0"/>
                  </a:lnTo>
                  <a:lnTo>
                    <a:pt x="0" y="1240"/>
                  </a:lnTo>
                  <a:lnTo>
                    <a:pt x="0" y="1827"/>
                  </a:lnTo>
                  <a:lnTo>
                    <a:pt x="16014" y="261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30" name="Freeform 37"/>
            <p:cNvSpPr/>
            <p:nvPr/>
          </p:nvSpPr>
          <p:spPr>
            <a:xfrm>
              <a:off x="430817" y="426143"/>
              <a:ext cx="50196" cy="363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314" y="13920"/>
                  </a:moveTo>
                  <a:lnTo>
                    <a:pt x="19671" y="13120"/>
                  </a:lnTo>
                  <a:lnTo>
                    <a:pt x="4243" y="0"/>
                  </a:lnTo>
                  <a:lnTo>
                    <a:pt x="0" y="7680"/>
                  </a:lnTo>
                  <a:lnTo>
                    <a:pt x="15429" y="20800"/>
                  </a:lnTo>
                  <a:lnTo>
                    <a:pt x="14786" y="20000"/>
                  </a:lnTo>
                  <a:lnTo>
                    <a:pt x="15429" y="20800"/>
                  </a:lnTo>
                  <a:lnTo>
                    <a:pt x="17229" y="21600"/>
                  </a:lnTo>
                  <a:lnTo>
                    <a:pt x="18514" y="21600"/>
                  </a:lnTo>
                  <a:lnTo>
                    <a:pt x="19671" y="20800"/>
                  </a:lnTo>
                  <a:lnTo>
                    <a:pt x="20957" y="19200"/>
                  </a:lnTo>
                  <a:lnTo>
                    <a:pt x="21600" y="17760"/>
                  </a:lnTo>
                  <a:lnTo>
                    <a:pt x="21600" y="16160"/>
                  </a:lnTo>
                  <a:lnTo>
                    <a:pt x="20957" y="14720"/>
                  </a:lnTo>
                  <a:lnTo>
                    <a:pt x="20314" y="139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31" name="Freeform 38"/>
            <p:cNvSpPr/>
            <p:nvPr/>
          </p:nvSpPr>
          <p:spPr>
            <a:xfrm>
              <a:off x="465174" y="449548"/>
              <a:ext cx="17333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2" y="0"/>
                  </a:moveTo>
                  <a:lnTo>
                    <a:pt x="16014" y="0"/>
                  </a:lnTo>
                  <a:lnTo>
                    <a:pt x="0" y="15487"/>
                  </a:lnTo>
                  <a:lnTo>
                    <a:pt x="1862" y="17525"/>
                  </a:lnTo>
                  <a:lnTo>
                    <a:pt x="17876" y="17525"/>
                  </a:lnTo>
                  <a:lnTo>
                    <a:pt x="1862" y="17525"/>
                  </a:lnTo>
                  <a:lnTo>
                    <a:pt x="5214" y="21600"/>
                  </a:lnTo>
                  <a:lnTo>
                    <a:pt x="10800" y="21600"/>
                  </a:lnTo>
                  <a:lnTo>
                    <a:pt x="14152" y="19562"/>
                  </a:lnTo>
                  <a:lnTo>
                    <a:pt x="17876" y="17525"/>
                  </a:lnTo>
                  <a:lnTo>
                    <a:pt x="19738" y="13449"/>
                  </a:lnTo>
                  <a:lnTo>
                    <a:pt x="21600" y="9781"/>
                  </a:lnTo>
                  <a:lnTo>
                    <a:pt x="19738" y="3668"/>
                  </a:lnTo>
                  <a:lnTo>
                    <a:pt x="17876" y="0"/>
                  </a:lnTo>
                  <a:lnTo>
                    <a:pt x="1862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32" name="Freeform 39"/>
            <p:cNvSpPr/>
            <p:nvPr/>
          </p:nvSpPr>
          <p:spPr>
            <a:xfrm>
              <a:off x="466668" y="409463"/>
              <a:ext cx="53184" cy="516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3263"/>
                  </a:moveTo>
                  <a:lnTo>
                    <a:pt x="15169" y="1125"/>
                  </a:lnTo>
                  <a:lnTo>
                    <a:pt x="0" y="16763"/>
                  </a:lnTo>
                  <a:lnTo>
                    <a:pt x="5218" y="21600"/>
                  </a:lnTo>
                  <a:lnTo>
                    <a:pt x="20387" y="5400"/>
                  </a:lnTo>
                  <a:lnTo>
                    <a:pt x="13955" y="3263"/>
                  </a:lnTo>
                  <a:lnTo>
                    <a:pt x="20387" y="5400"/>
                  </a:lnTo>
                  <a:lnTo>
                    <a:pt x="21600" y="4275"/>
                  </a:lnTo>
                  <a:lnTo>
                    <a:pt x="21600" y="3263"/>
                  </a:lnTo>
                  <a:lnTo>
                    <a:pt x="20993" y="1575"/>
                  </a:lnTo>
                  <a:lnTo>
                    <a:pt x="20387" y="1125"/>
                  </a:lnTo>
                  <a:lnTo>
                    <a:pt x="19173" y="0"/>
                  </a:lnTo>
                  <a:lnTo>
                    <a:pt x="16261" y="0"/>
                  </a:lnTo>
                  <a:lnTo>
                    <a:pt x="15169" y="1125"/>
                  </a:lnTo>
                  <a:lnTo>
                    <a:pt x="21600" y="326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33" name="Freeform 40"/>
            <p:cNvSpPr/>
            <p:nvPr/>
          </p:nvSpPr>
          <p:spPr>
            <a:xfrm>
              <a:off x="501026" y="417265"/>
              <a:ext cx="18826" cy="812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229" y="17523"/>
                  </a:moveTo>
                  <a:lnTo>
                    <a:pt x="21600" y="19597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9597"/>
                  </a:lnTo>
                  <a:lnTo>
                    <a:pt x="13029" y="21600"/>
                  </a:lnTo>
                  <a:lnTo>
                    <a:pt x="0" y="19597"/>
                  </a:lnTo>
                  <a:lnTo>
                    <a:pt x="1714" y="20599"/>
                  </a:lnTo>
                  <a:lnTo>
                    <a:pt x="3429" y="21314"/>
                  </a:lnTo>
                  <a:lnTo>
                    <a:pt x="6514" y="21600"/>
                  </a:lnTo>
                  <a:lnTo>
                    <a:pt x="14743" y="21600"/>
                  </a:lnTo>
                  <a:lnTo>
                    <a:pt x="18171" y="21314"/>
                  </a:lnTo>
                  <a:lnTo>
                    <a:pt x="19886" y="20599"/>
                  </a:lnTo>
                  <a:lnTo>
                    <a:pt x="21600" y="19597"/>
                  </a:lnTo>
                  <a:lnTo>
                    <a:pt x="8229" y="1752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34" name="Freeform 41"/>
            <p:cNvSpPr/>
            <p:nvPr/>
          </p:nvSpPr>
          <p:spPr>
            <a:xfrm>
              <a:off x="211224" y="383636"/>
              <a:ext cx="192111" cy="2453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66" y="0"/>
                  </a:moveTo>
                  <a:lnTo>
                    <a:pt x="21600" y="0"/>
                  </a:lnTo>
                  <a:lnTo>
                    <a:pt x="21600" y="17503"/>
                  </a:lnTo>
                  <a:lnTo>
                    <a:pt x="13706" y="19208"/>
                  </a:lnTo>
                  <a:lnTo>
                    <a:pt x="13706" y="14211"/>
                  </a:lnTo>
                  <a:lnTo>
                    <a:pt x="134" y="21482"/>
                  </a:lnTo>
                  <a:lnTo>
                    <a:pt x="0" y="21600"/>
                  </a:lnTo>
                  <a:lnTo>
                    <a:pt x="0" y="3292"/>
                  </a:lnTo>
                  <a:lnTo>
                    <a:pt x="7894" y="1587"/>
                  </a:lnTo>
                  <a:lnTo>
                    <a:pt x="7894" y="7389"/>
                  </a:lnTo>
                  <a:lnTo>
                    <a:pt x="21466" y="0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35" name="Freeform 42"/>
            <p:cNvSpPr/>
            <p:nvPr/>
          </p:nvSpPr>
          <p:spPr>
            <a:xfrm>
              <a:off x="393471" y="377180"/>
              <a:ext cx="17034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11" y="0"/>
                  </a:moveTo>
                  <a:lnTo>
                    <a:pt x="21600" y="9781"/>
                  </a:lnTo>
                  <a:lnTo>
                    <a:pt x="0" y="9781"/>
                  </a:lnTo>
                  <a:lnTo>
                    <a:pt x="18189" y="19562"/>
                  </a:lnTo>
                  <a:lnTo>
                    <a:pt x="0" y="9781"/>
                  </a:lnTo>
                  <a:lnTo>
                    <a:pt x="0" y="15487"/>
                  </a:lnTo>
                  <a:lnTo>
                    <a:pt x="3411" y="19562"/>
                  </a:lnTo>
                  <a:lnTo>
                    <a:pt x="7200" y="21600"/>
                  </a:lnTo>
                  <a:lnTo>
                    <a:pt x="14400" y="21600"/>
                  </a:lnTo>
                  <a:lnTo>
                    <a:pt x="18189" y="19562"/>
                  </a:lnTo>
                  <a:lnTo>
                    <a:pt x="21600" y="15487"/>
                  </a:lnTo>
                  <a:lnTo>
                    <a:pt x="21600" y="9781"/>
                  </a:lnTo>
                  <a:lnTo>
                    <a:pt x="3411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36" name="Freeform 43"/>
            <p:cNvSpPr/>
            <p:nvPr/>
          </p:nvSpPr>
          <p:spPr>
            <a:xfrm>
              <a:off x="393471" y="375835"/>
              <a:ext cx="18528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1819"/>
                  </a:moveTo>
                  <a:lnTo>
                    <a:pt x="3135" y="2038"/>
                  </a:lnTo>
                  <a:lnTo>
                    <a:pt x="16723" y="21600"/>
                  </a:lnTo>
                  <a:lnTo>
                    <a:pt x="18465" y="21600"/>
                  </a:lnTo>
                  <a:lnTo>
                    <a:pt x="0" y="11819"/>
                  </a:lnTo>
                  <a:lnTo>
                    <a:pt x="18465" y="21600"/>
                  </a:lnTo>
                  <a:lnTo>
                    <a:pt x="19858" y="15894"/>
                  </a:lnTo>
                  <a:lnTo>
                    <a:pt x="21600" y="11819"/>
                  </a:lnTo>
                  <a:lnTo>
                    <a:pt x="19858" y="7743"/>
                  </a:lnTo>
                  <a:lnTo>
                    <a:pt x="18465" y="4075"/>
                  </a:lnTo>
                  <a:lnTo>
                    <a:pt x="16723" y="0"/>
                  </a:lnTo>
                  <a:lnTo>
                    <a:pt x="8361" y="0"/>
                  </a:lnTo>
                  <a:lnTo>
                    <a:pt x="3135" y="2038"/>
                  </a:lnTo>
                  <a:lnTo>
                    <a:pt x="21600" y="1181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37" name="Freeform 44"/>
            <p:cNvSpPr/>
            <p:nvPr/>
          </p:nvSpPr>
          <p:spPr>
            <a:xfrm>
              <a:off x="393471" y="383636"/>
              <a:ext cx="18528" cy="206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39" y="21600"/>
                  </a:moveTo>
                  <a:lnTo>
                    <a:pt x="21600" y="20784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0784"/>
                  </a:lnTo>
                  <a:lnTo>
                    <a:pt x="8361" y="19997"/>
                  </a:lnTo>
                  <a:lnTo>
                    <a:pt x="0" y="20784"/>
                  </a:lnTo>
                  <a:lnTo>
                    <a:pt x="1394" y="21206"/>
                  </a:lnTo>
                  <a:lnTo>
                    <a:pt x="3135" y="21459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465" y="21459"/>
                  </a:lnTo>
                  <a:lnTo>
                    <a:pt x="19858" y="21206"/>
                  </a:lnTo>
                  <a:lnTo>
                    <a:pt x="21600" y="20784"/>
                  </a:lnTo>
                  <a:lnTo>
                    <a:pt x="13239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38" name="Freeform 45"/>
            <p:cNvSpPr/>
            <p:nvPr/>
          </p:nvSpPr>
          <p:spPr>
            <a:xfrm>
              <a:off x="324457" y="574914"/>
              <a:ext cx="80371" cy="347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744"/>
                  </a:moveTo>
                  <a:lnTo>
                    <a:pt x="3132" y="21600"/>
                  </a:lnTo>
                  <a:lnTo>
                    <a:pt x="21600" y="9544"/>
                  </a:lnTo>
                  <a:lnTo>
                    <a:pt x="20476" y="0"/>
                  </a:lnTo>
                  <a:lnTo>
                    <a:pt x="1526" y="12056"/>
                  </a:lnTo>
                  <a:lnTo>
                    <a:pt x="5059" y="16744"/>
                  </a:lnTo>
                  <a:lnTo>
                    <a:pt x="1526" y="12056"/>
                  </a:lnTo>
                  <a:lnTo>
                    <a:pt x="803" y="12726"/>
                  </a:lnTo>
                  <a:lnTo>
                    <a:pt x="401" y="14400"/>
                  </a:lnTo>
                  <a:lnTo>
                    <a:pt x="0" y="16744"/>
                  </a:lnTo>
                  <a:lnTo>
                    <a:pt x="0" y="18419"/>
                  </a:lnTo>
                  <a:lnTo>
                    <a:pt x="401" y="20093"/>
                  </a:lnTo>
                  <a:lnTo>
                    <a:pt x="1124" y="20763"/>
                  </a:lnTo>
                  <a:lnTo>
                    <a:pt x="1927" y="21600"/>
                  </a:lnTo>
                  <a:lnTo>
                    <a:pt x="3132" y="21600"/>
                  </a:lnTo>
                  <a:lnTo>
                    <a:pt x="0" y="16744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39" name="Freeform 46"/>
            <p:cNvSpPr/>
            <p:nvPr/>
          </p:nvSpPr>
          <p:spPr>
            <a:xfrm>
              <a:off x="324457" y="536174"/>
              <a:ext cx="18826" cy="656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457" y="5046"/>
                  </a:moveTo>
                  <a:lnTo>
                    <a:pt x="0" y="292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921"/>
                  </a:lnTo>
                  <a:lnTo>
                    <a:pt x="3429" y="797"/>
                  </a:lnTo>
                  <a:lnTo>
                    <a:pt x="21600" y="2921"/>
                  </a:lnTo>
                  <a:lnTo>
                    <a:pt x="19886" y="1682"/>
                  </a:lnTo>
                  <a:lnTo>
                    <a:pt x="18171" y="797"/>
                  </a:lnTo>
                  <a:lnTo>
                    <a:pt x="14743" y="354"/>
                  </a:lnTo>
                  <a:lnTo>
                    <a:pt x="9943" y="0"/>
                  </a:lnTo>
                  <a:lnTo>
                    <a:pt x="6514" y="354"/>
                  </a:lnTo>
                  <a:lnTo>
                    <a:pt x="3429" y="797"/>
                  </a:lnTo>
                  <a:lnTo>
                    <a:pt x="1714" y="1682"/>
                  </a:lnTo>
                  <a:lnTo>
                    <a:pt x="0" y="2921"/>
                  </a:lnTo>
                  <a:lnTo>
                    <a:pt x="16457" y="504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40" name="Freeform 47"/>
            <p:cNvSpPr/>
            <p:nvPr/>
          </p:nvSpPr>
          <p:spPr>
            <a:xfrm>
              <a:off x="203755" y="538596"/>
              <a:ext cx="135047" cy="982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342" y="21008"/>
                  </a:moveTo>
                  <a:lnTo>
                    <a:pt x="21600" y="2841"/>
                  </a:lnTo>
                  <a:lnTo>
                    <a:pt x="19784" y="0"/>
                  </a:lnTo>
                  <a:lnTo>
                    <a:pt x="478" y="18464"/>
                  </a:lnTo>
                  <a:lnTo>
                    <a:pt x="0" y="19055"/>
                  </a:lnTo>
                  <a:lnTo>
                    <a:pt x="0" y="20180"/>
                  </a:lnTo>
                  <a:lnTo>
                    <a:pt x="239" y="20772"/>
                  </a:lnTo>
                  <a:lnTo>
                    <a:pt x="717" y="21304"/>
                  </a:lnTo>
                  <a:lnTo>
                    <a:pt x="1195" y="21600"/>
                  </a:lnTo>
                  <a:lnTo>
                    <a:pt x="1625" y="21600"/>
                  </a:lnTo>
                  <a:lnTo>
                    <a:pt x="2342" y="2100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41" name="Freeform 48"/>
            <p:cNvSpPr/>
            <p:nvPr/>
          </p:nvSpPr>
          <p:spPr>
            <a:xfrm>
              <a:off x="202560" y="622532"/>
              <a:ext cx="18528" cy="156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938"/>
                  </a:moveTo>
                  <a:lnTo>
                    <a:pt x="16723" y="17876"/>
                  </a:lnTo>
                  <a:lnTo>
                    <a:pt x="18465" y="16014"/>
                  </a:lnTo>
                  <a:lnTo>
                    <a:pt x="4877" y="0"/>
                  </a:lnTo>
                  <a:lnTo>
                    <a:pt x="3135" y="1862"/>
                  </a:lnTo>
                  <a:lnTo>
                    <a:pt x="21600" y="8938"/>
                  </a:lnTo>
                  <a:lnTo>
                    <a:pt x="3135" y="1862"/>
                  </a:lnTo>
                  <a:lnTo>
                    <a:pt x="0" y="5586"/>
                  </a:lnTo>
                  <a:lnTo>
                    <a:pt x="0" y="12662"/>
                  </a:lnTo>
                  <a:lnTo>
                    <a:pt x="3135" y="16014"/>
                  </a:lnTo>
                  <a:lnTo>
                    <a:pt x="4877" y="19738"/>
                  </a:lnTo>
                  <a:lnTo>
                    <a:pt x="10103" y="21600"/>
                  </a:lnTo>
                  <a:lnTo>
                    <a:pt x="13239" y="19738"/>
                  </a:lnTo>
                  <a:lnTo>
                    <a:pt x="16723" y="17876"/>
                  </a:lnTo>
                  <a:lnTo>
                    <a:pt x="0" y="893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42" name="Freeform 49"/>
            <p:cNvSpPr/>
            <p:nvPr/>
          </p:nvSpPr>
          <p:spPr>
            <a:xfrm>
              <a:off x="202560" y="413229"/>
              <a:ext cx="18528" cy="2157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619" y="0"/>
                  </a:moveTo>
                  <a:lnTo>
                    <a:pt x="0" y="78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781"/>
                  </a:lnTo>
                  <a:lnTo>
                    <a:pt x="13239" y="1562"/>
                  </a:lnTo>
                  <a:lnTo>
                    <a:pt x="21600" y="781"/>
                  </a:lnTo>
                  <a:lnTo>
                    <a:pt x="19858" y="404"/>
                  </a:lnTo>
                  <a:lnTo>
                    <a:pt x="18465" y="269"/>
                  </a:lnTo>
                  <a:lnTo>
                    <a:pt x="14981" y="0"/>
                  </a:lnTo>
                  <a:lnTo>
                    <a:pt x="6619" y="0"/>
                  </a:lnTo>
                  <a:lnTo>
                    <a:pt x="1394" y="404"/>
                  </a:lnTo>
                  <a:lnTo>
                    <a:pt x="0" y="781"/>
                  </a:lnTo>
                  <a:lnTo>
                    <a:pt x="6619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43" name="Freeform 50"/>
            <p:cNvSpPr/>
            <p:nvPr/>
          </p:nvSpPr>
          <p:spPr>
            <a:xfrm>
              <a:off x="208237" y="393859"/>
              <a:ext cx="81865" cy="349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4818"/>
                  </a:moveTo>
                  <a:lnTo>
                    <a:pt x="18526" y="0"/>
                  </a:lnTo>
                  <a:lnTo>
                    <a:pt x="0" y="11963"/>
                  </a:lnTo>
                  <a:lnTo>
                    <a:pt x="1498" y="21600"/>
                  </a:lnTo>
                  <a:lnTo>
                    <a:pt x="19708" y="9637"/>
                  </a:lnTo>
                  <a:lnTo>
                    <a:pt x="16634" y="4818"/>
                  </a:lnTo>
                  <a:lnTo>
                    <a:pt x="19708" y="9637"/>
                  </a:lnTo>
                  <a:lnTo>
                    <a:pt x="20812" y="8806"/>
                  </a:lnTo>
                  <a:lnTo>
                    <a:pt x="21206" y="7311"/>
                  </a:lnTo>
                  <a:lnTo>
                    <a:pt x="21600" y="4818"/>
                  </a:lnTo>
                  <a:lnTo>
                    <a:pt x="21206" y="3323"/>
                  </a:lnTo>
                  <a:lnTo>
                    <a:pt x="20812" y="1662"/>
                  </a:lnTo>
                  <a:lnTo>
                    <a:pt x="20418" y="831"/>
                  </a:lnTo>
                  <a:lnTo>
                    <a:pt x="19314" y="0"/>
                  </a:lnTo>
                  <a:lnTo>
                    <a:pt x="18526" y="0"/>
                  </a:lnTo>
                  <a:lnTo>
                    <a:pt x="21600" y="481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44" name="Freeform 51"/>
            <p:cNvSpPr/>
            <p:nvPr/>
          </p:nvSpPr>
          <p:spPr>
            <a:xfrm>
              <a:off x="271276" y="401661"/>
              <a:ext cx="18826" cy="737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143" y="17422"/>
                  </a:moveTo>
                  <a:lnTo>
                    <a:pt x="21600" y="19314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9314"/>
                  </a:lnTo>
                  <a:lnTo>
                    <a:pt x="16457" y="21206"/>
                  </a:lnTo>
                  <a:lnTo>
                    <a:pt x="0" y="19314"/>
                  </a:lnTo>
                  <a:lnTo>
                    <a:pt x="1714" y="20102"/>
                  </a:lnTo>
                  <a:lnTo>
                    <a:pt x="3429" y="20812"/>
                  </a:lnTo>
                  <a:lnTo>
                    <a:pt x="6857" y="21600"/>
                  </a:lnTo>
                  <a:lnTo>
                    <a:pt x="15086" y="21600"/>
                  </a:lnTo>
                  <a:lnTo>
                    <a:pt x="18171" y="20812"/>
                  </a:lnTo>
                  <a:lnTo>
                    <a:pt x="19886" y="20102"/>
                  </a:lnTo>
                  <a:lnTo>
                    <a:pt x="21600" y="19314"/>
                  </a:lnTo>
                  <a:lnTo>
                    <a:pt x="5143" y="1742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45" name="Freeform 52"/>
            <p:cNvSpPr/>
            <p:nvPr/>
          </p:nvSpPr>
          <p:spPr>
            <a:xfrm>
              <a:off x="275757" y="375835"/>
              <a:ext cx="134748" cy="981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716"/>
                  </a:moveTo>
                  <a:lnTo>
                    <a:pt x="19301" y="296"/>
                  </a:lnTo>
                  <a:lnTo>
                    <a:pt x="0" y="18759"/>
                  </a:lnTo>
                  <a:lnTo>
                    <a:pt x="1580" y="21600"/>
                  </a:lnTo>
                  <a:lnTo>
                    <a:pt x="21169" y="3136"/>
                  </a:lnTo>
                  <a:lnTo>
                    <a:pt x="18870" y="1716"/>
                  </a:lnTo>
                  <a:lnTo>
                    <a:pt x="21169" y="3136"/>
                  </a:lnTo>
                  <a:lnTo>
                    <a:pt x="21600" y="2545"/>
                  </a:lnTo>
                  <a:lnTo>
                    <a:pt x="21600" y="1124"/>
                  </a:lnTo>
                  <a:lnTo>
                    <a:pt x="21408" y="592"/>
                  </a:lnTo>
                  <a:lnTo>
                    <a:pt x="20929" y="0"/>
                  </a:lnTo>
                  <a:lnTo>
                    <a:pt x="20020" y="0"/>
                  </a:lnTo>
                  <a:lnTo>
                    <a:pt x="19301" y="296"/>
                  </a:lnTo>
                  <a:lnTo>
                    <a:pt x="21600" y="171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46" name="Freeform 53"/>
            <p:cNvSpPr/>
            <p:nvPr/>
          </p:nvSpPr>
          <p:spPr>
            <a:xfrm>
              <a:off x="10157" y="9148"/>
              <a:ext cx="585582" cy="3408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065" y="12599"/>
                  </a:moveTo>
                  <a:lnTo>
                    <a:pt x="18525" y="13332"/>
                  </a:lnTo>
                  <a:lnTo>
                    <a:pt x="17996" y="13997"/>
                  </a:lnTo>
                  <a:lnTo>
                    <a:pt x="17522" y="14559"/>
                  </a:lnTo>
                  <a:lnTo>
                    <a:pt x="17049" y="14968"/>
                  </a:lnTo>
                  <a:lnTo>
                    <a:pt x="16520" y="15377"/>
                  </a:lnTo>
                  <a:lnTo>
                    <a:pt x="16046" y="15718"/>
                  </a:lnTo>
                  <a:lnTo>
                    <a:pt x="15616" y="15957"/>
                  </a:lnTo>
                  <a:lnTo>
                    <a:pt x="15142" y="16196"/>
                  </a:lnTo>
                  <a:lnTo>
                    <a:pt x="14238" y="16451"/>
                  </a:lnTo>
                  <a:lnTo>
                    <a:pt x="13346" y="16605"/>
                  </a:lnTo>
                  <a:lnTo>
                    <a:pt x="12497" y="16690"/>
                  </a:lnTo>
                  <a:lnTo>
                    <a:pt x="11649" y="16690"/>
                  </a:lnTo>
                  <a:lnTo>
                    <a:pt x="10800" y="16775"/>
                  </a:lnTo>
                  <a:lnTo>
                    <a:pt x="10007" y="16861"/>
                  </a:lnTo>
                  <a:lnTo>
                    <a:pt x="9632" y="16946"/>
                  </a:lnTo>
                  <a:lnTo>
                    <a:pt x="9268" y="17014"/>
                  </a:lnTo>
                  <a:lnTo>
                    <a:pt x="8838" y="17185"/>
                  </a:lnTo>
                  <a:lnTo>
                    <a:pt x="8475" y="17423"/>
                  </a:lnTo>
                  <a:lnTo>
                    <a:pt x="8100" y="17679"/>
                  </a:lnTo>
                  <a:lnTo>
                    <a:pt x="7725" y="18003"/>
                  </a:lnTo>
                  <a:lnTo>
                    <a:pt x="7362" y="18412"/>
                  </a:lnTo>
                  <a:lnTo>
                    <a:pt x="6987" y="18906"/>
                  </a:lnTo>
                  <a:lnTo>
                    <a:pt x="6667" y="19401"/>
                  </a:lnTo>
                  <a:lnTo>
                    <a:pt x="6304" y="20049"/>
                  </a:lnTo>
                  <a:lnTo>
                    <a:pt x="5929" y="20782"/>
                  </a:lnTo>
                  <a:lnTo>
                    <a:pt x="5609" y="21600"/>
                  </a:lnTo>
                  <a:lnTo>
                    <a:pt x="5080" y="21361"/>
                  </a:lnTo>
                  <a:lnTo>
                    <a:pt x="4607" y="21106"/>
                  </a:lnTo>
                  <a:lnTo>
                    <a:pt x="4133" y="20782"/>
                  </a:lnTo>
                  <a:lnTo>
                    <a:pt x="3703" y="20458"/>
                  </a:lnTo>
                  <a:lnTo>
                    <a:pt x="3284" y="20134"/>
                  </a:lnTo>
                  <a:lnTo>
                    <a:pt x="2854" y="19725"/>
                  </a:lnTo>
                  <a:lnTo>
                    <a:pt x="2491" y="19230"/>
                  </a:lnTo>
                  <a:lnTo>
                    <a:pt x="2116" y="18736"/>
                  </a:lnTo>
                  <a:lnTo>
                    <a:pt x="1796" y="18242"/>
                  </a:lnTo>
                  <a:lnTo>
                    <a:pt x="1477" y="17679"/>
                  </a:lnTo>
                  <a:lnTo>
                    <a:pt x="1212" y="17099"/>
                  </a:lnTo>
                  <a:lnTo>
                    <a:pt x="948" y="16537"/>
                  </a:lnTo>
                  <a:lnTo>
                    <a:pt x="738" y="15957"/>
                  </a:lnTo>
                  <a:lnTo>
                    <a:pt x="584" y="15309"/>
                  </a:lnTo>
                  <a:lnTo>
                    <a:pt x="364" y="14644"/>
                  </a:lnTo>
                  <a:lnTo>
                    <a:pt x="264" y="13997"/>
                  </a:lnTo>
                  <a:lnTo>
                    <a:pt x="154" y="13332"/>
                  </a:lnTo>
                  <a:lnTo>
                    <a:pt x="55" y="12599"/>
                  </a:lnTo>
                  <a:lnTo>
                    <a:pt x="0" y="11951"/>
                  </a:lnTo>
                  <a:lnTo>
                    <a:pt x="0" y="10468"/>
                  </a:lnTo>
                  <a:lnTo>
                    <a:pt x="55" y="9734"/>
                  </a:lnTo>
                  <a:lnTo>
                    <a:pt x="99" y="9001"/>
                  </a:lnTo>
                  <a:lnTo>
                    <a:pt x="209" y="8337"/>
                  </a:lnTo>
                  <a:lnTo>
                    <a:pt x="364" y="7603"/>
                  </a:lnTo>
                  <a:lnTo>
                    <a:pt x="529" y="6870"/>
                  </a:lnTo>
                  <a:lnTo>
                    <a:pt x="738" y="6137"/>
                  </a:lnTo>
                  <a:lnTo>
                    <a:pt x="1003" y="5472"/>
                  </a:lnTo>
                  <a:lnTo>
                    <a:pt x="1267" y="4739"/>
                  </a:lnTo>
                  <a:lnTo>
                    <a:pt x="1587" y="4092"/>
                  </a:lnTo>
                  <a:lnTo>
                    <a:pt x="1962" y="3427"/>
                  </a:lnTo>
                  <a:lnTo>
                    <a:pt x="2325" y="2779"/>
                  </a:lnTo>
                  <a:lnTo>
                    <a:pt x="2755" y="2131"/>
                  </a:lnTo>
                  <a:lnTo>
                    <a:pt x="3229" y="1637"/>
                  </a:lnTo>
                  <a:lnTo>
                    <a:pt x="3703" y="1227"/>
                  </a:lnTo>
                  <a:lnTo>
                    <a:pt x="4232" y="818"/>
                  </a:lnTo>
                  <a:lnTo>
                    <a:pt x="4761" y="563"/>
                  </a:lnTo>
                  <a:lnTo>
                    <a:pt x="5345" y="324"/>
                  </a:lnTo>
                  <a:lnTo>
                    <a:pt x="5929" y="153"/>
                  </a:lnTo>
                  <a:lnTo>
                    <a:pt x="6568" y="85"/>
                  </a:lnTo>
                  <a:lnTo>
                    <a:pt x="7836" y="0"/>
                  </a:lnTo>
                  <a:lnTo>
                    <a:pt x="9213" y="85"/>
                  </a:lnTo>
                  <a:lnTo>
                    <a:pt x="11968" y="563"/>
                  </a:lnTo>
                  <a:lnTo>
                    <a:pt x="13390" y="818"/>
                  </a:lnTo>
                  <a:lnTo>
                    <a:pt x="14767" y="1142"/>
                  </a:lnTo>
                  <a:lnTo>
                    <a:pt x="16090" y="1313"/>
                  </a:lnTo>
                  <a:lnTo>
                    <a:pt x="17368" y="1381"/>
                  </a:lnTo>
                  <a:lnTo>
                    <a:pt x="18580" y="1381"/>
                  </a:lnTo>
                  <a:lnTo>
                    <a:pt x="19164" y="1313"/>
                  </a:lnTo>
                  <a:lnTo>
                    <a:pt x="19749" y="1142"/>
                  </a:lnTo>
                  <a:lnTo>
                    <a:pt x="20222" y="972"/>
                  </a:lnTo>
                  <a:lnTo>
                    <a:pt x="20751" y="733"/>
                  </a:lnTo>
                  <a:lnTo>
                    <a:pt x="21181" y="409"/>
                  </a:lnTo>
                  <a:lnTo>
                    <a:pt x="21600" y="0"/>
                  </a:lnTo>
                  <a:lnTo>
                    <a:pt x="21126" y="972"/>
                  </a:lnTo>
                  <a:lnTo>
                    <a:pt x="20597" y="1875"/>
                  </a:lnTo>
                  <a:lnTo>
                    <a:pt x="20013" y="2608"/>
                  </a:lnTo>
                  <a:lnTo>
                    <a:pt x="19484" y="3273"/>
                  </a:lnTo>
                  <a:lnTo>
                    <a:pt x="18955" y="3836"/>
                  </a:lnTo>
                  <a:lnTo>
                    <a:pt x="18371" y="4330"/>
                  </a:lnTo>
                  <a:lnTo>
                    <a:pt x="17787" y="4654"/>
                  </a:lnTo>
                  <a:lnTo>
                    <a:pt x="17258" y="4995"/>
                  </a:lnTo>
                  <a:lnTo>
                    <a:pt x="16200" y="5404"/>
                  </a:lnTo>
                  <a:lnTo>
                    <a:pt x="15197" y="5728"/>
                  </a:lnTo>
                  <a:lnTo>
                    <a:pt x="14238" y="5967"/>
                  </a:lnTo>
                  <a:lnTo>
                    <a:pt x="13500" y="6223"/>
                  </a:lnTo>
                  <a:lnTo>
                    <a:pt x="14503" y="6700"/>
                  </a:lnTo>
                  <a:lnTo>
                    <a:pt x="15351" y="6956"/>
                  </a:lnTo>
                  <a:lnTo>
                    <a:pt x="16145" y="7109"/>
                  </a:lnTo>
                  <a:lnTo>
                    <a:pt x="16894" y="7109"/>
                  </a:lnTo>
                  <a:lnTo>
                    <a:pt x="17633" y="7041"/>
                  </a:lnTo>
                  <a:lnTo>
                    <a:pt x="18481" y="6785"/>
                  </a:lnTo>
                  <a:lnTo>
                    <a:pt x="19429" y="6546"/>
                  </a:lnTo>
                  <a:lnTo>
                    <a:pt x="20597" y="6223"/>
                  </a:lnTo>
                  <a:lnTo>
                    <a:pt x="20123" y="7109"/>
                  </a:lnTo>
                  <a:lnTo>
                    <a:pt x="19693" y="7859"/>
                  </a:lnTo>
                  <a:lnTo>
                    <a:pt x="19220" y="8592"/>
                  </a:lnTo>
                  <a:lnTo>
                    <a:pt x="18746" y="9155"/>
                  </a:lnTo>
                  <a:lnTo>
                    <a:pt x="18261" y="9734"/>
                  </a:lnTo>
                  <a:lnTo>
                    <a:pt x="17313" y="10553"/>
                  </a:lnTo>
                  <a:lnTo>
                    <a:pt x="16784" y="10877"/>
                  </a:lnTo>
                  <a:lnTo>
                    <a:pt x="16310" y="11132"/>
                  </a:lnTo>
                  <a:lnTo>
                    <a:pt x="15781" y="11371"/>
                  </a:lnTo>
                  <a:lnTo>
                    <a:pt x="15252" y="11542"/>
                  </a:lnTo>
                  <a:lnTo>
                    <a:pt x="14723" y="11627"/>
                  </a:lnTo>
                  <a:lnTo>
                    <a:pt x="13555" y="11866"/>
                  </a:lnTo>
                  <a:lnTo>
                    <a:pt x="12387" y="11951"/>
                  </a:lnTo>
                  <a:lnTo>
                    <a:pt x="13081" y="12360"/>
                  </a:lnTo>
                  <a:lnTo>
                    <a:pt x="13875" y="12684"/>
                  </a:lnTo>
                  <a:lnTo>
                    <a:pt x="14613" y="12922"/>
                  </a:lnTo>
                  <a:lnTo>
                    <a:pt x="15407" y="13093"/>
                  </a:lnTo>
                  <a:lnTo>
                    <a:pt x="16255" y="13093"/>
                  </a:lnTo>
                  <a:lnTo>
                    <a:pt x="17104" y="13008"/>
                  </a:lnTo>
                  <a:lnTo>
                    <a:pt x="18051" y="12854"/>
                  </a:lnTo>
                  <a:lnTo>
                    <a:pt x="19065" y="12599"/>
                  </a:lnTo>
                  <a:close/>
                </a:path>
              </a:pathLst>
            </a:custGeom>
            <a:solidFill>
              <a:srgbClr val="FF66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47" name="Freeform 54"/>
            <p:cNvSpPr/>
            <p:nvPr/>
          </p:nvSpPr>
          <p:spPr>
            <a:xfrm>
              <a:off x="152368" y="202848"/>
              <a:ext cx="380331" cy="1549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07" y="21600"/>
                  </a:moveTo>
                  <a:lnTo>
                    <a:pt x="967" y="21075"/>
                  </a:lnTo>
                  <a:lnTo>
                    <a:pt x="1459" y="19275"/>
                  </a:lnTo>
                  <a:lnTo>
                    <a:pt x="2036" y="17813"/>
                  </a:lnTo>
                  <a:lnTo>
                    <a:pt x="2511" y="16387"/>
                  </a:lnTo>
                  <a:lnTo>
                    <a:pt x="3088" y="15300"/>
                  </a:lnTo>
                  <a:lnTo>
                    <a:pt x="4072" y="13500"/>
                  </a:lnTo>
                  <a:lnTo>
                    <a:pt x="4632" y="12975"/>
                  </a:lnTo>
                  <a:lnTo>
                    <a:pt x="5209" y="12412"/>
                  </a:lnTo>
                  <a:lnTo>
                    <a:pt x="5701" y="11887"/>
                  </a:lnTo>
                  <a:lnTo>
                    <a:pt x="6261" y="11512"/>
                  </a:lnTo>
                  <a:lnTo>
                    <a:pt x="6838" y="11325"/>
                  </a:lnTo>
                  <a:lnTo>
                    <a:pt x="7415" y="11175"/>
                  </a:lnTo>
                  <a:lnTo>
                    <a:pt x="9858" y="10800"/>
                  </a:lnTo>
                  <a:lnTo>
                    <a:pt x="11165" y="10800"/>
                  </a:lnTo>
                  <a:lnTo>
                    <a:pt x="12471" y="10612"/>
                  </a:lnTo>
                  <a:lnTo>
                    <a:pt x="13931" y="10425"/>
                  </a:lnTo>
                  <a:lnTo>
                    <a:pt x="15322" y="9713"/>
                  </a:lnTo>
                  <a:lnTo>
                    <a:pt x="16136" y="9187"/>
                  </a:lnTo>
                  <a:lnTo>
                    <a:pt x="16866" y="8625"/>
                  </a:lnTo>
                  <a:lnTo>
                    <a:pt x="17596" y="7912"/>
                  </a:lnTo>
                  <a:lnTo>
                    <a:pt x="18410" y="7013"/>
                  </a:lnTo>
                  <a:lnTo>
                    <a:pt x="19157" y="5925"/>
                  </a:lnTo>
                  <a:lnTo>
                    <a:pt x="19971" y="4687"/>
                  </a:lnTo>
                  <a:lnTo>
                    <a:pt x="20786" y="3225"/>
                  </a:lnTo>
                  <a:lnTo>
                    <a:pt x="21600" y="1612"/>
                  </a:lnTo>
                  <a:lnTo>
                    <a:pt x="20870" y="0"/>
                  </a:lnTo>
                  <a:lnTo>
                    <a:pt x="20124" y="1425"/>
                  </a:lnTo>
                  <a:lnTo>
                    <a:pt x="19394" y="2887"/>
                  </a:lnTo>
                  <a:lnTo>
                    <a:pt x="18580" y="3975"/>
                  </a:lnTo>
                  <a:lnTo>
                    <a:pt x="17935" y="5025"/>
                  </a:lnTo>
                  <a:lnTo>
                    <a:pt x="17188" y="5775"/>
                  </a:lnTo>
                  <a:lnTo>
                    <a:pt x="16459" y="6487"/>
                  </a:lnTo>
                  <a:lnTo>
                    <a:pt x="15814" y="7013"/>
                  </a:lnTo>
                  <a:lnTo>
                    <a:pt x="15067" y="7575"/>
                  </a:lnTo>
                  <a:lnTo>
                    <a:pt x="13761" y="8100"/>
                  </a:lnTo>
                  <a:lnTo>
                    <a:pt x="12386" y="8475"/>
                  </a:lnTo>
                  <a:lnTo>
                    <a:pt x="11165" y="8625"/>
                  </a:lnTo>
                  <a:lnTo>
                    <a:pt x="8552" y="8625"/>
                  </a:lnTo>
                  <a:lnTo>
                    <a:pt x="7330" y="9000"/>
                  </a:lnTo>
                  <a:lnTo>
                    <a:pt x="6668" y="9187"/>
                  </a:lnTo>
                  <a:lnTo>
                    <a:pt x="6024" y="9375"/>
                  </a:lnTo>
                  <a:lnTo>
                    <a:pt x="5447" y="9713"/>
                  </a:lnTo>
                  <a:lnTo>
                    <a:pt x="4802" y="10275"/>
                  </a:lnTo>
                  <a:lnTo>
                    <a:pt x="4157" y="10988"/>
                  </a:lnTo>
                  <a:lnTo>
                    <a:pt x="3580" y="11700"/>
                  </a:lnTo>
                  <a:lnTo>
                    <a:pt x="2918" y="12600"/>
                  </a:lnTo>
                  <a:lnTo>
                    <a:pt x="2359" y="13687"/>
                  </a:lnTo>
                  <a:lnTo>
                    <a:pt x="1782" y="14925"/>
                  </a:lnTo>
                  <a:lnTo>
                    <a:pt x="1222" y="16387"/>
                  </a:lnTo>
                  <a:lnTo>
                    <a:pt x="645" y="18000"/>
                  </a:lnTo>
                  <a:lnTo>
                    <a:pt x="68" y="19800"/>
                  </a:lnTo>
                  <a:lnTo>
                    <a:pt x="645" y="19275"/>
                  </a:lnTo>
                  <a:lnTo>
                    <a:pt x="68" y="19800"/>
                  </a:lnTo>
                  <a:lnTo>
                    <a:pt x="0" y="20325"/>
                  </a:lnTo>
                  <a:lnTo>
                    <a:pt x="0" y="20700"/>
                  </a:lnTo>
                  <a:lnTo>
                    <a:pt x="153" y="21075"/>
                  </a:lnTo>
                  <a:lnTo>
                    <a:pt x="238" y="21412"/>
                  </a:lnTo>
                  <a:lnTo>
                    <a:pt x="407" y="21600"/>
                  </a:lnTo>
                  <a:lnTo>
                    <a:pt x="645" y="21600"/>
                  </a:lnTo>
                  <a:lnTo>
                    <a:pt x="814" y="21412"/>
                  </a:lnTo>
                  <a:lnTo>
                    <a:pt x="967" y="21075"/>
                  </a:lnTo>
                  <a:lnTo>
                    <a:pt x="407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48" name="Freeform 55"/>
            <p:cNvSpPr/>
            <p:nvPr/>
          </p:nvSpPr>
          <p:spPr>
            <a:xfrm>
              <a:off x="-2" y="46543"/>
              <a:ext cx="163727" cy="3112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908" y="0"/>
                  </a:moveTo>
                  <a:lnTo>
                    <a:pt x="7410" y="803"/>
                  </a:lnTo>
                  <a:lnTo>
                    <a:pt x="6070" y="1531"/>
                  </a:lnTo>
                  <a:lnTo>
                    <a:pt x="4927" y="2334"/>
                  </a:lnTo>
                  <a:lnTo>
                    <a:pt x="3784" y="3043"/>
                  </a:lnTo>
                  <a:lnTo>
                    <a:pt x="2838" y="3846"/>
                  </a:lnTo>
                  <a:lnTo>
                    <a:pt x="2089" y="4742"/>
                  </a:lnTo>
                  <a:lnTo>
                    <a:pt x="1537" y="5563"/>
                  </a:lnTo>
                  <a:lnTo>
                    <a:pt x="946" y="6366"/>
                  </a:lnTo>
                  <a:lnTo>
                    <a:pt x="591" y="7169"/>
                  </a:lnTo>
                  <a:lnTo>
                    <a:pt x="394" y="7972"/>
                  </a:lnTo>
                  <a:lnTo>
                    <a:pt x="197" y="8868"/>
                  </a:lnTo>
                  <a:lnTo>
                    <a:pt x="0" y="9689"/>
                  </a:lnTo>
                  <a:lnTo>
                    <a:pt x="394" y="11295"/>
                  </a:lnTo>
                  <a:lnTo>
                    <a:pt x="749" y="12097"/>
                  </a:lnTo>
                  <a:lnTo>
                    <a:pt x="1143" y="12900"/>
                  </a:lnTo>
                  <a:lnTo>
                    <a:pt x="1537" y="13628"/>
                  </a:lnTo>
                  <a:lnTo>
                    <a:pt x="2286" y="14431"/>
                  </a:lnTo>
                  <a:lnTo>
                    <a:pt x="3035" y="15141"/>
                  </a:lnTo>
                  <a:lnTo>
                    <a:pt x="3784" y="15869"/>
                  </a:lnTo>
                  <a:lnTo>
                    <a:pt x="4730" y="16485"/>
                  </a:lnTo>
                  <a:lnTo>
                    <a:pt x="7016" y="17754"/>
                  </a:lnTo>
                  <a:lnTo>
                    <a:pt x="8159" y="18370"/>
                  </a:lnTo>
                  <a:lnTo>
                    <a:pt x="9460" y="18912"/>
                  </a:lnTo>
                  <a:lnTo>
                    <a:pt x="10800" y="19453"/>
                  </a:lnTo>
                  <a:lnTo>
                    <a:pt x="12337" y="19901"/>
                  </a:lnTo>
                  <a:lnTo>
                    <a:pt x="14032" y="20349"/>
                  </a:lnTo>
                  <a:lnTo>
                    <a:pt x="15530" y="20704"/>
                  </a:lnTo>
                  <a:lnTo>
                    <a:pt x="17422" y="21059"/>
                  </a:lnTo>
                  <a:lnTo>
                    <a:pt x="19117" y="21339"/>
                  </a:lnTo>
                  <a:lnTo>
                    <a:pt x="21048" y="21600"/>
                  </a:lnTo>
                  <a:lnTo>
                    <a:pt x="21600" y="20443"/>
                  </a:lnTo>
                  <a:lnTo>
                    <a:pt x="19905" y="20256"/>
                  </a:lnTo>
                  <a:lnTo>
                    <a:pt x="18171" y="19994"/>
                  </a:lnTo>
                  <a:lnTo>
                    <a:pt x="16476" y="19714"/>
                  </a:lnTo>
                  <a:lnTo>
                    <a:pt x="14978" y="19360"/>
                  </a:lnTo>
                  <a:lnTo>
                    <a:pt x="13638" y="18912"/>
                  </a:lnTo>
                  <a:lnTo>
                    <a:pt x="12337" y="18464"/>
                  </a:lnTo>
                  <a:lnTo>
                    <a:pt x="10997" y="18016"/>
                  </a:lnTo>
                  <a:lnTo>
                    <a:pt x="9854" y="17568"/>
                  </a:lnTo>
                  <a:lnTo>
                    <a:pt x="8711" y="17026"/>
                  </a:lnTo>
                  <a:lnTo>
                    <a:pt x="7568" y="16410"/>
                  </a:lnTo>
                  <a:lnTo>
                    <a:pt x="6622" y="15869"/>
                  </a:lnTo>
                  <a:lnTo>
                    <a:pt x="5873" y="15234"/>
                  </a:lnTo>
                  <a:lnTo>
                    <a:pt x="5124" y="14618"/>
                  </a:lnTo>
                  <a:lnTo>
                    <a:pt x="4375" y="13983"/>
                  </a:lnTo>
                  <a:lnTo>
                    <a:pt x="3784" y="13274"/>
                  </a:lnTo>
                  <a:lnTo>
                    <a:pt x="3429" y="12546"/>
                  </a:lnTo>
                  <a:lnTo>
                    <a:pt x="3035" y="11836"/>
                  </a:lnTo>
                  <a:lnTo>
                    <a:pt x="2641" y="11108"/>
                  </a:lnTo>
                  <a:lnTo>
                    <a:pt x="2483" y="10399"/>
                  </a:lnTo>
                  <a:lnTo>
                    <a:pt x="2483" y="8868"/>
                  </a:lnTo>
                  <a:lnTo>
                    <a:pt x="2641" y="8158"/>
                  </a:lnTo>
                  <a:lnTo>
                    <a:pt x="2838" y="7430"/>
                  </a:lnTo>
                  <a:lnTo>
                    <a:pt x="3232" y="6627"/>
                  </a:lnTo>
                  <a:lnTo>
                    <a:pt x="3784" y="5918"/>
                  </a:lnTo>
                  <a:lnTo>
                    <a:pt x="4375" y="5115"/>
                  </a:lnTo>
                  <a:lnTo>
                    <a:pt x="5124" y="4387"/>
                  </a:lnTo>
                  <a:lnTo>
                    <a:pt x="5873" y="3678"/>
                  </a:lnTo>
                  <a:lnTo>
                    <a:pt x="6819" y="2950"/>
                  </a:lnTo>
                  <a:lnTo>
                    <a:pt x="9105" y="1531"/>
                  </a:lnTo>
                  <a:lnTo>
                    <a:pt x="10406" y="803"/>
                  </a:lnTo>
                  <a:lnTo>
                    <a:pt x="8908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49" name="Freeform 56"/>
            <p:cNvSpPr/>
            <p:nvPr/>
          </p:nvSpPr>
          <p:spPr>
            <a:xfrm>
              <a:off x="67520" y="-1"/>
              <a:ext cx="538377" cy="581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80" y="4800"/>
                  </a:moveTo>
                  <a:lnTo>
                    <a:pt x="21025" y="1000"/>
                  </a:lnTo>
                  <a:lnTo>
                    <a:pt x="20557" y="2900"/>
                  </a:lnTo>
                  <a:lnTo>
                    <a:pt x="20102" y="4800"/>
                  </a:lnTo>
                  <a:lnTo>
                    <a:pt x="19634" y="6300"/>
                  </a:lnTo>
                  <a:lnTo>
                    <a:pt x="19059" y="7200"/>
                  </a:lnTo>
                  <a:lnTo>
                    <a:pt x="18483" y="8200"/>
                  </a:lnTo>
                  <a:lnTo>
                    <a:pt x="17908" y="8700"/>
                  </a:lnTo>
                  <a:lnTo>
                    <a:pt x="16649" y="8700"/>
                  </a:lnTo>
                  <a:lnTo>
                    <a:pt x="15259" y="8200"/>
                  </a:lnTo>
                  <a:lnTo>
                    <a:pt x="13761" y="6700"/>
                  </a:lnTo>
                  <a:lnTo>
                    <a:pt x="12322" y="5300"/>
                  </a:lnTo>
                  <a:lnTo>
                    <a:pt x="10776" y="3900"/>
                  </a:lnTo>
                  <a:lnTo>
                    <a:pt x="9278" y="1900"/>
                  </a:lnTo>
                  <a:lnTo>
                    <a:pt x="7719" y="1000"/>
                  </a:lnTo>
                  <a:lnTo>
                    <a:pt x="6221" y="500"/>
                  </a:lnTo>
                  <a:lnTo>
                    <a:pt x="4843" y="1000"/>
                  </a:lnTo>
                  <a:lnTo>
                    <a:pt x="4147" y="1500"/>
                  </a:lnTo>
                  <a:lnTo>
                    <a:pt x="3452" y="2400"/>
                  </a:lnTo>
                  <a:lnTo>
                    <a:pt x="2817" y="3900"/>
                  </a:lnTo>
                  <a:lnTo>
                    <a:pt x="2194" y="5800"/>
                  </a:lnTo>
                  <a:lnTo>
                    <a:pt x="1558" y="7700"/>
                  </a:lnTo>
                  <a:lnTo>
                    <a:pt x="983" y="10600"/>
                  </a:lnTo>
                  <a:lnTo>
                    <a:pt x="455" y="13500"/>
                  </a:lnTo>
                  <a:lnTo>
                    <a:pt x="0" y="17300"/>
                  </a:lnTo>
                  <a:lnTo>
                    <a:pt x="455" y="21600"/>
                  </a:lnTo>
                  <a:lnTo>
                    <a:pt x="923" y="18300"/>
                  </a:lnTo>
                  <a:lnTo>
                    <a:pt x="1378" y="15400"/>
                  </a:lnTo>
                  <a:lnTo>
                    <a:pt x="1906" y="13000"/>
                  </a:lnTo>
                  <a:lnTo>
                    <a:pt x="2421" y="11100"/>
                  </a:lnTo>
                  <a:lnTo>
                    <a:pt x="2997" y="9600"/>
                  </a:lnTo>
                  <a:lnTo>
                    <a:pt x="3572" y="8200"/>
                  </a:lnTo>
                  <a:lnTo>
                    <a:pt x="4207" y="7700"/>
                  </a:lnTo>
                  <a:lnTo>
                    <a:pt x="4843" y="6700"/>
                  </a:lnTo>
                  <a:lnTo>
                    <a:pt x="6221" y="6300"/>
                  </a:lnTo>
                  <a:lnTo>
                    <a:pt x="7659" y="6700"/>
                  </a:lnTo>
                  <a:lnTo>
                    <a:pt x="9158" y="8200"/>
                  </a:lnTo>
                  <a:lnTo>
                    <a:pt x="10716" y="9600"/>
                  </a:lnTo>
                  <a:lnTo>
                    <a:pt x="12214" y="11100"/>
                  </a:lnTo>
                  <a:lnTo>
                    <a:pt x="13713" y="13000"/>
                  </a:lnTo>
                  <a:lnTo>
                    <a:pt x="15199" y="13900"/>
                  </a:lnTo>
                  <a:lnTo>
                    <a:pt x="16590" y="14900"/>
                  </a:lnTo>
                  <a:lnTo>
                    <a:pt x="17273" y="14900"/>
                  </a:lnTo>
                  <a:lnTo>
                    <a:pt x="17968" y="14400"/>
                  </a:lnTo>
                  <a:lnTo>
                    <a:pt x="18603" y="13900"/>
                  </a:lnTo>
                  <a:lnTo>
                    <a:pt x="19239" y="13000"/>
                  </a:lnTo>
                  <a:lnTo>
                    <a:pt x="19814" y="12000"/>
                  </a:lnTo>
                  <a:lnTo>
                    <a:pt x="20389" y="10100"/>
                  </a:lnTo>
                  <a:lnTo>
                    <a:pt x="20905" y="8200"/>
                  </a:lnTo>
                  <a:lnTo>
                    <a:pt x="21420" y="5800"/>
                  </a:lnTo>
                  <a:lnTo>
                    <a:pt x="20905" y="1500"/>
                  </a:lnTo>
                  <a:lnTo>
                    <a:pt x="21420" y="5800"/>
                  </a:lnTo>
                  <a:lnTo>
                    <a:pt x="21540" y="4800"/>
                  </a:lnTo>
                  <a:lnTo>
                    <a:pt x="21600" y="3900"/>
                  </a:lnTo>
                  <a:lnTo>
                    <a:pt x="21540" y="2400"/>
                  </a:lnTo>
                  <a:lnTo>
                    <a:pt x="21480" y="1500"/>
                  </a:lnTo>
                  <a:lnTo>
                    <a:pt x="21420" y="1000"/>
                  </a:lnTo>
                  <a:lnTo>
                    <a:pt x="21312" y="500"/>
                  </a:lnTo>
                  <a:lnTo>
                    <a:pt x="21133" y="0"/>
                  </a:lnTo>
                  <a:lnTo>
                    <a:pt x="21025" y="1000"/>
                  </a:lnTo>
                  <a:lnTo>
                    <a:pt x="21480" y="48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50" name="Freeform 57"/>
            <p:cNvSpPr/>
            <p:nvPr/>
          </p:nvSpPr>
          <p:spPr>
            <a:xfrm>
              <a:off x="367479" y="4037"/>
              <a:ext cx="235431" cy="1108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9" y="18612"/>
                  </a:moveTo>
                  <a:lnTo>
                    <a:pt x="932" y="21600"/>
                  </a:lnTo>
                  <a:lnTo>
                    <a:pt x="2906" y="20866"/>
                  </a:lnTo>
                  <a:lnTo>
                    <a:pt x="5153" y="20132"/>
                  </a:lnTo>
                  <a:lnTo>
                    <a:pt x="7648" y="19083"/>
                  </a:lnTo>
                  <a:lnTo>
                    <a:pt x="10416" y="17825"/>
                  </a:lnTo>
                  <a:lnTo>
                    <a:pt x="11869" y="16829"/>
                  </a:lnTo>
                  <a:lnTo>
                    <a:pt x="13294" y="15571"/>
                  </a:lnTo>
                  <a:lnTo>
                    <a:pt x="14747" y="14050"/>
                  </a:lnTo>
                  <a:lnTo>
                    <a:pt x="16200" y="12320"/>
                  </a:lnTo>
                  <a:lnTo>
                    <a:pt x="17516" y="10276"/>
                  </a:lnTo>
                  <a:lnTo>
                    <a:pt x="18969" y="7759"/>
                  </a:lnTo>
                  <a:lnTo>
                    <a:pt x="20284" y="5033"/>
                  </a:lnTo>
                  <a:lnTo>
                    <a:pt x="21600" y="1730"/>
                  </a:lnTo>
                  <a:lnTo>
                    <a:pt x="20284" y="0"/>
                  </a:lnTo>
                  <a:lnTo>
                    <a:pt x="19106" y="2988"/>
                  </a:lnTo>
                  <a:lnTo>
                    <a:pt x="17790" y="5767"/>
                  </a:lnTo>
                  <a:lnTo>
                    <a:pt x="16474" y="8021"/>
                  </a:lnTo>
                  <a:lnTo>
                    <a:pt x="15295" y="9804"/>
                  </a:lnTo>
                  <a:lnTo>
                    <a:pt x="13843" y="11534"/>
                  </a:lnTo>
                  <a:lnTo>
                    <a:pt x="12527" y="12792"/>
                  </a:lnTo>
                  <a:lnTo>
                    <a:pt x="11211" y="13841"/>
                  </a:lnTo>
                  <a:lnTo>
                    <a:pt x="9895" y="14837"/>
                  </a:lnTo>
                  <a:lnTo>
                    <a:pt x="7237" y="16095"/>
                  </a:lnTo>
                  <a:lnTo>
                    <a:pt x="4879" y="17091"/>
                  </a:lnTo>
                  <a:lnTo>
                    <a:pt x="2494" y="17825"/>
                  </a:lnTo>
                  <a:lnTo>
                    <a:pt x="521" y="18612"/>
                  </a:lnTo>
                  <a:lnTo>
                    <a:pt x="521" y="21600"/>
                  </a:lnTo>
                  <a:lnTo>
                    <a:pt x="521" y="18612"/>
                  </a:lnTo>
                  <a:lnTo>
                    <a:pt x="274" y="18874"/>
                  </a:lnTo>
                  <a:lnTo>
                    <a:pt x="0" y="19346"/>
                  </a:lnTo>
                  <a:lnTo>
                    <a:pt x="0" y="20604"/>
                  </a:lnTo>
                  <a:lnTo>
                    <a:pt x="137" y="21128"/>
                  </a:lnTo>
                  <a:lnTo>
                    <a:pt x="274" y="21390"/>
                  </a:lnTo>
                  <a:lnTo>
                    <a:pt x="658" y="21600"/>
                  </a:lnTo>
                  <a:lnTo>
                    <a:pt x="932" y="21600"/>
                  </a:lnTo>
                  <a:lnTo>
                    <a:pt x="1069" y="1861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51" name="Freeform 58"/>
            <p:cNvSpPr/>
            <p:nvPr/>
          </p:nvSpPr>
          <p:spPr>
            <a:xfrm>
              <a:off x="373156" y="99541"/>
              <a:ext cx="204058" cy="295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42" y="9425"/>
                  </a:moveTo>
                  <a:lnTo>
                    <a:pt x="20525" y="0"/>
                  </a:lnTo>
                  <a:lnTo>
                    <a:pt x="17172" y="3731"/>
                  </a:lnTo>
                  <a:lnTo>
                    <a:pt x="14453" y="6480"/>
                  </a:lnTo>
                  <a:lnTo>
                    <a:pt x="12018" y="9425"/>
                  </a:lnTo>
                  <a:lnTo>
                    <a:pt x="10057" y="10407"/>
                  </a:lnTo>
                  <a:lnTo>
                    <a:pt x="7906" y="10407"/>
                  </a:lnTo>
                  <a:lnTo>
                    <a:pt x="5787" y="8444"/>
                  </a:lnTo>
                  <a:lnTo>
                    <a:pt x="3352" y="5695"/>
                  </a:lnTo>
                  <a:lnTo>
                    <a:pt x="633" y="0"/>
                  </a:lnTo>
                  <a:lnTo>
                    <a:pt x="0" y="11193"/>
                  </a:lnTo>
                  <a:lnTo>
                    <a:pt x="2910" y="16887"/>
                  </a:lnTo>
                  <a:lnTo>
                    <a:pt x="5471" y="19833"/>
                  </a:lnTo>
                  <a:lnTo>
                    <a:pt x="7748" y="21600"/>
                  </a:lnTo>
                  <a:lnTo>
                    <a:pt x="10057" y="21600"/>
                  </a:lnTo>
                  <a:lnTo>
                    <a:pt x="12334" y="20618"/>
                  </a:lnTo>
                  <a:lnTo>
                    <a:pt x="14737" y="18851"/>
                  </a:lnTo>
                  <a:lnTo>
                    <a:pt x="17489" y="15120"/>
                  </a:lnTo>
                  <a:lnTo>
                    <a:pt x="20841" y="11193"/>
                  </a:lnTo>
                  <a:lnTo>
                    <a:pt x="19924" y="1767"/>
                  </a:lnTo>
                  <a:lnTo>
                    <a:pt x="20841" y="11193"/>
                  </a:lnTo>
                  <a:lnTo>
                    <a:pt x="21284" y="10407"/>
                  </a:lnTo>
                  <a:lnTo>
                    <a:pt x="21600" y="8444"/>
                  </a:lnTo>
                  <a:lnTo>
                    <a:pt x="21600" y="2749"/>
                  </a:lnTo>
                  <a:lnTo>
                    <a:pt x="21284" y="982"/>
                  </a:lnTo>
                  <a:lnTo>
                    <a:pt x="20967" y="0"/>
                  </a:lnTo>
                  <a:lnTo>
                    <a:pt x="20525" y="0"/>
                  </a:lnTo>
                  <a:lnTo>
                    <a:pt x="21442" y="942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52" name="Freeform 59"/>
            <p:cNvSpPr/>
            <p:nvPr/>
          </p:nvSpPr>
          <p:spPr>
            <a:xfrm>
              <a:off x="336109" y="101963"/>
              <a:ext cx="239612" cy="1035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58" y="18346"/>
                  </a:moveTo>
                  <a:lnTo>
                    <a:pt x="889" y="21600"/>
                  </a:lnTo>
                  <a:lnTo>
                    <a:pt x="3878" y="21319"/>
                  </a:lnTo>
                  <a:lnTo>
                    <a:pt x="6706" y="20758"/>
                  </a:lnTo>
                  <a:lnTo>
                    <a:pt x="7999" y="20254"/>
                  </a:lnTo>
                  <a:lnTo>
                    <a:pt x="9426" y="19692"/>
                  </a:lnTo>
                  <a:lnTo>
                    <a:pt x="10719" y="18907"/>
                  </a:lnTo>
                  <a:lnTo>
                    <a:pt x="12012" y="18065"/>
                  </a:lnTo>
                  <a:lnTo>
                    <a:pt x="13197" y="16999"/>
                  </a:lnTo>
                  <a:lnTo>
                    <a:pt x="14490" y="15653"/>
                  </a:lnTo>
                  <a:lnTo>
                    <a:pt x="15648" y="14026"/>
                  </a:lnTo>
                  <a:lnTo>
                    <a:pt x="16941" y="12175"/>
                  </a:lnTo>
                  <a:lnTo>
                    <a:pt x="18099" y="10267"/>
                  </a:lnTo>
                  <a:lnTo>
                    <a:pt x="19257" y="7855"/>
                  </a:lnTo>
                  <a:lnTo>
                    <a:pt x="20442" y="5162"/>
                  </a:lnTo>
                  <a:lnTo>
                    <a:pt x="21600" y="2188"/>
                  </a:lnTo>
                  <a:lnTo>
                    <a:pt x="20307" y="0"/>
                  </a:lnTo>
                  <a:lnTo>
                    <a:pt x="19257" y="2974"/>
                  </a:lnTo>
                  <a:lnTo>
                    <a:pt x="18099" y="5386"/>
                  </a:lnTo>
                  <a:lnTo>
                    <a:pt x="17075" y="7574"/>
                  </a:lnTo>
                  <a:lnTo>
                    <a:pt x="15890" y="9425"/>
                  </a:lnTo>
                  <a:lnTo>
                    <a:pt x="14867" y="11333"/>
                  </a:lnTo>
                  <a:lnTo>
                    <a:pt x="13709" y="12679"/>
                  </a:lnTo>
                  <a:lnTo>
                    <a:pt x="12551" y="13745"/>
                  </a:lnTo>
                  <a:lnTo>
                    <a:pt x="11366" y="14868"/>
                  </a:lnTo>
                  <a:lnTo>
                    <a:pt x="9049" y="16438"/>
                  </a:lnTo>
                  <a:lnTo>
                    <a:pt x="7757" y="16999"/>
                  </a:lnTo>
                  <a:lnTo>
                    <a:pt x="6464" y="17280"/>
                  </a:lnTo>
                  <a:lnTo>
                    <a:pt x="3744" y="17785"/>
                  </a:lnTo>
                  <a:lnTo>
                    <a:pt x="754" y="18346"/>
                  </a:lnTo>
                  <a:lnTo>
                    <a:pt x="512" y="21600"/>
                  </a:lnTo>
                  <a:lnTo>
                    <a:pt x="754" y="18346"/>
                  </a:lnTo>
                  <a:lnTo>
                    <a:pt x="512" y="18346"/>
                  </a:lnTo>
                  <a:lnTo>
                    <a:pt x="242" y="18907"/>
                  </a:lnTo>
                  <a:lnTo>
                    <a:pt x="108" y="19412"/>
                  </a:lnTo>
                  <a:lnTo>
                    <a:pt x="0" y="19973"/>
                  </a:lnTo>
                  <a:lnTo>
                    <a:pt x="108" y="20478"/>
                  </a:lnTo>
                  <a:lnTo>
                    <a:pt x="242" y="21039"/>
                  </a:lnTo>
                  <a:lnTo>
                    <a:pt x="512" y="21600"/>
                  </a:lnTo>
                  <a:lnTo>
                    <a:pt x="889" y="21600"/>
                  </a:lnTo>
                  <a:lnTo>
                    <a:pt x="1158" y="1834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53" name="Freeform 60"/>
            <p:cNvSpPr/>
            <p:nvPr/>
          </p:nvSpPr>
          <p:spPr>
            <a:xfrm>
              <a:off x="341786" y="189934"/>
              <a:ext cx="193602" cy="33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300" y="15725"/>
                  </a:moveTo>
                  <a:lnTo>
                    <a:pt x="20500" y="6566"/>
                  </a:lnTo>
                  <a:lnTo>
                    <a:pt x="17433" y="9158"/>
                  </a:lnTo>
                  <a:lnTo>
                    <a:pt x="14733" y="10714"/>
                  </a:lnTo>
                  <a:lnTo>
                    <a:pt x="12167" y="11578"/>
                  </a:lnTo>
                  <a:lnTo>
                    <a:pt x="9600" y="10714"/>
                  </a:lnTo>
                  <a:lnTo>
                    <a:pt x="7367" y="10022"/>
                  </a:lnTo>
                  <a:lnTo>
                    <a:pt x="5100" y="7430"/>
                  </a:lnTo>
                  <a:lnTo>
                    <a:pt x="2867" y="5011"/>
                  </a:lnTo>
                  <a:lnTo>
                    <a:pt x="800" y="0"/>
                  </a:lnTo>
                  <a:lnTo>
                    <a:pt x="0" y="10022"/>
                  </a:lnTo>
                  <a:lnTo>
                    <a:pt x="2233" y="14170"/>
                  </a:lnTo>
                  <a:lnTo>
                    <a:pt x="4633" y="18317"/>
                  </a:lnTo>
                  <a:lnTo>
                    <a:pt x="7033" y="19872"/>
                  </a:lnTo>
                  <a:lnTo>
                    <a:pt x="9600" y="21600"/>
                  </a:lnTo>
                  <a:lnTo>
                    <a:pt x="12167" y="21600"/>
                  </a:lnTo>
                  <a:lnTo>
                    <a:pt x="14900" y="20736"/>
                  </a:lnTo>
                  <a:lnTo>
                    <a:pt x="17767" y="19008"/>
                  </a:lnTo>
                  <a:lnTo>
                    <a:pt x="20800" y="17453"/>
                  </a:lnTo>
                  <a:lnTo>
                    <a:pt x="19867" y="8294"/>
                  </a:lnTo>
                  <a:lnTo>
                    <a:pt x="20800" y="17453"/>
                  </a:lnTo>
                  <a:lnTo>
                    <a:pt x="21133" y="16589"/>
                  </a:lnTo>
                  <a:lnTo>
                    <a:pt x="21467" y="14861"/>
                  </a:lnTo>
                  <a:lnTo>
                    <a:pt x="21600" y="13306"/>
                  </a:lnTo>
                  <a:lnTo>
                    <a:pt x="21600" y="10714"/>
                  </a:lnTo>
                  <a:lnTo>
                    <a:pt x="21467" y="9158"/>
                  </a:lnTo>
                  <a:lnTo>
                    <a:pt x="21133" y="7430"/>
                  </a:lnTo>
                  <a:lnTo>
                    <a:pt x="20800" y="6566"/>
                  </a:lnTo>
                  <a:lnTo>
                    <a:pt x="20500" y="6566"/>
                  </a:lnTo>
                  <a:lnTo>
                    <a:pt x="21300" y="1572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255" name="Прямая соединительная линия 3098"/>
          <p:cNvSpPr/>
          <p:nvPr/>
        </p:nvSpPr>
        <p:spPr>
          <a:xfrm>
            <a:off x="2055324" y="732470"/>
            <a:ext cx="9141764" cy="4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56" name="Цель работы"/>
          <p:cNvSpPr txBox="1"/>
          <p:nvPr/>
        </p:nvSpPr>
        <p:spPr>
          <a:xfrm>
            <a:off x="365689" y="1154075"/>
            <a:ext cx="3111361" cy="6463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sz="3200"/>
            </a:pPr>
            <a:r>
              <a:rPr lang="ru-RU" sz="3600" b="1" noProof="0" dirty="0">
                <a:latin typeface="+mj-ea"/>
                <a:ea typeface="+mj-ea"/>
              </a:rPr>
              <a:t>Цель </a:t>
            </a:r>
            <a:r>
              <a:rPr lang="ru-RU" sz="3600" b="1" noProof="0" dirty="0">
                <a:latin typeface="+mj-ea"/>
                <a:ea typeface="+mj-ea"/>
                <a:cs typeface="Times New Roman"/>
                <a:sym typeface="Times New Roman"/>
              </a:rPr>
              <a:t>работы</a:t>
            </a:r>
          </a:p>
        </p:txBody>
      </p:sp>
      <p:sp>
        <p:nvSpPr>
          <p:cNvPr id="257" name="TextBox 1"/>
          <p:cNvSpPr txBox="1"/>
          <p:nvPr/>
        </p:nvSpPr>
        <p:spPr>
          <a:xfrm>
            <a:off x="408055" y="1901113"/>
            <a:ext cx="5508115" cy="3693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 algn="just"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ru-RU" dirty="0">
                <a:latin typeface="+mj-ea"/>
                <a:ea typeface="+mj-ea"/>
              </a:rPr>
              <a:t>О </a:t>
            </a:r>
            <a:r>
              <a:rPr lang="ru-RU" dirty="0">
                <a:latin typeface="+Заголовок (восточно-азиатское письмо)"/>
                <a:ea typeface="+mj-ea"/>
              </a:rPr>
              <a:t>достижении</a:t>
            </a:r>
            <a:r>
              <a:rPr lang="ru-RU" dirty="0">
                <a:latin typeface="+mj-ea"/>
                <a:ea typeface="+mj-ea"/>
              </a:rPr>
              <a:t> цели работы можно судить по преодолению следующих вех</a:t>
            </a:r>
            <a:r>
              <a:rPr dirty="0">
                <a:latin typeface="+mj-ea"/>
                <a:ea typeface="+mj-ea"/>
              </a:rPr>
              <a:t>:</a:t>
            </a:r>
          </a:p>
          <a:p>
            <a:pPr algn="just"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>
              <a:latin typeface="+mj-ea"/>
              <a:ea typeface="+mj-ea"/>
            </a:endParaRPr>
          </a:p>
          <a:p>
            <a:pPr marL="285750" indent="-285750" algn="just">
              <a:buSzPts val="1800"/>
              <a:buFont typeface="Arial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ru-RU" dirty="0">
                <a:latin typeface="+mj-ea"/>
                <a:ea typeface="+mj-ea"/>
              </a:rPr>
              <a:t>Разработка клиент-серверной архитектуры программного комплекса</a:t>
            </a:r>
            <a:r>
              <a:rPr lang="en-US" dirty="0">
                <a:latin typeface="+mj-ea"/>
                <a:ea typeface="+mj-ea"/>
              </a:rPr>
              <a:t>;</a:t>
            </a:r>
            <a:endParaRPr dirty="0">
              <a:latin typeface="+mj-ea"/>
              <a:ea typeface="+mj-ea"/>
            </a:endParaRPr>
          </a:p>
          <a:p>
            <a:pPr marL="285750" indent="-285750" algn="just">
              <a:buSzPts val="1800"/>
              <a:buFont typeface="Arial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ru-RU" dirty="0">
                <a:latin typeface="+mj-ea"/>
                <a:ea typeface="+mj-ea"/>
              </a:rPr>
              <a:t>Реализация расчётного ядра в виде независимых математических библиотек</a:t>
            </a:r>
            <a:r>
              <a:rPr lang="en-US" dirty="0">
                <a:latin typeface="+mj-ea"/>
                <a:ea typeface="+mj-ea"/>
              </a:rPr>
              <a:t>;</a:t>
            </a:r>
            <a:endParaRPr dirty="0">
              <a:latin typeface="+mj-ea"/>
              <a:ea typeface="+mj-ea"/>
            </a:endParaRPr>
          </a:p>
          <a:p>
            <a:pPr marL="285750" indent="-285750" algn="just">
              <a:buSzPts val="1800"/>
              <a:buFont typeface="Arial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ru-RU" dirty="0">
                <a:latin typeface="+mj-ea"/>
                <a:ea typeface="+mj-ea"/>
              </a:rPr>
              <a:t>Интеграция внешних вычислительных сервисов через API</a:t>
            </a:r>
            <a:r>
              <a:rPr lang="en-US" dirty="0">
                <a:latin typeface="+mj-ea"/>
                <a:ea typeface="+mj-ea"/>
              </a:rPr>
              <a:t>;</a:t>
            </a:r>
            <a:endParaRPr dirty="0">
              <a:latin typeface="+mj-ea"/>
              <a:ea typeface="+mj-ea"/>
            </a:endParaRPr>
          </a:p>
          <a:p>
            <a:pPr marL="285750" indent="-285750" algn="just">
              <a:buSzPts val="1800"/>
              <a:buFont typeface="Arial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ru-RU" dirty="0">
                <a:latin typeface="+mj-ea"/>
                <a:ea typeface="+mj-ea"/>
              </a:rPr>
              <a:t>Создание веб-интерфейса для ввода параметров и анализа результатов</a:t>
            </a:r>
            <a:r>
              <a:rPr lang="en-US" dirty="0">
                <a:latin typeface="+mj-ea"/>
                <a:ea typeface="+mj-ea"/>
              </a:rPr>
              <a:t>;</a:t>
            </a:r>
            <a:endParaRPr lang="ru-RU" dirty="0">
              <a:latin typeface="+mj-ea"/>
              <a:ea typeface="+mj-ea"/>
            </a:endParaRPr>
          </a:p>
          <a:p>
            <a:pPr marL="285750" indent="-285750" algn="just">
              <a:buSzPts val="1800"/>
              <a:buFont typeface="Arial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ru-RU" dirty="0">
                <a:latin typeface="+mj-ea"/>
                <a:ea typeface="+mj-ea"/>
              </a:rPr>
              <a:t>Подтверждение корректности расчётов с помощью автоматизированного тестирования.</a:t>
            </a:r>
            <a:endParaRPr dirty="0">
              <a:latin typeface="+mj-ea"/>
              <a:ea typeface="+mj-ea"/>
            </a:endParaRPr>
          </a:p>
        </p:txBody>
      </p:sp>
      <p:pic>
        <p:nvPicPr>
          <p:cNvPr id="3077" name="Picture 5">
            <a:extLst>
              <a:ext uri="{FF2B5EF4-FFF2-40B4-BE49-F238E27FC236}">
                <a16:creationId xmlns:a16="http://schemas.microsoft.com/office/drawing/2014/main" id="{1321A64E-1470-4F1E-948B-BD335304FF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9863" y="2168887"/>
            <a:ext cx="4467225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B616A8-E61F-41C0-B931-71414524203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095181" y="6414762"/>
            <a:ext cx="258620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888888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fld id="{86CB4B4D-7CA3-9044-876B-883B54F8677D}" type="slidenum">
              <a:rPr lang="ru-RU" smtClean="0"/>
              <a:pPr/>
              <a:t>4</a:t>
            </a:fld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8DB9A-0AD6-FC68-E88B-5EFD0782D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Picture 7" descr="Picture 7">
            <a:extLst>
              <a:ext uri="{FF2B5EF4-FFF2-40B4-BE49-F238E27FC236}">
                <a16:creationId xmlns:a16="http://schemas.microsoft.com/office/drawing/2014/main" id="{3B555B07-A288-005A-DE3E-4DFF4D9CA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7" y="12115"/>
            <a:ext cx="2034240" cy="68893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54" name="Group 13">
            <a:extLst>
              <a:ext uri="{FF2B5EF4-FFF2-40B4-BE49-F238E27FC236}">
                <a16:creationId xmlns:a16="http://schemas.microsoft.com/office/drawing/2014/main" id="{61D5F3B1-D565-5310-81EB-1343874DA884}"/>
              </a:ext>
            </a:extLst>
          </p:cNvPr>
          <p:cNvGrpSpPr/>
          <p:nvPr/>
        </p:nvGrpSpPr>
        <p:grpSpPr>
          <a:xfrm>
            <a:off x="11407140" y="93998"/>
            <a:ext cx="605898" cy="638143"/>
            <a:chOff x="-1" y="0"/>
            <a:chExt cx="605897" cy="638142"/>
          </a:xfrm>
        </p:grpSpPr>
        <p:sp>
          <p:nvSpPr>
            <p:cNvPr id="207" name="Freeform 14">
              <a:extLst>
                <a:ext uri="{FF2B5EF4-FFF2-40B4-BE49-F238E27FC236}">
                  <a16:creationId xmlns:a16="http://schemas.microsoft.com/office/drawing/2014/main" id="{44F9E3AE-7B21-B024-D10C-B012A530B67A}"/>
                </a:ext>
              </a:extLst>
            </p:cNvPr>
            <p:cNvSpPr/>
            <p:nvPr/>
          </p:nvSpPr>
          <p:spPr>
            <a:xfrm>
              <a:off x="87537" y="343551"/>
              <a:ext cx="182249" cy="2453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4784"/>
                  </a:moveTo>
                  <a:lnTo>
                    <a:pt x="21600" y="0"/>
                  </a:lnTo>
                  <a:lnTo>
                    <a:pt x="21600" y="5116"/>
                  </a:lnTo>
                  <a:lnTo>
                    <a:pt x="14483" y="6703"/>
                  </a:lnTo>
                  <a:lnTo>
                    <a:pt x="14660" y="20250"/>
                  </a:lnTo>
                  <a:lnTo>
                    <a:pt x="6976" y="21600"/>
                  </a:lnTo>
                  <a:lnTo>
                    <a:pt x="6976" y="8408"/>
                  </a:lnTo>
                  <a:lnTo>
                    <a:pt x="0" y="10018"/>
                  </a:lnTo>
                  <a:lnTo>
                    <a:pt x="0" y="4784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08" name="Freeform 15">
              <a:extLst>
                <a:ext uri="{FF2B5EF4-FFF2-40B4-BE49-F238E27FC236}">
                  <a16:creationId xmlns:a16="http://schemas.microsoft.com/office/drawing/2014/main" id="{E94C8E88-083C-CF4C-FBA6-3125D846248F}"/>
                </a:ext>
              </a:extLst>
            </p:cNvPr>
            <p:cNvSpPr/>
            <p:nvPr/>
          </p:nvSpPr>
          <p:spPr>
            <a:xfrm>
              <a:off x="84848" y="335750"/>
              <a:ext cx="193602" cy="699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409"/>
                  </a:moveTo>
                  <a:lnTo>
                    <a:pt x="20333" y="0"/>
                  </a:lnTo>
                  <a:lnTo>
                    <a:pt x="0" y="16782"/>
                  </a:lnTo>
                  <a:lnTo>
                    <a:pt x="633" y="21600"/>
                  </a:lnTo>
                  <a:lnTo>
                    <a:pt x="20967" y="4818"/>
                  </a:lnTo>
                  <a:lnTo>
                    <a:pt x="19700" y="2409"/>
                  </a:lnTo>
                  <a:lnTo>
                    <a:pt x="20967" y="4818"/>
                  </a:lnTo>
                  <a:lnTo>
                    <a:pt x="21300" y="4403"/>
                  </a:lnTo>
                  <a:lnTo>
                    <a:pt x="21600" y="3655"/>
                  </a:lnTo>
                  <a:lnTo>
                    <a:pt x="21600" y="1662"/>
                  </a:lnTo>
                  <a:lnTo>
                    <a:pt x="21467" y="831"/>
                  </a:lnTo>
                  <a:lnTo>
                    <a:pt x="20800" y="0"/>
                  </a:lnTo>
                  <a:lnTo>
                    <a:pt x="20333" y="0"/>
                  </a:lnTo>
                  <a:lnTo>
                    <a:pt x="21600" y="240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09" name="Freeform 16">
              <a:extLst>
                <a:ext uri="{FF2B5EF4-FFF2-40B4-BE49-F238E27FC236}">
                  <a16:creationId xmlns:a16="http://schemas.microsoft.com/office/drawing/2014/main" id="{55A3A3B4-BB2B-6ED8-D7E2-398B7F82A588}"/>
                </a:ext>
              </a:extLst>
            </p:cNvPr>
            <p:cNvSpPr/>
            <p:nvPr/>
          </p:nvSpPr>
          <p:spPr>
            <a:xfrm>
              <a:off x="261417" y="343551"/>
              <a:ext cx="17033" cy="67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400" y="21168"/>
                  </a:moveTo>
                  <a:lnTo>
                    <a:pt x="21600" y="18662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8662"/>
                  </a:lnTo>
                  <a:lnTo>
                    <a:pt x="7200" y="16157"/>
                  </a:lnTo>
                  <a:lnTo>
                    <a:pt x="0" y="18662"/>
                  </a:lnTo>
                  <a:lnTo>
                    <a:pt x="0" y="19958"/>
                  </a:lnTo>
                  <a:lnTo>
                    <a:pt x="3411" y="20736"/>
                  </a:lnTo>
                  <a:lnTo>
                    <a:pt x="7200" y="21168"/>
                  </a:lnTo>
                  <a:lnTo>
                    <a:pt x="10611" y="21600"/>
                  </a:lnTo>
                  <a:lnTo>
                    <a:pt x="18189" y="20736"/>
                  </a:lnTo>
                  <a:lnTo>
                    <a:pt x="21600" y="19958"/>
                  </a:lnTo>
                  <a:lnTo>
                    <a:pt x="21600" y="18662"/>
                  </a:lnTo>
                  <a:lnTo>
                    <a:pt x="14400" y="2116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10" name="Freeform 17">
              <a:extLst>
                <a:ext uri="{FF2B5EF4-FFF2-40B4-BE49-F238E27FC236}">
                  <a16:creationId xmlns:a16="http://schemas.microsoft.com/office/drawing/2014/main" id="{C2DA4554-B1BE-04BC-F21C-50C00D9DDFEB}"/>
                </a:ext>
              </a:extLst>
            </p:cNvPr>
            <p:cNvSpPr/>
            <p:nvPr/>
          </p:nvSpPr>
          <p:spPr>
            <a:xfrm>
              <a:off x="201067" y="393859"/>
              <a:ext cx="71707" cy="33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220" y="16589"/>
                  </a:moveTo>
                  <a:lnTo>
                    <a:pt x="3420" y="21600"/>
                  </a:lnTo>
                  <a:lnTo>
                    <a:pt x="21600" y="10022"/>
                  </a:lnTo>
                  <a:lnTo>
                    <a:pt x="19890" y="0"/>
                  </a:lnTo>
                  <a:lnTo>
                    <a:pt x="1710" y="11750"/>
                  </a:lnTo>
                  <a:lnTo>
                    <a:pt x="0" y="16589"/>
                  </a:lnTo>
                  <a:lnTo>
                    <a:pt x="1710" y="11750"/>
                  </a:lnTo>
                  <a:lnTo>
                    <a:pt x="810" y="13306"/>
                  </a:lnTo>
                  <a:lnTo>
                    <a:pt x="0" y="15034"/>
                  </a:lnTo>
                  <a:lnTo>
                    <a:pt x="0" y="18317"/>
                  </a:lnTo>
                  <a:lnTo>
                    <a:pt x="450" y="20045"/>
                  </a:lnTo>
                  <a:lnTo>
                    <a:pt x="1260" y="21600"/>
                  </a:lnTo>
                  <a:lnTo>
                    <a:pt x="3420" y="21600"/>
                  </a:lnTo>
                  <a:lnTo>
                    <a:pt x="5220" y="165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11" name="Freeform 18">
              <a:extLst>
                <a:ext uri="{FF2B5EF4-FFF2-40B4-BE49-F238E27FC236}">
                  <a16:creationId xmlns:a16="http://schemas.microsoft.com/office/drawing/2014/main" id="{A393148F-FD16-12A2-B8DD-ABD683D984C5}"/>
                </a:ext>
              </a:extLst>
            </p:cNvPr>
            <p:cNvSpPr/>
            <p:nvPr/>
          </p:nvSpPr>
          <p:spPr>
            <a:xfrm>
              <a:off x="201067" y="419686"/>
              <a:ext cx="18527" cy="1616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981" y="21600"/>
                  </a:moveTo>
                  <a:lnTo>
                    <a:pt x="21600" y="20558"/>
                  </a:lnTo>
                  <a:lnTo>
                    <a:pt x="20206" y="0"/>
                  </a:lnTo>
                  <a:lnTo>
                    <a:pt x="0" y="0"/>
                  </a:lnTo>
                  <a:lnTo>
                    <a:pt x="1742" y="20558"/>
                  </a:lnTo>
                  <a:lnTo>
                    <a:pt x="8361" y="19515"/>
                  </a:lnTo>
                  <a:lnTo>
                    <a:pt x="1742" y="20558"/>
                  </a:lnTo>
                  <a:lnTo>
                    <a:pt x="1742" y="21061"/>
                  </a:lnTo>
                  <a:lnTo>
                    <a:pt x="4877" y="21420"/>
                  </a:lnTo>
                  <a:lnTo>
                    <a:pt x="8361" y="21600"/>
                  </a:lnTo>
                  <a:lnTo>
                    <a:pt x="14981" y="21600"/>
                  </a:lnTo>
                  <a:lnTo>
                    <a:pt x="18465" y="21420"/>
                  </a:lnTo>
                  <a:lnTo>
                    <a:pt x="21600" y="21061"/>
                  </a:lnTo>
                  <a:lnTo>
                    <a:pt x="21600" y="20558"/>
                  </a:lnTo>
                  <a:lnTo>
                    <a:pt x="14981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12" name="Freeform 19">
              <a:extLst>
                <a:ext uri="{FF2B5EF4-FFF2-40B4-BE49-F238E27FC236}">
                  <a16:creationId xmlns:a16="http://schemas.microsoft.com/office/drawing/2014/main" id="{427BA0B6-64C1-C4DE-AB58-A30F97C9EFF3}"/>
                </a:ext>
              </a:extLst>
            </p:cNvPr>
            <p:cNvSpPr/>
            <p:nvPr/>
          </p:nvSpPr>
          <p:spPr>
            <a:xfrm>
              <a:off x="136534" y="565767"/>
              <a:ext cx="77383" cy="322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5480"/>
                  </a:moveTo>
                  <a:lnTo>
                    <a:pt x="3169" y="20700"/>
                  </a:lnTo>
                  <a:lnTo>
                    <a:pt x="21600" y="10440"/>
                  </a:lnTo>
                  <a:lnTo>
                    <a:pt x="20015" y="0"/>
                  </a:lnTo>
                  <a:lnTo>
                    <a:pt x="2002" y="10440"/>
                  </a:lnTo>
                  <a:lnTo>
                    <a:pt x="5171" y="15480"/>
                  </a:lnTo>
                  <a:lnTo>
                    <a:pt x="2002" y="10440"/>
                  </a:lnTo>
                  <a:lnTo>
                    <a:pt x="751" y="12060"/>
                  </a:lnTo>
                  <a:lnTo>
                    <a:pt x="334" y="12960"/>
                  </a:lnTo>
                  <a:lnTo>
                    <a:pt x="0" y="15480"/>
                  </a:lnTo>
                  <a:lnTo>
                    <a:pt x="334" y="17280"/>
                  </a:lnTo>
                  <a:lnTo>
                    <a:pt x="334" y="19080"/>
                  </a:lnTo>
                  <a:lnTo>
                    <a:pt x="1168" y="20700"/>
                  </a:lnTo>
                  <a:lnTo>
                    <a:pt x="2002" y="21600"/>
                  </a:lnTo>
                  <a:lnTo>
                    <a:pt x="3169" y="20700"/>
                  </a:lnTo>
                  <a:lnTo>
                    <a:pt x="0" y="1548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13" name="Freeform 20">
              <a:extLst>
                <a:ext uri="{FF2B5EF4-FFF2-40B4-BE49-F238E27FC236}">
                  <a16:creationId xmlns:a16="http://schemas.microsoft.com/office/drawing/2014/main" id="{980CE725-C7C6-D281-A07F-E2A6A41E453B}"/>
                </a:ext>
              </a:extLst>
            </p:cNvPr>
            <p:cNvSpPr/>
            <p:nvPr/>
          </p:nvSpPr>
          <p:spPr>
            <a:xfrm>
              <a:off x="136534" y="431523"/>
              <a:ext cx="18527" cy="1573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39" y="2105"/>
                  </a:moveTo>
                  <a:lnTo>
                    <a:pt x="0" y="1034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034"/>
                  </a:lnTo>
                  <a:lnTo>
                    <a:pt x="8361" y="0"/>
                  </a:lnTo>
                  <a:lnTo>
                    <a:pt x="21600" y="1034"/>
                  </a:lnTo>
                  <a:lnTo>
                    <a:pt x="19858" y="517"/>
                  </a:lnTo>
                  <a:lnTo>
                    <a:pt x="18465" y="148"/>
                  </a:lnTo>
                  <a:lnTo>
                    <a:pt x="14981" y="0"/>
                  </a:lnTo>
                  <a:lnTo>
                    <a:pt x="6619" y="0"/>
                  </a:lnTo>
                  <a:lnTo>
                    <a:pt x="3135" y="148"/>
                  </a:lnTo>
                  <a:lnTo>
                    <a:pt x="1394" y="517"/>
                  </a:lnTo>
                  <a:lnTo>
                    <a:pt x="0" y="1034"/>
                  </a:lnTo>
                  <a:lnTo>
                    <a:pt x="13239" y="210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14" name="Freeform 21">
              <a:extLst>
                <a:ext uri="{FF2B5EF4-FFF2-40B4-BE49-F238E27FC236}">
                  <a16:creationId xmlns:a16="http://schemas.microsoft.com/office/drawing/2014/main" id="{2A8D2D6B-891E-EC9E-7E19-5418AEB3625C}"/>
                </a:ext>
              </a:extLst>
            </p:cNvPr>
            <p:cNvSpPr/>
            <p:nvPr/>
          </p:nvSpPr>
          <p:spPr>
            <a:xfrm>
              <a:off x="78873" y="431523"/>
              <a:ext cx="69018" cy="333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723"/>
                  </a:moveTo>
                  <a:lnTo>
                    <a:pt x="3647" y="20903"/>
                  </a:lnTo>
                  <a:lnTo>
                    <a:pt x="21600" y="9929"/>
                  </a:lnTo>
                  <a:lnTo>
                    <a:pt x="20291" y="0"/>
                  </a:lnTo>
                  <a:lnTo>
                    <a:pt x="1870" y="11671"/>
                  </a:lnTo>
                  <a:lnTo>
                    <a:pt x="5423" y="16723"/>
                  </a:lnTo>
                  <a:lnTo>
                    <a:pt x="1870" y="11671"/>
                  </a:lnTo>
                  <a:lnTo>
                    <a:pt x="935" y="12542"/>
                  </a:lnTo>
                  <a:lnTo>
                    <a:pt x="0" y="14110"/>
                  </a:lnTo>
                  <a:lnTo>
                    <a:pt x="0" y="18290"/>
                  </a:lnTo>
                  <a:lnTo>
                    <a:pt x="468" y="20032"/>
                  </a:lnTo>
                  <a:lnTo>
                    <a:pt x="1403" y="20903"/>
                  </a:lnTo>
                  <a:lnTo>
                    <a:pt x="2244" y="21600"/>
                  </a:lnTo>
                  <a:lnTo>
                    <a:pt x="3647" y="20903"/>
                  </a:lnTo>
                  <a:lnTo>
                    <a:pt x="0" y="1672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15" name="Freeform 22">
              <a:extLst>
                <a:ext uri="{FF2B5EF4-FFF2-40B4-BE49-F238E27FC236}">
                  <a16:creationId xmlns:a16="http://schemas.microsoft.com/office/drawing/2014/main" id="{1CD39369-8F7C-045C-6C35-B7432BB3BCCE}"/>
                </a:ext>
              </a:extLst>
            </p:cNvPr>
            <p:cNvSpPr/>
            <p:nvPr/>
          </p:nvSpPr>
          <p:spPr>
            <a:xfrm>
              <a:off x="78873" y="390093"/>
              <a:ext cx="17332" cy="67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448" y="0"/>
                  </a:moveTo>
                  <a:lnTo>
                    <a:pt x="0" y="2506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506"/>
                  </a:lnTo>
                  <a:lnTo>
                    <a:pt x="14524" y="5011"/>
                  </a:lnTo>
                  <a:lnTo>
                    <a:pt x="21600" y="2506"/>
                  </a:lnTo>
                  <a:lnTo>
                    <a:pt x="21600" y="1642"/>
                  </a:lnTo>
                  <a:lnTo>
                    <a:pt x="14524" y="0"/>
                  </a:lnTo>
                  <a:lnTo>
                    <a:pt x="7448" y="0"/>
                  </a:lnTo>
                  <a:lnTo>
                    <a:pt x="3724" y="864"/>
                  </a:lnTo>
                  <a:lnTo>
                    <a:pt x="0" y="1642"/>
                  </a:lnTo>
                  <a:lnTo>
                    <a:pt x="0" y="2506"/>
                  </a:lnTo>
                  <a:lnTo>
                    <a:pt x="7448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16" name="Freeform 23">
              <a:extLst>
                <a:ext uri="{FF2B5EF4-FFF2-40B4-BE49-F238E27FC236}">
                  <a16:creationId xmlns:a16="http://schemas.microsoft.com/office/drawing/2014/main" id="{5C69D299-3EA5-54F3-4E84-6EC1E946E247}"/>
                </a:ext>
              </a:extLst>
            </p:cNvPr>
            <p:cNvSpPr/>
            <p:nvPr/>
          </p:nvSpPr>
          <p:spPr>
            <a:xfrm>
              <a:off x="367479" y="260957"/>
              <a:ext cx="212424" cy="2698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613" y="18413"/>
                  </a:moveTo>
                  <a:lnTo>
                    <a:pt x="21600" y="17056"/>
                  </a:lnTo>
                  <a:lnTo>
                    <a:pt x="21600" y="0"/>
                  </a:lnTo>
                  <a:lnTo>
                    <a:pt x="21327" y="215"/>
                  </a:lnTo>
                  <a:lnTo>
                    <a:pt x="10359" y="8786"/>
                  </a:lnTo>
                  <a:lnTo>
                    <a:pt x="0" y="3833"/>
                  </a:lnTo>
                  <a:lnTo>
                    <a:pt x="0" y="3919"/>
                  </a:lnTo>
                  <a:lnTo>
                    <a:pt x="0" y="3833"/>
                  </a:lnTo>
                  <a:lnTo>
                    <a:pt x="0" y="21600"/>
                  </a:lnTo>
                  <a:lnTo>
                    <a:pt x="7018" y="20265"/>
                  </a:lnTo>
                  <a:lnTo>
                    <a:pt x="7018" y="13740"/>
                  </a:lnTo>
                  <a:lnTo>
                    <a:pt x="10663" y="15505"/>
                  </a:lnTo>
                  <a:lnTo>
                    <a:pt x="10663" y="15613"/>
                  </a:lnTo>
                  <a:lnTo>
                    <a:pt x="14613" y="12512"/>
                  </a:lnTo>
                  <a:lnTo>
                    <a:pt x="14613" y="18413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17" name="Freeform 24">
              <a:extLst>
                <a:ext uri="{FF2B5EF4-FFF2-40B4-BE49-F238E27FC236}">
                  <a16:creationId xmlns:a16="http://schemas.microsoft.com/office/drawing/2014/main" id="{279E69F0-42FF-F03C-9026-E1DBDCB238D8}"/>
                </a:ext>
              </a:extLst>
            </p:cNvPr>
            <p:cNvSpPr/>
            <p:nvPr/>
          </p:nvSpPr>
          <p:spPr>
            <a:xfrm>
              <a:off x="508196" y="466228"/>
              <a:ext cx="80371" cy="322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43" y="5220"/>
                  </a:moveTo>
                  <a:lnTo>
                    <a:pt x="18549" y="0"/>
                  </a:lnTo>
                  <a:lnTo>
                    <a:pt x="0" y="11340"/>
                  </a:lnTo>
                  <a:lnTo>
                    <a:pt x="1124" y="21600"/>
                  </a:lnTo>
                  <a:lnTo>
                    <a:pt x="20074" y="10440"/>
                  </a:lnTo>
                  <a:lnTo>
                    <a:pt x="21600" y="5220"/>
                  </a:lnTo>
                  <a:lnTo>
                    <a:pt x="20074" y="10440"/>
                  </a:lnTo>
                  <a:lnTo>
                    <a:pt x="20877" y="9540"/>
                  </a:lnTo>
                  <a:lnTo>
                    <a:pt x="21600" y="7740"/>
                  </a:lnTo>
                  <a:lnTo>
                    <a:pt x="21600" y="4320"/>
                  </a:lnTo>
                  <a:lnTo>
                    <a:pt x="21199" y="2700"/>
                  </a:lnTo>
                  <a:lnTo>
                    <a:pt x="20476" y="900"/>
                  </a:lnTo>
                  <a:lnTo>
                    <a:pt x="19673" y="0"/>
                  </a:lnTo>
                  <a:lnTo>
                    <a:pt x="18549" y="0"/>
                  </a:lnTo>
                  <a:lnTo>
                    <a:pt x="16943" y="52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18" name="Freeform 25">
              <a:extLst>
                <a:ext uri="{FF2B5EF4-FFF2-40B4-BE49-F238E27FC236}">
                  <a16:creationId xmlns:a16="http://schemas.microsoft.com/office/drawing/2014/main" id="{A11DD0C1-CD38-8D88-4CE5-8F4357C32863}"/>
                </a:ext>
              </a:extLst>
            </p:cNvPr>
            <p:cNvSpPr/>
            <p:nvPr/>
          </p:nvSpPr>
          <p:spPr>
            <a:xfrm>
              <a:off x="571235" y="255846"/>
              <a:ext cx="17332" cy="218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772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506"/>
                  </a:lnTo>
                  <a:lnTo>
                    <a:pt x="18248" y="240"/>
                  </a:lnTo>
                  <a:lnTo>
                    <a:pt x="14524" y="133"/>
                  </a:lnTo>
                  <a:lnTo>
                    <a:pt x="10800" y="0"/>
                  </a:lnTo>
                  <a:lnTo>
                    <a:pt x="7448" y="133"/>
                  </a:lnTo>
                  <a:lnTo>
                    <a:pt x="3724" y="240"/>
                  </a:lnTo>
                  <a:lnTo>
                    <a:pt x="0" y="506"/>
                  </a:lnTo>
                  <a:lnTo>
                    <a:pt x="0" y="77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19" name="Freeform 26">
              <a:extLst>
                <a:ext uri="{FF2B5EF4-FFF2-40B4-BE49-F238E27FC236}">
                  <a16:creationId xmlns:a16="http://schemas.microsoft.com/office/drawing/2014/main" id="{0FAC547D-A001-D412-10D3-9C3AC11AA049}"/>
                </a:ext>
              </a:extLst>
            </p:cNvPr>
            <p:cNvSpPr/>
            <p:nvPr/>
          </p:nvSpPr>
          <p:spPr>
            <a:xfrm>
              <a:off x="571235" y="251810"/>
              <a:ext cx="17332" cy="142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38" y="21600"/>
                  </a:moveTo>
                  <a:lnTo>
                    <a:pt x="0" y="11819"/>
                  </a:lnTo>
                  <a:lnTo>
                    <a:pt x="0" y="17932"/>
                  </a:lnTo>
                  <a:lnTo>
                    <a:pt x="21600" y="19562"/>
                  </a:lnTo>
                  <a:lnTo>
                    <a:pt x="21600" y="13857"/>
                  </a:lnTo>
                  <a:lnTo>
                    <a:pt x="1862" y="6113"/>
                  </a:lnTo>
                  <a:lnTo>
                    <a:pt x="21600" y="13857"/>
                  </a:lnTo>
                  <a:lnTo>
                    <a:pt x="21600" y="8151"/>
                  </a:lnTo>
                  <a:lnTo>
                    <a:pt x="19738" y="4075"/>
                  </a:lnTo>
                  <a:lnTo>
                    <a:pt x="16386" y="2038"/>
                  </a:lnTo>
                  <a:lnTo>
                    <a:pt x="10800" y="0"/>
                  </a:lnTo>
                  <a:lnTo>
                    <a:pt x="7448" y="2038"/>
                  </a:lnTo>
                  <a:lnTo>
                    <a:pt x="3724" y="4075"/>
                  </a:lnTo>
                  <a:lnTo>
                    <a:pt x="1862" y="8151"/>
                  </a:lnTo>
                  <a:lnTo>
                    <a:pt x="0" y="11819"/>
                  </a:lnTo>
                  <a:lnTo>
                    <a:pt x="19738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20" name="Freeform 27">
              <a:extLst>
                <a:ext uri="{FF2B5EF4-FFF2-40B4-BE49-F238E27FC236}">
                  <a16:creationId xmlns:a16="http://schemas.microsoft.com/office/drawing/2014/main" id="{F9204F5C-B89A-4ED1-26F7-58CE43279314}"/>
                </a:ext>
              </a:extLst>
            </p:cNvPr>
            <p:cNvSpPr/>
            <p:nvPr/>
          </p:nvSpPr>
          <p:spPr>
            <a:xfrm>
              <a:off x="571235" y="255846"/>
              <a:ext cx="17332" cy="129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550"/>
                  </a:moveTo>
                  <a:lnTo>
                    <a:pt x="19738" y="17100"/>
                  </a:lnTo>
                  <a:lnTo>
                    <a:pt x="1862" y="0"/>
                  </a:lnTo>
                  <a:lnTo>
                    <a:pt x="21600" y="8550"/>
                  </a:lnTo>
                  <a:lnTo>
                    <a:pt x="1862" y="0"/>
                  </a:lnTo>
                  <a:lnTo>
                    <a:pt x="0" y="4050"/>
                  </a:lnTo>
                  <a:lnTo>
                    <a:pt x="0" y="14850"/>
                  </a:lnTo>
                  <a:lnTo>
                    <a:pt x="3724" y="19350"/>
                  </a:lnTo>
                  <a:lnTo>
                    <a:pt x="7448" y="21600"/>
                  </a:lnTo>
                  <a:lnTo>
                    <a:pt x="16386" y="21600"/>
                  </a:lnTo>
                  <a:lnTo>
                    <a:pt x="19738" y="17100"/>
                  </a:lnTo>
                  <a:lnTo>
                    <a:pt x="0" y="855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21" name="Freeform 28">
              <a:extLst>
                <a:ext uri="{FF2B5EF4-FFF2-40B4-BE49-F238E27FC236}">
                  <a16:creationId xmlns:a16="http://schemas.microsoft.com/office/drawing/2014/main" id="{6A5518A7-14CC-30BA-EE14-39B98CE05C32}"/>
                </a:ext>
              </a:extLst>
            </p:cNvPr>
            <p:cNvSpPr/>
            <p:nvPr/>
          </p:nvSpPr>
          <p:spPr>
            <a:xfrm>
              <a:off x="571235" y="251810"/>
              <a:ext cx="17332" cy="142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38" y="21600"/>
                  </a:moveTo>
                  <a:lnTo>
                    <a:pt x="0" y="13857"/>
                  </a:lnTo>
                  <a:lnTo>
                    <a:pt x="21600" y="13857"/>
                  </a:lnTo>
                  <a:lnTo>
                    <a:pt x="1862" y="6113"/>
                  </a:lnTo>
                  <a:lnTo>
                    <a:pt x="21600" y="13857"/>
                  </a:lnTo>
                  <a:lnTo>
                    <a:pt x="21600" y="8151"/>
                  </a:lnTo>
                  <a:lnTo>
                    <a:pt x="18248" y="4075"/>
                  </a:lnTo>
                  <a:lnTo>
                    <a:pt x="10800" y="0"/>
                  </a:lnTo>
                  <a:lnTo>
                    <a:pt x="7448" y="2038"/>
                  </a:lnTo>
                  <a:lnTo>
                    <a:pt x="3724" y="4075"/>
                  </a:lnTo>
                  <a:lnTo>
                    <a:pt x="0" y="8151"/>
                  </a:lnTo>
                  <a:lnTo>
                    <a:pt x="0" y="13857"/>
                  </a:lnTo>
                  <a:lnTo>
                    <a:pt x="19738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22" name="Freeform 29">
              <a:extLst>
                <a:ext uri="{FF2B5EF4-FFF2-40B4-BE49-F238E27FC236}">
                  <a16:creationId xmlns:a16="http://schemas.microsoft.com/office/drawing/2014/main" id="{5A7C98CC-919E-FB97-BDAB-6CFD7ECE9AA7}"/>
                </a:ext>
              </a:extLst>
            </p:cNvPr>
            <p:cNvSpPr/>
            <p:nvPr/>
          </p:nvSpPr>
          <p:spPr>
            <a:xfrm>
              <a:off x="568546" y="255846"/>
              <a:ext cx="18527" cy="153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465" y="18189"/>
                  </a:moveTo>
                  <a:lnTo>
                    <a:pt x="21600" y="14400"/>
                  </a:lnTo>
                  <a:lnTo>
                    <a:pt x="4877" y="0"/>
                  </a:lnTo>
                  <a:lnTo>
                    <a:pt x="1742" y="3411"/>
                  </a:lnTo>
                  <a:lnTo>
                    <a:pt x="0" y="7200"/>
                  </a:lnTo>
                  <a:lnTo>
                    <a:pt x="0" y="12505"/>
                  </a:lnTo>
                  <a:lnTo>
                    <a:pt x="1742" y="16295"/>
                  </a:lnTo>
                  <a:lnTo>
                    <a:pt x="3135" y="20084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465" y="181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23" name="Freeform 30">
              <a:extLst>
                <a:ext uri="{FF2B5EF4-FFF2-40B4-BE49-F238E27FC236}">
                  <a16:creationId xmlns:a16="http://schemas.microsoft.com/office/drawing/2014/main" id="{0704ABCD-C8F9-85D5-6175-4C35CCCFE513}"/>
                </a:ext>
              </a:extLst>
            </p:cNvPr>
            <p:cNvSpPr/>
            <p:nvPr/>
          </p:nvSpPr>
          <p:spPr>
            <a:xfrm>
              <a:off x="460992" y="258267"/>
              <a:ext cx="123393" cy="1216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32" y="21122"/>
                  </a:moveTo>
                  <a:lnTo>
                    <a:pt x="2720" y="20883"/>
                  </a:lnTo>
                  <a:lnTo>
                    <a:pt x="21600" y="1864"/>
                  </a:lnTo>
                  <a:lnTo>
                    <a:pt x="19090" y="0"/>
                  </a:lnTo>
                  <a:lnTo>
                    <a:pt x="471" y="19067"/>
                  </a:lnTo>
                  <a:lnTo>
                    <a:pt x="2510" y="18828"/>
                  </a:lnTo>
                  <a:lnTo>
                    <a:pt x="471" y="19067"/>
                  </a:lnTo>
                  <a:lnTo>
                    <a:pt x="0" y="19497"/>
                  </a:lnTo>
                  <a:lnTo>
                    <a:pt x="0" y="20214"/>
                  </a:lnTo>
                  <a:lnTo>
                    <a:pt x="209" y="20644"/>
                  </a:lnTo>
                  <a:lnTo>
                    <a:pt x="471" y="21122"/>
                  </a:lnTo>
                  <a:lnTo>
                    <a:pt x="994" y="21361"/>
                  </a:lnTo>
                  <a:lnTo>
                    <a:pt x="1464" y="21600"/>
                  </a:lnTo>
                  <a:lnTo>
                    <a:pt x="2249" y="21361"/>
                  </a:lnTo>
                  <a:lnTo>
                    <a:pt x="2720" y="20883"/>
                  </a:lnTo>
                  <a:lnTo>
                    <a:pt x="732" y="2112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24" name="Freeform 31">
              <a:extLst>
                <a:ext uri="{FF2B5EF4-FFF2-40B4-BE49-F238E27FC236}">
                  <a16:creationId xmlns:a16="http://schemas.microsoft.com/office/drawing/2014/main" id="{66F8543F-097A-FE41-D93A-9EA184B3B311}"/>
                </a:ext>
              </a:extLst>
            </p:cNvPr>
            <p:cNvSpPr/>
            <p:nvPr/>
          </p:nvSpPr>
          <p:spPr>
            <a:xfrm>
              <a:off x="358815" y="301042"/>
              <a:ext cx="116521" cy="761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212" y="2213"/>
                  </a:moveTo>
                  <a:lnTo>
                    <a:pt x="831" y="4045"/>
                  </a:lnTo>
                  <a:lnTo>
                    <a:pt x="19717" y="21600"/>
                  </a:lnTo>
                  <a:lnTo>
                    <a:pt x="21600" y="17936"/>
                  </a:lnTo>
                  <a:lnTo>
                    <a:pt x="2658" y="382"/>
                  </a:lnTo>
                  <a:lnTo>
                    <a:pt x="0" y="2213"/>
                  </a:lnTo>
                  <a:lnTo>
                    <a:pt x="2658" y="382"/>
                  </a:lnTo>
                  <a:lnTo>
                    <a:pt x="1883" y="0"/>
                  </a:lnTo>
                  <a:lnTo>
                    <a:pt x="1329" y="0"/>
                  </a:lnTo>
                  <a:lnTo>
                    <a:pt x="554" y="382"/>
                  </a:lnTo>
                  <a:lnTo>
                    <a:pt x="277" y="1069"/>
                  </a:lnTo>
                  <a:lnTo>
                    <a:pt x="0" y="1832"/>
                  </a:lnTo>
                  <a:lnTo>
                    <a:pt x="0" y="2519"/>
                  </a:lnTo>
                  <a:lnTo>
                    <a:pt x="277" y="3282"/>
                  </a:lnTo>
                  <a:lnTo>
                    <a:pt x="831" y="4045"/>
                  </a:lnTo>
                  <a:lnTo>
                    <a:pt x="3212" y="221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25" name="Freeform 32">
              <a:extLst>
                <a:ext uri="{FF2B5EF4-FFF2-40B4-BE49-F238E27FC236}">
                  <a16:creationId xmlns:a16="http://schemas.microsoft.com/office/drawing/2014/main" id="{7DDC653A-DFBD-727B-C96F-8C8CB5F95E74}"/>
                </a:ext>
              </a:extLst>
            </p:cNvPr>
            <p:cNvSpPr/>
            <p:nvPr/>
          </p:nvSpPr>
          <p:spPr>
            <a:xfrm>
              <a:off x="358815" y="302387"/>
              <a:ext cx="17332" cy="15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724" y="19705"/>
                  </a:moveTo>
                  <a:lnTo>
                    <a:pt x="21600" y="9095"/>
                  </a:lnTo>
                  <a:lnTo>
                    <a:pt x="0" y="9095"/>
                  </a:lnTo>
                  <a:lnTo>
                    <a:pt x="0" y="10611"/>
                  </a:lnTo>
                  <a:lnTo>
                    <a:pt x="17876" y="0"/>
                  </a:lnTo>
                  <a:lnTo>
                    <a:pt x="0" y="10611"/>
                  </a:lnTo>
                  <a:lnTo>
                    <a:pt x="0" y="14400"/>
                  </a:lnTo>
                  <a:lnTo>
                    <a:pt x="3724" y="18189"/>
                  </a:lnTo>
                  <a:lnTo>
                    <a:pt x="7448" y="19705"/>
                  </a:lnTo>
                  <a:lnTo>
                    <a:pt x="10800" y="21600"/>
                  </a:lnTo>
                  <a:lnTo>
                    <a:pt x="14524" y="19705"/>
                  </a:lnTo>
                  <a:lnTo>
                    <a:pt x="17876" y="18189"/>
                  </a:lnTo>
                  <a:lnTo>
                    <a:pt x="21600" y="14400"/>
                  </a:lnTo>
                  <a:lnTo>
                    <a:pt x="21600" y="9095"/>
                  </a:lnTo>
                  <a:lnTo>
                    <a:pt x="3724" y="1970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26" name="Freeform 33">
              <a:extLst>
                <a:ext uri="{FF2B5EF4-FFF2-40B4-BE49-F238E27FC236}">
                  <a16:creationId xmlns:a16="http://schemas.microsoft.com/office/drawing/2014/main" id="{996AA3E2-31B4-D90D-0A31-E81CF4972784}"/>
                </a:ext>
              </a:extLst>
            </p:cNvPr>
            <p:cNvSpPr/>
            <p:nvPr/>
          </p:nvSpPr>
          <p:spPr>
            <a:xfrm>
              <a:off x="357620" y="301042"/>
              <a:ext cx="18527" cy="15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989"/>
                  </a:moveTo>
                  <a:lnTo>
                    <a:pt x="4877" y="20084"/>
                  </a:lnTo>
                  <a:lnTo>
                    <a:pt x="4877" y="21600"/>
                  </a:lnTo>
                  <a:lnTo>
                    <a:pt x="18116" y="1895"/>
                  </a:lnTo>
                  <a:lnTo>
                    <a:pt x="16723" y="1895"/>
                  </a:lnTo>
                  <a:lnTo>
                    <a:pt x="0" y="10989"/>
                  </a:lnTo>
                  <a:lnTo>
                    <a:pt x="16723" y="1895"/>
                  </a:lnTo>
                  <a:lnTo>
                    <a:pt x="13239" y="0"/>
                  </a:lnTo>
                  <a:lnTo>
                    <a:pt x="8361" y="0"/>
                  </a:lnTo>
                  <a:lnTo>
                    <a:pt x="4877" y="1895"/>
                  </a:lnTo>
                  <a:lnTo>
                    <a:pt x="3135" y="3411"/>
                  </a:lnTo>
                  <a:lnTo>
                    <a:pt x="1394" y="9095"/>
                  </a:lnTo>
                  <a:lnTo>
                    <a:pt x="0" y="12505"/>
                  </a:lnTo>
                  <a:lnTo>
                    <a:pt x="1394" y="16295"/>
                  </a:lnTo>
                  <a:lnTo>
                    <a:pt x="4877" y="20084"/>
                  </a:lnTo>
                  <a:lnTo>
                    <a:pt x="21600" y="109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27" name="Freeform 34">
              <a:extLst>
                <a:ext uri="{FF2B5EF4-FFF2-40B4-BE49-F238E27FC236}">
                  <a16:creationId xmlns:a16="http://schemas.microsoft.com/office/drawing/2014/main" id="{0DA3E858-C069-62D2-229F-230FC5B04E8E}"/>
                </a:ext>
              </a:extLst>
            </p:cNvPr>
            <p:cNvSpPr/>
            <p:nvPr/>
          </p:nvSpPr>
          <p:spPr>
            <a:xfrm>
              <a:off x="357620" y="308844"/>
              <a:ext cx="18527" cy="2297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361" y="20158"/>
                  </a:moveTo>
                  <a:lnTo>
                    <a:pt x="21600" y="20867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0867"/>
                  </a:lnTo>
                  <a:lnTo>
                    <a:pt x="13239" y="21600"/>
                  </a:lnTo>
                  <a:lnTo>
                    <a:pt x="0" y="20867"/>
                  </a:lnTo>
                  <a:lnTo>
                    <a:pt x="1394" y="21246"/>
                  </a:lnTo>
                  <a:lnTo>
                    <a:pt x="3135" y="21474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116" y="21474"/>
                  </a:lnTo>
                  <a:lnTo>
                    <a:pt x="19858" y="21246"/>
                  </a:lnTo>
                  <a:lnTo>
                    <a:pt x="21600" y="20867"/>
                  </a:lnTo>
                  <a:lnTo>
                    <a:pt x="8361" y="2015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28" name="Freeform 35">
              <a:extLst>
                <a:ext uri="{FF2B5EF4-FFF2-40B4-BE49-F238E27FC236}">
                  <a16:creationId xmlns:a16="http://schemas.microsoft.com/office/drawing/2014/main" id="{A95B36E1-4E14-679D-75D0-75AE51821E53}"/>
                </a:ext>
              </a:extLst>
            </p:cNvPr>
            <p:cNvSpPr/>
            <p:nvPr/>
          </p:nvSpPr>
          <p:spPr>
            <a:xfrm>
              <a:off x="364790" y="506313"/>
              <a:ext cx="80371" cy="322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43" y="5220"/>
                  </a:moveTo>
                  <a:lnTo>
                    <a:pt x="18468" y="0"/>
                  </a:lnTo>
                  <a:lnTo>
                    <a:pt x="0" y="11340"/>
                  </a:lnTo>
                  <a:lnTo>
                    <a:pt x="1124" y="21600"/>
                  </a:lnTo>
                  <a:lnTo>
                    <a:pt x="19994" y="10440"/>
                  </a:lnTo>
                  <a:lnTo>
                    <a:pt x="21600" y="5220"/>
                  </a:lnTo>
                  <a:lnTo>
                    <a:pt x="19994" y="10440"/>
                  </a:lnTo>
                  <a:lnTo>
                    <a:pt x="20797" y="9540"/>
                  </a:lnTo>
                  <a:lnTo>
                    <a:pt x="21600" y="7740"/>
                  </a:lnTo>
                  <a:lnTo>
                    <a:pt x="21600" y="3420"/>
                  </a:lnTo>
                  <a:lnTo>
                    <a:pt x="21199" y="1800"/>
                  </a:lnTo>
                  <a:lnTo>
                    <a:pt x="20396" y="900"/>
                  </a:lnTo>
                  <a:lnTo>
                    <a:pt x="19673" y="0"/>
                  </a:lnTo>
                  <a:lnTo>
                    <a:pt x="18468" y="0"/>
                  </a:lnTo>
                  <a:lnTo>
                    <a:pt x="16943" y="52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29" name="Freeform 36">
              <a:extLst>
                <a:ext uri="{FF2B5EF4-FFF2-40B4-BE49-F238E27FC236}">
                  <a16:creationId xmlns:a16="http://schemas.microsoft.com/office/drawing/2014/main" id="{451215D9-788A-754B-D564-463CF87A5B88}"/>
                </a:ext>
              </a:extLst>
            </p:cNvPr>
            <p:cNvSpPr/>
            <p:nvPr/>
          </p:nvSpPr>
          <p:spPr>
            <a:xfrm>
              <a:off x="427829" y="425066"/>
              <a:ext cx="17332" cy="890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014" y="261"/>
                  </a:moveTo>
                  <a:lnTo>
                    <a:pt x="0" y="1827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827"/>
                  </a:lnTo>
                  <a:lnTo>
                    <a:pt x="3724" y="3393"/>
                  </a:lnTo>
                  <a:lnTo>
                    <a:pt x="21600" y="1827"/>
                  </a:lnTo>
                  <a:lnTo>
                    <a:pt x="21600" y="1240"/>
                  </a:lnTo>
                  <a:lnTo>
                    <a:pt x="17876" y="587"/>
                  </a:lnTo>
                  <a:lnTo>
                    <a:pt x="14152" y="0"/>
                  </a:lnTo>
                  <a:lnTo>
                    <a:pt x="7076" y="0"/>
                  </a:lnTo>
                  <a:lnTo>
                    <a:pt x="0" y="1240"/>
                  </a:lnTo>
                  <a:lnTo>
                    <a:pt x="0" y="1827"/>
                  </a:lnTo>
                  <a:lnTo>
                    <a:pt x="16014" y="261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30" name="Freeform 37">
              <a:extLst>
                <a:ext uri="{FF2B5EF4-FFF2-40B4-BE49-F238E27FC236}">
                  <a16:creationId xmlns:a16="http://schemas.microsoft.com/office/drawing/2014/main" id="{07E3CBC8-7500-3827-7548-2737A718E30C}"/>
                </a:ext>
              </a:extLst>
            </p:cNvPr>
            <p:cNvSpPr/>
            <p:nvPr/>
          </p:nvSpPr>
          <p:spPr>
            <a:xfrm>
              <a:off x="430817" y="426143"/>
              <a:ext cx="50196" cy="363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314" y="13920"/>
                  </a:moveTo>
                  <a:lnTo>
                    <a:pt x="19671" y="13120"/>
                  </a:lnTo>
                  <a:lnTo>
                    <a:pt x="4243" y="0"/>
                  </a:lnTo>
                  <a:lnTo>
                    <a:pt x="0" y="7680"/>
                  </a:lnTo>
                  <a:lnTo>
                    <a:pt x="15429" y="20800"/>
                  </a:lnTo>
                  <a:lnTo>
                    <a:pt x="14786" y="20000"/>
                  </a:lnTo>
                  <a:lnTo>
                    <a:pt x="15429" y="20800"/>
                  </a:lnTo>
                  <a:lnTo>
                    <a:pt x="17229" y="21600"/>
                  </a:lnTo>
                  <a:lnTo>
                    <a:pt x="18514" y="21600"/>
                  </a:lnTo>
                  <a:lnTo>
                    <a:pt x="19671" y="20800"/>
                  </a:lnTo>
                  <a:lnTo>
                    <a:pt x="20957" y="19200"/>
                  </a:lnTo>
                  <a:lnTo>
                    <a:pt x="21600" y="17760"/>
                  </a:lnTo>
                  <a:lnTo>
                    <a:pt x="21600" y="16160"/>
                  </a:lnTo>
                  <a:lnTo>
                    <a:pt x="20957" y="14720"/>
                  </a:lnTo>
                  <a:lnTo>
                    <a:pt x="20314" y="139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31" name="Freeform 38">
              <a:extLst>
                <a:ext uri="{FF2B5EF4-FFF2-40B4-BE49-F238E27FC236}">
                  <a16:creationId xmlns:a16="http://schemas.microsoft.com/office/drawing/2014/main" id="{BF7089F2-1024-E62D-6441-D5A9B922CCB5}"/>
                </a:ext>
              </a:extLst>
            </p:cNvPr>
            <p:cNvSpPr/>
            <p:nvPr/>
          </p:nvSpPr>
          <p:spPr>
            <a:xfrm>
              <a:off x="465174" y="449548"/>
              <a:ext cx="17333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2" y="0"/>
                  </a:moveTo>
                  <a:lnTo>
                    <a:pt x="16014" y="0"/>
                  </a:lnTo>
                  <a:lnTo>
                    <a:pt x="0" y="15487"/>
                  </a:lnTo>
                  <a:lnTo>
                    <a:pt x="1862" y="17525"/>
                  </a:lnTo>
                  <a:lnTo>
                    <a:pt x="17876" y="17525"/>
                  </a:lnTo>
                  <a:lnTo>
                    <a:pt x="1862" y="17525"/>
                  </a:lnTo>
                  <a:lnTo>
                    <a:pt x="5214" y="21600"/>
                  </a:lnTo>
                  <a:lnTo>
                    <a:pt x="10800" y="21600"/>
                  </a:lnTo>
                  <a:lnTo>
                    <a:pt x="14152" y="19562"/>
                  </a:lnTo>
                  <a:lnTo>
                    <a:pt x="17876" y="17525"/>
                  </a:lnTo>
                  <a:lnTo>
                    <a:pt x="19738" y="13449"/>
                  </a:lnTo>
                  <a:lnTo>
                    <a:pt x="21600" y="9781"/>
                  </a:lnTo>
                  <a:lnTo>
                    <a:pt x="19738" y="3668"/>
                  </a:lnTo>
                  <a:lnTo>
                    <a:pt x="17876" y="0"/>
                  </a:lnTo>
                  <a:lnTo>
                    <a:pt x="1862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32" name="Freeform 39">
              <a:extLst>
                <a:ext uri="{FF2B5EF4-FFF2-40B4-BE49-F238E27FC236}">
                  <a16:creationId xmlns:a16="http://schemas.microsoft.com/office/drawing/2014/main" id="{68B565CA-62A8-E810-4657-9017F78DF8E9}"/>
                </a:ext>
              </a:extLst>
            </p:cNvPr>
            <p:cNvSpPr/>
            <p:nvPr/>
          </p:nvSpPr>
          <p:spPr>
            <a:xfrm>
              <a:off x="466668" y="409463"/>
              <a:ext cx="53184" cy="516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3263"/>
                  </a:moveTo>
                  <a:lnTo>
                    <a:pt x="15169" y="1125"/>
                  </a:lnTo>
                  <a:lnTo>
                    <a:pt x="0" y="16763"/>
                  </a:lnTo>
                  <a:lnTo>
                    <a:pt x="5218" y="21600"/>
                  </a:lnTo>
                  <a:lnTo>
                    <a:pt x="20387" y="5400"/>
                  </a:lnTo>
                  <a:lnTo>
                    <a:pt x="13955" y="3263"/>
                  </a:lnTo>
                  <a:lnTo>
                    <a:pt x="20387" y="5400"/>
                  </a:lnTo>
                  <a:lnTo>
                    <a:pt x="21600" y="4275"/>
                  </a:lnTo>
                  <a:lnTo>
                    <a:pt x="21600" y="3263"/>
                  </a:lnTo>
                  <a:lnTo>
                    <a:pt x="20993" y="1575"/>
                  </a:lnTo>
                  <a:lnTo>
                    <a:pt x="20387" y="1125"/>
                  </a:lnTo>
                  <a:lnTo>
                    <a:pt x="19173" y="0"/>
                  </a:lnTo>
                  <a:lnTo>
                    <a:pt x="16261" y="0"/>
                  </a:lnTo>
                  <a:lnTo>
                    <a:pt x="15169" y="1125"/>
                  </a:lnTo>
                  <a:lnTo>
                    <a:pt x="21600" y="326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33" name="Freeform 40">
              <a:extLst>
                <a:ext uri="{FF2B5EF4-FFF2-40B4-BE49-F238E27FC236}">
                  <a16:creationId xmlns:a16="http://schemas.microsoft.com/office/drawing/2014/main" id="{7161E010-116F-D153-AFEC-C263B9300790}"/>
                </a:ext>
              </a:extLst>
            </p:cNvPr>
            <p:cNvSpPr/>
            <p:nvPr/>
          </p:nvSpPr>
          <p:spPr>
            <a:xfrm>
              <a:off x="501026" y="417265"/>
              <a:ext cx="18826" cy="812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229" y="17523"/>
                  </a:moveTo>
                  <a:lnTo>
                    <a:pt x="21600" y="19597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9597"/>
                  </a:lnTo>
                  <a:lnTo>
                    <a:pt x="13029" y="21600"/>
                  </a:lnTo>
                  <a:lnTo>
                    <a:pt x="0" y="19597"/>
                  </a:lnTo>
                  <a:lnTo>
                    <a:pt x="1714" y="20599"/>
                  </a:lnTo>
                  <a:lnTo>
                    <a:pt x="3429" y="21314"/>
                  </a:lnTo>
                  <a:lnTo>
                    <a:pt x="6514" y="21600"/>
                  </a:lnTo>
                  <a:lnTo>
                    <a:pt x="14743" y="21600"/>
                  </a:lnTo>
                  <a:lnTo>
                    <a:pt x="18171" y="21314"/>
                  </a:lnTo>
                  <a:lnTo>
                    <a:pt x="19886" y="20599"/>
                  </a:lnTo>
                  <a:lnTo>
                    <a:pt x="21600" y="19597"/>
                  </a:lnTo>
                  <a:lnTo>
                    <a:pt x="8229" y="1752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34" name="Freeform 41">
              <a:extLst>
                <a:ext uri="{FF2B5EF4-FFF2-40B4-BE49-F238E27FC236}">
                  <a16:creationId xmlns:a16="http://schemas.microsoft.com/office/drawing/2014/main" id="{6C0DA8A7-8731-F27F-ADED-FED995710A2A}"/>
                </a:ext>
              </a:extLst>
            </p:cNvPr>
            <p:cNvSpPr/>
            <p:nvPr/>
          </p:nvSpPr>
          <p:spPr>
            <a:xfrm>
              <a:off x="211224" y="383636"/>
              <a:ext cx="192111" cy="2453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66" y="0"/>
                  </a:moveTo>
                  <a:lnTo>
                    <a:pt x="21600" y="0"/>
                  </a:lnTo>
                  <a:lnTo>
                    <a:pt x="21600" y="17503"/>
                  </a:lnTo>
                  <a:lnTo>
                    <a:pt x="13706" y="19208"/>
                  </a:lnTo>
                  <a:lnTo>
                    <a:pt x="13706" y="14211"/>
                  </a:lnTo>
                  <a:lnTo>
                    <a:pt x="134" y="21482"/>
                  </a:lnTo>
                  <a:lnTo>
                    <a:pt x="0" y="21600"/>
                  </a:lnTo>
                  <a:lnTo>
                    <a:pt x="0" y="3292"/>
                  </a:lnTo>
                  <a:lnTo>
                    <a:pt x="7894" y="1587"/>
                  </a:lnTo>
                  <a:lnTo>
                    <a:pt x="7894" y="7389"/>
                  </a:lnTo>
                  <a:lnTo>
                    <a:pt x="21466" y="0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35" name="Freeform 42">
              <a:extLst>
                <a:ext uri="{FF2B5EF4-FFF2-40B4-BE49-F238E27FC236}">
                  <a16:creationId xmlns:a16="http://schemas.microsoft.com/office/drawing/2014/main" id="{0EA360F2-ABB0-4BBB-710C-8112D70378AD}"/>
                </a:ext>
              </a:extLst>
            </p:cNvPr>
            <p:cNvSpPr/>
            <p:nvPr/>
          </p:nvSpPr>
          <p:spPr>
            <a:xfrm>
              <a:off x="393471" y="377180"/>
              <a:ext cx="17034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11" y="0"/>
                  </a:moveTo>
                  <a:lnTo>
                    <a:pt x="21600" y="9781"/>
                  </a:lnTo>
                  <a:lnTo>
                    <a:pt x="0" y="9781"/>
                  </a:lnTo>
                  <a:lnTo>
                    <a:pt x="18189" y="19562"/>
                  </a:lnTo>
                  <a:lnTo>
                    <a:pt x="0" y="9781"/>
                  </a:lnTo>
                  <a:lnTo>
                    <a:pt x="0" y="15487"/>
                  </a:lnTo>
                  <a:lnTo>
                    <a:pt x="3411" y="19562"/>
                  </a:lnTo>
                  <a:lnTo>
                    <a:pt x="7200" y="21600"/>
                  </a:lnTo>
                  <a:lnTo>
                    <a:pt x="14400" y="21600"/>
                  </a:lnTo>
                  <a:lnTo>
                    <a:pt x="18189" y="19562"/>
                  </a:lnTo>
                  <a:lnTo>
                    <a:pt x="21600" y="15487"/>
                  </a:lnTo>
                  <a:lnTo>
                    <a:pt x="21600" y="9781"/>
                  </a:lnTo>
                  <a:lnTo>
                    <a:pt x="3411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36" name="Freeform 43">
              <a:extLst>
                <a:ext uri="{FF2B5EF4-FFF2-40B4-BE49-F238E27FC236}">
                  <a16:creationId xmlns:a16="http://schemas.microsoft.com/office/drawing/2014/main" id="{D12A7520-ED27-0FFD-3969-96253260A60D}"/>
                </a:ext>
              </a:extLst>
            </p:cNvPr>
            <p:cNvSpPr/>
            <p:nvPr/>
          </p:nvSpPr>
          <p:spPr>
            <a:xfrm>
              <a:off x="393471" y="375835"/>
              <a:ext cx="18528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1819"/>
                  </a:moveTo>
                  <a:lnTo>
                    <a:pt x="3135" y="2038"/>
                  </a:lnTo>
                  <a:lnTo>
                    <a:pt x="16723" y="21600"/>
                  </a:lnTo>
                  <a:lnTo>
                    <a:pt x="18465" y="21600"/>
                  </a:lnTo>
                  <a:lnTo>
                    <a:pt x="0" y="11819"/>
                  </a:lnTo>
                  <a:lnTo>
                    <a:pt x="18465" y="21600"/>
                  </a:lnTo>
                  <a:lnTo>
                    <a:pt x="19858" y="15894"/>
                  </a:lnTo>
                  <a:lnTo>
                    <a:pt x="21600" y="11819"/>
                  </a:lnTo>
                  <a:lnTo>
                    <a:pt x="19858" y="7743"/>
                  </a:lnTo>
                  <a:lnTo>
                    <a:pt x="18465" y="4075"/>
                  </a:lnTo>
                  <a:lnTo>
                    <a:pt x="16723" y="0"/>
                  </a:lnTo>
                  <a:lnTo>
                    <a:pt x="8361" y="0"/>
                  </a:lnTo>
                  <a:lnTo>
                    <a:pt x="3135" y="2038"/>
                  </a:lnTo>
                  <a:lnTo>
                    <a:pt x="21600" y="1181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37" name="Freeform 44">
              <a:extLst>
                <a:ext uri="{FF2B5EF4-FFF2-40B4-BE49-F238E27FC236}">
                  <a16:creationId xmlns:a16="http://schemas.microsoft.com/office/drawing/2014/main" id="{E6434403-EAD9-0527-1E0B-6D7525549F4B}"/>
                </a:ext>
              </a:extLst>
            </p:cNvPr>
            <p:cNvSpPr/>
            <p:nvPr/>
          </p:nvSpPr>
          <p:spPr>
            <a:xfrm>
              <a:off x="393471" y="383636"/>
              <a:ext cx="18528" cy="206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39" y="21600"/>
                  </a:moveTo>
                  <a:lnTo>
                    <a:pt x="21600" y="20784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0784"/>
                  </a:lnTo>
                  <a:lnTo>
                    <a:pt x="8361" y="19997"/>
                  </a:lnTo>
                  <a:lnTo>
                    <a:pt x="0" y="20784"/>
                  </a:lnTo>
                  <a:lnTo>
                    <a:pt x="1394" y="21206"/>
                  </a:lnTo>
                  <a:lnTo>
                    <a:pt x="3135" y="21459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465" y="21459"/>
                  </a:lnTo>
                  <a:lnTo>
                    <a:pt x="19858" y="21206"/>
                  </a:lnTo>
                  <a:lnTo>
                    <a:pt x="21600" y="20784"/>
                  </a:lnTo>
                  <a:lnTo>
                    <a:pt x="13239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38" name="Freeform 45">
              <a:extLst>
                <a:ext uri="{FF2B5EF4-FFF2-40B4-BE49-F238E27FC236}">
                  <a16:creationId xmlns:a16="http://schemas.microsoft.com/office/drawing/2014/main" id="{0D8BD826-1365-2B01-DC27-37DE7755CEFD}"/>
                </a:ext>
              </a:extLst>
            </p:cNvPr>
            <p:cNvSpPr/>
            <p:nvPr/>
          </p:nvSpPr>
          <p:spPr>
            <a:xfrm>
              <a:off x="324457" y="574914"/>
              <a:ext cx="80371" cy="347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744"/>
                  </a:moveTo>
                  <a:lnTo>
                    <a:pt x="3132" y="21600"/>
                  </a:lnTo>
                  <a:lnTo>
                    <a:pt x="21600" y="9544"/>
                  </a:lnTo>
                  <a:lnTo>
                    <a:pt x="20476" y="0"/>
                  </a:lnTo>
                  <a:lnTo>
                    <a:pt x="1526" y="12056"/>
                  </a:lnTo>
                  <a:lnTo>
                    <a:pt x="5059" y="16744"/>
                  </a:lnTo>
                  <a:lnTo>
                    <a:pt x="1526" y="12056"/>
                  </a:lnTo>
                  <a:lnTo>
                    <a:pt x="803" y="12726"/>
                  </a:lnTo>
                  <a:lnTo>
                    <a:pt x="401" y="14400"/>
                  </a:lnTo>
                  <a:lnTo>
                    <a:pt x="0" y="16744"/>
                  </a:lnTo>
                  <a:lnTo>
                    <a:pt x="0" y="18419"/>
                  </a:lnTo>
                  <a:lnTo>
                    <a:pt x="401" y="20093"/>
                  </a:lnTo>
                  <a:lnTo>
                    <a:pt x="1124" y="20763"/>
                  </a:lnTo>
                  <a:lnTo>
                    <a:pt x="1927" y="21600"/>
                  </a:lnTo>
                  <a:lnTo>
                    <a:pt x="3132" y="21600"/>
                  </a:lnTo>
                  <a:lnTo>
                    <a:pt x="0" y="16744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39" name="Freeform 46">
              <a:extLst>
                <a:ext uri="{FF2B5EF4-FFF2-40B4-BE49-F238E27FC236}">
                  <a16:creationId xmlns:a16="http://schemas.microsoft.com/office/drawing/2014/main" id="{C564DD12-3853-EDA6-B874-B6A2888B33DE}"/>
                </a:ext>
              </a:extLst>
            </p:cNvPr>
            <p:cNvSpPr/>
            <p:nvPr/>
          </p:nvSpPr>
          <p:spPr>
            <a:xfrm>
              <a:off x="324457" y="536174"/>
              <a:ext cx="18826" cy="656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457" y="5046"/>
                  </a:moveTo>
                  <a:lnTo>
                    <a:pt x="0" y="292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921"/>
                  </a:lnTo>
                  <a:lnTo>
                    <a:pt x="3429" y="797"/>
                  </a:lnTo>
                  <a:lnTo>
                    <a:pt x="21600" y="2921"/>
                  </a:lnTo>
                  <a:lnTo>
                    <a:pt x="19886" y="1682"/>
                  </a:lnTo>
                  <a:lnTo>
                    <a:pt x="18171" y="797"/>
                  </a:lnTo>
                  <a:lnTo>
                    <a:pt x="14743" y="354"/>
                  </a:lnTo>
                  <a:lnTo>
                    <a:pt x="9943" y="0"/>
                  </a:lnTo>
                  <a:lnTo>
                    <a:pt x="6514" y="354"/>
                  </a:lnTo>
                  <a:lnTo>
                    <a:pt x="3429" y="797"/>
                  </a:lnTo>
                  <a:lnTo>
                    <a:pt x="1714" y="1682"/>
                  </a:lnTo>
                  <a:lnTo>
                    <a:pt x="0" y="2921"/>
                  </a:lnTo>
                  <a:lnTo>
                    <a:pt x="16457" y="504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40" name="Freeform 47">
              <a:extLst>
                <a:ext uri="{FF2B5EF4-FFF2-40B4-BE49-F238E27FC236}">
                  <a16:creationId xmlns:a16="http://schemas.microsoft.com/office/drawing/2014/main" id="{5322ED6F-FF7D-C17B-5CDB-7535823043BA}"/>
                </a:ext>
              </a:extLst>
            </p:cNvPr>
            <p:cNvSpPr/>
            <p:nvPr/>
          </p:nvSpPr>
          <p:spPr>
            <a:xfrm>
              <a:off x="203755" y="538596"/>
              <a:ext cx="135047" cy="982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342" y="21008"/>
                  </a:moveTo>
                  <a:lnTo>
                    <a:pt x="21600" y="2841"/>
                  </a:lnTo>
                  <a:lnTo>
                    <a:pt x="19784" y="0"/>
                  </a:lnTo>
                  <a:lnTo>
                    <a:pt x="478" y="18464"/>
                  </a:lnTo>
                  <a:lnTo>
                    <a:pt x="0" y="19055"/>
                  </a:lnTo>
                  <a:lnTo>
                    <a:pt x="0" y="20180"/>
                  </a:lnTo>
                  <a:lnTo>
                    <a:pt x="239" y="20772"/>
                  </a:lnTo>
                  <a:lnTo>
                    <a:pt x="717" y="21304"/>
                  </a:lnTo>
                  <a:lnTo>
                    <a:pt x="1195" y="21600"/>
                  </a:lnTo>
                  <a:lnTo>
                    <a:pt x="1625" y="21600"/>
                  </a:lnTo>
                  <a:lnTo>
                    <a:pt x="2342" y="2100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41" name="Freeform 48">
              <a:extLst>
                <a:ext uri="{FF2B5EF4-FFF2-40B4-BE49-F238E27FC236}">
                  <a16:creationId xmlns:a16="http://schemas.microsoft.com/office/drawing/2014/main" id="{801E441A-9680-2C91-1149-B9AD53F7DF4A}"/>
                </a:ext>
              </a:extLst>
            </p:cNvPr>
            <p:cNvSpPr/>
            <p:nvPr/>
          </p:nvSpPr>
          <p:spPr>
            <a:xfrm>
              <a:off x="202560" y="622532"/>
              <a:ext cx="18528" cy="156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938"/>
                  </a:moveTo>
                  <a:lnTo>
                    <a:pt x="16723" y="17876"/>
                  </a:lnTo>
                  <a:lnTo>
                    <a:pt x="18465" y="16014"/>
                  </a:lnTo>
                  <a:lnTo>
                    <a:pt x="4877" y="0"/>
                  </a:lnTo>
                  <a:lnTo>
                    <a:pt x="3135" y="1862"/>
                  </a:lnTo>
                  <a:lnTo>
                    <a:pt x="21600" y="8938"/>
                  </a:lnTo>
                  <a:lnTo>
                    <a:pt x="3135" y="1862"/>
                  </a:lnTo>
                  <a:lnTo>
                    <a:pt x="0" y="5586"/>
                  </a:lnTo>
                  <a:lnTo>
                    <a:pt x="0" y="12662"/>
                  </a:lnTo>
                  <a:lnTo>
                    <a:pt x="3135" y="16014"/>
                  </a:lnTo>
                  <a:lnTo>
                    <a:pt x="4877" y="19738"/>
                  </a:lnTo>
                  <a:lnTo>
                    <a:pt x="10103" y="21600"/>
                  </a:lnTo>
                  <a:lnTo>
                    <a:pt x="13239" y="19738"/>
                  </a:lnTo>
                  <a:lnTo>
                    <a:pt x="16723" y="17876"/>
                  </a:lnTo>
                  <a:lnTo>
                    <a:pt x="0" y="893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42" name="Freeform 49">
              <a:extLst>
                <a:ext uri="{FF2B5EF4-FFF2-40B4-BE49-F238E27FC236}">
                  <a16:creationId xmlns:a16="http://schemas.microsoft.com/office/drawing/2014/main" id="{3333F2F8-90AC-A416-CDE0-B42ED065B2A1}"/>
                </a:ext>
              </a:extLst>
            </p:cNvPr>
            <p:cNvSpPr/>
            <p:nvPr/>
          </p:nvSpPr>
          <p:spPr>
            <a:xfrm>
              <a:off x="202560" y="413229"/>
              <a:ext cx="18528" cy="2157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619" y="0"/>
                  </a:moveTo>
                  <a:lnTo>
                    <a:pt x="0" y="78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781"/>
                  </a:lnTo>
                  <a:lnTo>
                    <a:pt x="13239" y="1562"/>
                  </a:lnTo>
                  <a:lnTo>
                    <a:pt x="21600" y="781"/>
                  </a:lnTo>
                  <a:lnTo>
                    <a:pt x="19858" y="404"/>
                  </a:lnTo>
                  <a:lnTo>
                    <a:pt x="18465" y="269"/>
                  </a:lnTo>
                  <a:lnTo>
                    <a:pt x="14981" y="0"/>
                  </a:lnTo>
                  <a:lnTo>
                    <a:pt x="6619" y="0"/>
                  </a:lnTo>
                  <a:lnTo>
                    <a:pt x="1394" y="404"/>
                  </a:lnTo>
                  <a:lnTo>
                    <a:pt x="0" y="781"/>
                  </a:lnTo>
                  <a:lnTo>
                    <a:pt x="6619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43" name="Freeform 50">
              <a:extLst>
                <a:ext uri="{FF2B5EF4-FFF2-40B4-BE49-F238E27FC236}">
                  <a16:creationId xmlns:a16="http://schemas.microsoft.com/office/drawing/2014/main" id="{ADCF8253-3545-DEA9-7363-3BA8F6DA8B8B}"/>
                </a:ext>
              </a:extLst>
            </p:cNvPr>
            <p:cNvSpPr/>
            <p:nvPr/>
          </p:nvSpPr>
          <p:spPr>
            <a:xfrm>
              <a:off x="208237" y="393859"/>
              <a:ext cx="81865" cy="349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4818"/>
                  </a:moveTo>
                  <a:lnTo>
                    <a:pt x="18526" y="0"/>
                  </a:lnTo>
                  <a:lnTo>
                    <a:pt x="0" y="11963"/>
                  </a:lnTo>
                  <a:lnTo>
                    <a:pt x="1498" y="21600"/>
                  </a:lnTo>
                  <a:lnTo>
                    <a:pt x="19708" y="9637"/>
                  </a:lnTo>
                  <a:lnTo>
                    <a:pt x="16634" y="4818"/>
                  </a:lnTo>
                  <a:lnTo>
                    <a:pt x="19708" y="9637"/>
                  </a:lnTo>
                  <a:lnTo>
                    <a:pt x="20812" y="8806"/>
                  </a:lnTo>
                  <a:lnTo>
                    <a:pt x="21206" y="7311"/>
                  </a:lnTo>
                  <a:lnTo>
                    <a:pt x="21600" y="4818"/>
                  </a:lnTo>
                  <a:lnTo>
                    <a:pt x="21206" y="3323"/>
                  </a:lnTo>
                  <a:lnTo>
                    <a:pt x="20812" y="1662"/>
                  </a:lnTo>
                  <a:lnTo>
                    <a:pt x="20418" y="831"/>
                  </a:lnTo>
                  <a:lnTo>
                    <a:pt x="19314" y="0"/>
                  </a:lnTo>
                  <a:lnTo>
                    <a:pt x="18526" y="0"/>
                  </a:lnTo>
                  <a:lnTo>
                    <a:pt x="21600" y="481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44" name="Freeform 51">
              <a:extLst>
                <a:ext uri="{FF2B5EF4-FFF2-40B4-BE49-F238E27FC236}">
                  <a16:creationId xmlns:a16="http://schemas.microsoft.com/office/drawing/2014/main" id="{D8AD8FC6-8A69-07B5-CB97-61F80FCCE1D2}"/>
                </a:ext>
              </a:extLst>
            </p:cNvPr>
            <p:cNvSpPr/>
            <p:nvPr/>
          </p:nvSpPr>
          <p:spPr>
            <a:xfrm>
              <a:off x="271276" y="401661"/>
              <a:ext cx="18826" cy="737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143" y="17422"/>
                  </a:moveTo>
                  <a:lnTo>
                    <a:pt x="21600" y="19314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9314"/>
                  </a:lnTo>
                  <a:lnTo>
                    <a:pt x="16457" y="21206"/>
                  </a:lnTo>
                  <a:lnTo>
                    <a:pt x="0" y="19314"/>
                  </a:lnTo>
                  <a:lnTo>
                    <a:pt x="1714" y="20102"/>
                  </a:lnTo>
                  <a:lnTo>
                    <a:pt x="3429" y="20812"/>
                  </a:lnTo>
                  <a:lnTo>
                    <a:pt x="6857" y="21600"/>
                  </a:lnTo>
                  <a:lnTo>
                    <a:pt x="15086" y="21600"/>
                  </a:lnTo>
                  <a:lnTo>
                    <a:pt x="18171" y="20812"/>
                  </a:lnTo>
                  <a:lnTo>
                    <a:pt x="19886" y="20102"/>
                  </a:lnTo>
                  <a:lnTo>
                    <a:pt x="21600" y="19314"/>
                  </a:lnTo>
                  <a:lnTo>
                    <a:pt x="5143" y="1742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45" name="Freeform 52">
              <a:extLst>
                <a:ext uri="{FF2B5EF4-FFF2-40B4-BE49-F238E27FC236}">
                  <a16:creationId xmlns:a16="http://schemas.microsoft.com/office/drawing/2014/main" id="{EC5E654B-9601-D03E-B3DA-6A5F0885BB3F}"/>
                </a:ext>
              </a:extLst>
            </p:cNvPr>
            <p:cNvSpPr/>
            <p:nvPr/>
          </p:nvSpPr>
          <p:spPr>
            <a:xfrm>
              <a:off x="275757" y="375835"/>
              <a:ext cx="134748" cy="981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716"/>
                  </a:moveTo>
                  <a:lnTo>
                    <a:pt x="19301" y="296"/>
                  </a:lnTo>
                  <a:lnTo>
                    <a:pt x="0" y="18759"/>
                  </a:lnTo>
                  <a:lnTo>
                    <a:pt x="1580" y="21600"/>
                  </a:lnTo>
                  <a:lnTo>
                    <a:pt x="21169" y="3136"/>
                  </a:lnTo>
                  <a:lnTo>
                    <a:pt x="18870" y="1716"/>
                  </a:lnTo>
                  <a:lnTo>
                    <a:pt x="21169" y="3136"/>
                  </a:lnTo>
                  <a:lnTo>
                    <a:pt x="21600" y="2545"/>
                  </a:lnTo>
                  <a:lnTo>
                    <a:pt x="21600" y="1124"/>
                  </a:lnTo>
                  <a:lnTo>
                    <a:pt x="21408" y="592"/>
                  </a:lnTo>
                  <a:lnTo>
                    <a:pt x="20929" y="0"/>
                  </a:lnTo>
                  <a:lnTo>
                    <a:pt x="20020" y="0"/>
                  </a:lnTo>
                  <a:lnTo>
                    <a:pt x="19301" y="296"/>
                  </a:lnTo>
                  <a:lnTo>
                    <a:pt x="21600" y="171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46" name="Freeform 53">
              <a:extLst>
                <a:ext uri="{FF2B5EF4-FFF2-40B4-BE49-F238E27FC236}">
                  <a16:creationId xmlns:a16="http://schemas.microsoft.com/office/drawing/2014/main" id="{69C8FE24-71C7-9216-6425-E905EDC98DEF}"/>
                </a:ext>
              </a:extLst>
            </p:cNvPr>
            <p:cNvSpPr/>
            <p:nvPr/>
          </p:nvSpPr>
          <p:spPr>
            <a:xfrm>
              <a:off x="10157" y="9148"/>
              <a:ext cx="585582" cy="3408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065" y="12599"/>
                  </a:moveTo>
                  <a:lnTo>
                    <a:pt x="18525" y="13332"/>
                  </a:lnTo>
                  <a:lnTo>
                    <a:pt x="17996" y="13997"/>
                  </a:lnTo>
                  <a:lnTo>
                    <a:pt x="17522" y="14559"/>
                  </a:lnTo>
                  <a:lnTo>
                    <a:pt x="17049" y="14968"/>
                  </a:lnTo>
                  <a:lnTo>
                    <a:pt x="16520" y="15377"/>
                  </a:lnTo>
                  <a:lnTo>
                    <a:pt x="16046" y="15718"/>
                  </a:lnTo>
                  <a:lnTo>
                    <a:pt x="15616" y="15957"/>
                  </a:lnTo>
                  <a:lnTo>
                    <a:pt x="15142" y="16196"/>
                  </a:lnTo>
                  <a:lnTo>
                    <a:pt x="14238" y="16451"/>
                  </a:lnTo>
                  <a:lnTo>
                    <a:pt x="13346" y="16605"/>
                  </a:lnTo>
                  <a:lnTo>
                    <a:pt x="12497" y="16690"/>
                  </a:lnTo>
                  <a:lnTo>
                    <a:pt x="11649" y="16690"/>
                  </a:lnTo>
                  <a:lnTo>
                    <a:pt x="10800" y="16775"/>
                  </a:lnTo>
                  <a:lnTo>
                    <a:pt x="10007" y="16861"/>
                  </a:lnTo>
                  <a:lnTo>
                    <a:pt x="9632" y="16946"/>
                  </a:lnTo>
                  <a:lnTo>
                    <a:pt x="9268" y="17014"/>
                  </a:lnTo>
                  <a:lnTo>
                    <a:pt x="8838" y="17185"/>
                  </a:lnTo>
                  <a:lnTo>
                    <a:pt x="8475" y="17423"/>
                  </a:lnTo>
                  <a:lnTo>
                    <a:pt x="8100" y="17679"/>
                  </a:lnTo>
                  <a:lnTo>
                    <a:pt x="7725" y="18003"/>
                  </a:lnTo>
                  <a:lnTo>
                    <a:pt x="7362" y="18412"/>
                  </a:lnTo>
                  <a:lnTo>
                    <a:pt x="6987" y="18906"/>
                  </a:lnTo>
                  <a:lnTo>
                    <a:pt x="6667" y="19401"/>
                  </a:lnTo>
                  <a:lnTo>
                    <a:pt x="6304" y="20049"/>
                  </a:lnTo>
                  <a:lnTo>
                    <a:pt x="5929" y="20782"/>
                  </a:lnTo>
                  <a:lnTo>
                    <a:pt x="5609" y="21600"/>
                  </a:lnTo>
                  <a:lnTo>
                    <a:pt x="5080" y="21361"/>
                  </a:lnTo>
                  <a:lnTo>
                    <a:pt x="4607" y="21106"/>
                  </a:lnTo>
                  <a:lnTo>
                    <a:pt x="4133" y="20782"/>
                  </a:lnTo>
                  <a:lnTo>
                    <a:pt x="3703" y="20458"/>
                  </a:lnTo>
                  <a:lnTo>
                    <a:pt x="3284" y="20134"/>
                  </a:lnTo>
                  <a:lnTo>
                    <a:pt x="2854" y="19725"/>
                  </a:lnTo>
                  <a:lnTo>
                    <a:pt x="2491" y="19230"/>
                  </a:lnTo>
                  <a:lnTo>
                    <a:pt x="2116" y="18736"/>
                  </a:lnTo>
                  <a:lnTo>
                    <a:pt x="1796" y="18242"/>
                  </a:lnTo>
                  <a:lnTo>
                    <a:pt x="1477" y="17679"/>
                  </a:lnTo>
                  <a:lnTo>
                    <a:pt x="1212" y="17099"/>
                  </a:lnTo>
                  <a:lnTo>
                    <a:pt x="948" y="16537"/>
                  </a:lnTo>
                  <a:lnTo>
                    <a:pt x="738" y="15957"/>
                  </a:lnTo>
                  <a:lnTo>
                    <a:pt x="584" y="15309"/>
                  </a:lnTo>
                  <a:lnTo>
                    <a:pt x="364" y="14644"/>
                  </a:lnTo>
                  <a:lnTo>
                    <a:pt x="264" y="13997"/>
                  </a:lnTo>
                  <a:lnTo>
                    <a:pt x="154" y="13332"/>
                  </a:lnTo>
                  <a:lnTo>
                    <a:pt x="55" y="12599"/>
                  </a:lnTo>
                  <a:lnTo>
                    <a:pt x="0" y="11951"/>
                  </a:lnTo>
                  <a:lnTo>
                    <a:pt x="0" y="10468"/>
                  </a:lnTo>
                  <a:lnTo>
                    <a:pt x="55" y="9734"/>
                  </a:lnTo>
                  <a:lnTo>
                    <a:pt x="99" y="9001"/>
                  </a:lnTo>
                  <a:lnTo>
                    <a:pt x="209" y="8337"/>
                  </a:lnTo>
                  <a:lnTo>
                    <a:pt x="364" y="7603"/>
                  </a:lnTo>
                  <a:lnTo>
                    <a:pt x="529" y="6870"/>
                  </a:lnTo>
                  <a:lnTo>
                    <a:pt x="738" y="6137"/>
                  </a:lnTo>
                  <a:lnTo>
                    <a:pt x="1003" y="5472"/>
                  </a:lnTo>
                  <a:lnTo>
                    <a:pt x="1267" y="4739"/>
                  </a:lnTo>
                  <a:lnTo>
                    <a:pt x="1587" y="4092"/>
                  </a:lnTo>
                  <a:lnTo>
                    <a:pt x="1962" y="3427"/>
                  </a:lnTo>
                  <a:lnTo>
                    <a:pt x="2325" y="2779"/>
                  </a:lnTo>
                  <a:lnTo>
                    <a:pt x="2755" y="2131"/>
                  </a:lnTo>
                  <a:lnTo>
                    <a:pt x="3229" y="1637"/>
                  </a:lnTo>
                  <a:lnTo>
                    <a:pt x="3703" y="1227"/>
                  </a:lnTo>
                  <a:lnTo>
                    <a:pt x="4232" y="818"/>
                  </a:lnTo>
                  <a:lnTo>
                    <a:pt x="4761" y="563"/>
                  </a:lnTo>
                  <a:lnTo>
                    <a:pt x="5345" y="324"/>
                  </a:lnTo>
                  <a:lnTo>
                    <a:pt x="5929" y="153"/>
                  </a:lnTo>
                  <a:lnTo>
                    <a:pt x="6568" y="85"/>
                  </a:lnTo>
                  <a:lnTo>
                    <a:pt x="7836" y="0"/>
                  </a:lnTo>
                  <a:lnTo>
                    <a:pt x="9213" y="85"/>
                  </a:lnTo>
                  <a:lnTo>
                    <a:pt x="11968" y="563"/>
                  </a:lnTo>
                  <a:lnTo>
                    <a:pt x="13390" y="818"/>
                  </a:lnTo>
                  <a:lnTo>
                    <a:pt x="14767" y="1142"/>
                  </a:lnTo>
                  <a:lnTo>
                    <a:pt x="16090" y="1313"/>
                  </a:lnTo>
                  <a:lnTo>
                    <a:pt x="17368" y="1381"/>
                  </a:lnTo>
                  <a:lnTo>
                    <a:pt x="18580" y="1381"/>
                  </a:lnTo>
                  <a:lnTo>
                    <a:pt x="19164" y="1313"/>
                  </a:lnTo>
                  <a:lnTo>
                    <a:pt x="19749" y="1142"/>
                  </a:lnTo>
                  <a:lnTo>
                    <a:pt x="20222" y="972"/>
                  </a:lnTo>
                  <a:lnTo>
                    <a:pt x="20751" y="733"/>
                  </a:lnTo>
                  <a:lnTo>
                    <a:pt x="21181" y="409"/>
                  </a:lnTo>
                  <a:lnTo>
                    <a:pt x="21600" y="0"/>
                  </a:lnTo>
                  <a:lnTo>
                    <a:pt x="21126" y="972"/>
                  </a:lnTo>
                  <a:lnTo>
                    <a:pt x="20597" y="1875"/>
                  </a:lnTo>
                  <a:lnTo>
                    <a:pt x="20013" y="2608"/>
                  </a:lnTo>
                  <a:lnTo>
                    <a:pt x="19484" y="3273"/>
                  </a:lnTo>
                  <a:lnTo>
                    <a:pt x="18955" y="3836"/>
                  </a:lnTo>
                  <a:lnTo>
                    <a:pt x="18371" y="4330"/>
                  </a:lnTo>
                  <a:lnTo>
                    <a:pt x="17787" y="4654"/>
                  </a:lnTo>
                  <a:lnTo>
                    <a:pt x="17258" y="4995"/>
                  </a:lnTo>
                  <a:lnTo>
                    <a:pt x="16200" y="5404"/>
                  </a:lnTo>
                  <a:lnTo>
                    <a:pt x="15197" y="5728"/>
                  </a:lnTo>
                  <a:lnTo>
                    <a:pt x="14238" y="5967"/>
                  </a:lnTo>
                  <a:lnTo>
                    <a:pt x="13500" y="6223"/>
                  </a:lnTo>
                  <a:lnTo>
                    <a:pt x="14503" y="6700"/>
                  </a:lnTo>
                  <a:lnTo>
                    <a:pt x="15351" y="6956"/>
                  </a:lnTo>
                  <a:lnTo>
                    <a:pt x="16145" y="7109"/>
                  </a:lnTo>
                  <a:lnTo>
                    <a:pt x="16894" y="7109"/>
                  </a:lnTo>
                  <a:lnTo>
                    <a:pt x="17633" y="7041"/>
                  </a:lnTo>
                  <a:lnTo>
                    <a:pt x="18481" y="6785"/>
                  </a:lnTo>
                  <a:lnTo>
                    <a:pt x="19429" y="6546"/>
                  </a:lnTo>
                  <a:lnTo>
                    <a:pt x="20597" y="6223"/>
                  </a:lnTo>
                  <a:lnTo>
                    <a:pt x="20123" y="7109"/>
                  </a:lnTo>
                  <a:lnTo>
                    <a:pt x="19693" y="7859"/>
                  </a:lnTo>
                  <a:lnTo>
                    <a:pt x="19220" y="8592"/>
                  </a:lnTo>
                  <a:lnTo>
                    <a:pt x="18746" y="9155"/>
                  </a:lnTo>
                  <a:lnTo>
                    <a:pt x="18261" y="9734"/>
                  </a:lnTo>
                  <a:lnTo>
                    <a:pt x="17313" y="10553"/>
                  </a:lnTo>
                  <a:lnTo>
                    <a:pt x="16784" y="10877"/>
                  </a:lnTo>
                  <a:lnTo>
                    <a:pt x="16310" y="11132"/>
                  </a:lnTo>
                  <a:lnTo>
                    <a:pt x="15781" y="11371"/>
                  </a:lnTo>
                  <a:lnTo>
                    <a:pt x="15252" y="11542"/>
                  </a:lnTo>
                  <a:lnTo>
                    <a:pt x="14723" y="11627"/>
                  </a:lnTo>
                  <a:lnTo>
                    <a:pt x="13555" y="11866"/>
                  </a:lnTo>
                  <a:lnTo>
                    <a:pt x="12387" y="11951"/>
                  </a:lnTo>
                  <a:lnTo>
                    <a:pt x="13081" y="12360"/>
                  </a:lnTo>
                  <a:lnTo>
                    <a:pt x="13875" y="12684"/>
                  </a:lnTo>
                  <a:lnTo>
                    <a:pt x="14613" y="12922"/>
                  </a:lnTo>
                  <a:lnTo>
                    <a:pt x="15407" y="13093"/>
                  </a:lnTo>
                  <a:lnTo>
                    <a:pt x="16255" y="13093"/>
                  </a:lnTo>
                  <a:lnTo>
                    <a:pt x="17104" y="13008"/>
                  </a:lnTo>
                  <a:lnTo>
                    <a:pt x="18051" y="12854"/>
                  </a:lnTo>
                  <a:lnTo>
                    <a:pt x="19065" y="12599"/>
                  </a:lnTo>
                  <a:close/>
                </a:path>
              </a:pathLst>
            </a:custGeom>
            <a:solidFill>
              <a:srgbClr val="FF66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47" name="Freeform 54">
              <a:extLst>
                <a:ext uri="{FF2B5EF4-FFF2-40B4-BE49-F238E27FC236}">
                  <a16:creationId xmlns:a16="http://schemas.microsoft.com/office/drawing/2014/main" id="{6F7DD15C-52F2-90FA-DF81-07D820DE95C3}"/>
                </a:ext>
              </a:extLst>
            </p:cNvPr>
            <p:cNvSpPr/>
            <p:nvPr/>
          </p:nvSpPr>
          <p:spPr>
            <a:xfrm>
              <a:off x="152368" y="202848"/>
              <a:ext cx="380331" cy="1549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07" y="21600"/>
                  </a:moveTo>
                  <a:lnTo>
                    <a:pt x="967" y="21075"/>
                  </a:lnTo>
                  <a:lnTo>
                    <a:pt x="1459" y="19275"/>
                  </a:lnTo>
                  <a:lnTo>
                    <a:pt x="2036" y="17813"/>
                  </a:lnTo>
                  <a:lnTo>
                    <a:pt x="2511" y="16387"/>
                  </a:lnTo>
                  <a:lnTo>
                    <a:pt x="3088" y="15300"/>
                  </a:lnTo>
                  <a:lnTo>
                    <a:pt x="4072" y="13500"/>
                  </a:lnTo>
                  <a:lnTo>
                    <a:pt x="4632" y="12975"/>
                  </a:lnTo>
                  <a:lnTo>
                    <a:pt x="5209" y="12412"/>
                  </a:lnTo>
                  <a:lnTo>
                    <a:pt x="5701" y="11887"/>
                  </a:lnTo>
                  <a:lnTo>
                    <a:pt x="6261" y="11512"/>
                  </a:lnTo>
                  <a:lnTo>
                    <a:pt x="6838" y="11325"/>
                  </a:lnTo>
                  <a:lnTo>
                    <a:pt x="7415" y="11175"/>
                  </a:lnTo>
                  <a:lnTo>
                    <a:pt x="9858" y="10800"/>
                  </a:lnTo>
                  <a:lnTo>
                    <a:pt x="11165" y="10800"/>
                  </a:lnTo>
                  <a:lnTo>
                    <a:pt x="12471" y="10612"/>
                  </a:lnTo>
                  <a:lnTo>
                    <a:pt x="13931" y="10425"/>
                  </a:lnTo>
                  <a:lnTo>
                    <a:pt x="15322" y="9713"/>
                  </a:lnTo>
                  <a:lnTo>
                    <a:pt x="16136" y="9187"/>
                  </a:lnTo>
                  <a:lnTo>
                    <a:pt x="16866" y="8625"/>
                  </a:lnTo>
                  <a:lnTo>
                    <a:pt x="17596" y="7912"/>
                  </a:lnTo>
                  <a:lnTo>
                    <a:pt x="18410" y="7013"/>
                  </a:lnTo>
                  <a:lnTo>
                    <a:pt x="19157" y="5925"/>
                  </a:lnTo>
                  <a:lnTo>
                    <a:pt x="19971" y="4687"/>
                  </a:lnTo>
                  <a:lnTo>
                    <a:pt x="20786" y="3225"/>
                  </a:lnTo>
                  <a:lnTo>
                    <a:pt x="21600" y="1612"/>
                  </a:lnTo>
                  <a:lnTo>
                    <a:pt x="20870" y="0"/>
                  </a:lnTo>
                  <a:lnTo>
                    <a:pt x="20124" y="1425"/>
                  </a:lnTo>
                  <a:lnTo>
                    <a:pt x="19394" y="2887"/>
                  </a:lnTo>
                  <a:lnTo>
                    <a:pt x="18580" y="3975"/>
                  </a:lnTo>
                  <a:lnTo>
                    <a:pt x="17935" y="5025"/>
                  </a:lnTo>
                  <a:lnTo>
                    <a:pt x="17188" y="5775"/>
                  </a:lnTo>
                  <a:lnTo>
                    <a:pt x="16459" y="6487"/>
                  </a:lnTo>
                  <a:lnTo>
                    <a:pt x="15814" y="7013"/>
                  </a:lnTo>
                  <a:lnTo>
                    <a:pt x="15067" y="7575"/>
                  </a:lnTo>
                  <a:lnTo>
                    <a:pt x="13761" y="8100"/>
                  </a:lnTo>
                  <a:lnTo>
                    <a:pt x="12386" y="8475"/>
                  </a:lnTo>
                  <a:lnTo>
                    <a:pt x="11165" y="8625"/>
                  </a:lnTo>
                  <a:lnTo>
                    <a:pt x="8552" y="8625"/>
                  </a:lnTo>
                  <a:lnTo>
                    <a:pt x="7330" y="9000"/>
                  </a:lnTo>
                  <a:lnTo>
                    <a:pt x="6668" y="9187"/>
                  </a:lnTo>
                  <a:lnTo>
                    <a:pt x="6024" y="9375"/>
                  </a:lnTo>
                  <a:lnTo>
                    <a:pt x="5447" y="9713"/>
                  </a:lnTo>
                  <a:lnTo>
                    <a:pt x="4802" y="10275"/>
                  </a:lnTo>
                  <a:lnTo>
                    <a:pt x="4157" y="10988"/>
                  </a:lnTo>
                  <a:lnTo>
                    <a:pt x="3580" y="11700"/>
                  </a:lnTo>
                  <a:lnTo>
                    <a:pt x="2918" y="12600"/>
                  </a:lnTo>
                  <a:lnTo>
                    <a:pt x="2359" y="13687"/>
                  </a:lnTo>
                  <a:lnTo>
                    <a:pt x="1782" y="14925"/>
                  </a:lnTo>
                  <a:lnTo>
                    <a:pt x="1222" y="16387"/>
                  </a:lnTo>
                  <a:lnTo>
                    <a:pt x="645" y="18000"/>
                  </a:lnTo>
                  <a:lnTo>
                    <a:pt x="68" y="19800"/>
                  </a:lnTo>
                  <a:lnTo>
                    <a:pt x="645" y="19275"/>
                  </a:lnTo>
                  <a:lnTo>
                    <a:pt x="68" y="19800"/>
                  </a:lnTo>
                  <a:lnTo>
                    <a:pt x="0" y="20325"/>
                  </a:lnTo>
                  <a:lnTo>
                    <a:pt x="0" y="20700"/>
                  </a:lnTo>
                  <a:lnTo>
                    <a:pt x="153" y="21075"/>
                  </a:lnTo>
                  <a:lnTo>
                    <a:pt x="238" y="21412"/>
                  </a:lnTo>
                  <a:lnTo>
                    <a:pt x="407" y="21600"/>
                  </a:lnTo>
                  <a:lnTo>
                    <a:pt x="645" y="21600"/>
                  </a:lnTo>
                  <a:lnTo>
                    <a:pt x="814" y="21412"/>
                  </a:lnTo>
                  <a:lnTo>
                    <a:pt x="967" y="21075"/>
                  </a:lnTo>
                  <a:lnTo>
                    <a:pt x="407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48" name="Freeform 55">
              <a:extLst>
                <a:ext uri="{FF2B5EF4-FFF2-40B4-BE49-F238E27FC236}">
                  <a16:creationId xmlns:a16="http://schemas.microsoft.com/office/drawing/2014/main" id="{57214729-A3B5-9738-B81A-E5F4F0530C32}"/>
                </a:ext>
              </a:extLst>
            </p:cNvPr>
            <p:cNvSpPr/>
            <p:nvPr/>
          </p:nvSpPr>
          <p:spPr>
            <a:xfrm>
              <a:off x="-2" y="46543"/>
              <a:ext cx="163727" cy="3112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908" y="0"/>
                  </a:moveTo>
                  <a:lnTo>
                    <a:pt x="7410" y="803"/>
                  </a:lnTo>
                  <a:lnTo>
                    <a:pt x="6070" y="1531"/>
                  </a:lnTo>
                  <a:lnTo>
                    <a:pt x="4927" y="2334"/>
                  </a:lnTo>
                  <a:lnTo>
                    <a:pt x="3784" y="3043"/>
                  </a:lnTo>
                  <a:lnTo>
                    <a:pt x="2838" y="3846"/>
                  </a:lnTo>
                  <a:lnTo>
                    <a:pt x="2089" y="4742"/>
                  </a:lnTo>
                  <a:lnTo>
                    <a:pt x="1537" y="5563"/>
                  </a:lnTo>
                  <a:lnTo>
                    <a:pt x="946" y="6366"/>
                  </a:lnTo>
                  <a:lnTo>
                    <a:pt x="591" y="7169"/>
                  </a:lnTo>
                  <a:lnTo>
                    <a:pt x="394" y="7972"/>
                  </a:lnTo>
                  <a:lnTo>
                    <a:pt x="197" y="8868"/>
                  </a:lnTo>
                  <a:lnTo>
                    <a:pt x="0" y="9689"/>
                  </a:lnTo>
                  <a:lnTo>
                    <a:pt x="394" y="11295"/>
                  </a:lnTo>
                  <a:lnTo>
                    <a:pt x="749" y="12097"/>
                  </a:lnTo>
                  <a:lnTo>
                    <a:pt x="1143" y="12900"/>
                  </a:lnTo>
                  <a:lnTo>
                    <a:pt x="1537" y="13628"/>
                  </a:lnTo>
                  <a:lnTo>
                    <a:pt x="2286" y="14431"/>
                  </a:lnTo>
                  <a:lnTo>
                    <a:pt x="3035" y="15141"/>
                  </a:lnTo>
                  <a:lnTo>
                    <a:pt x="3784" y="15869"/>
                  </a:lnTo>
                  <a:lnTo>
                    <a:pt x="4730" y="16485"/>
                  </a:lnTo>
                  <a:lnTo>
                    <a:pt x="7016" y="17754"/>
                  </a:lnTo>
                  <a:lnTo>
                    <a:pt x="8159" y="18370"/>
                  </a:lnTo>
                  <a:lnTo>
                    <a:pt x="9460" y="18912"/>
                  </a:lnTo>
                  <a:lnTo>
                    <a:pt x="10800" y="19453"/>
                  </a:lnTo>
                  <a:lnTo>
                    <a:pt x="12337" y="19901"/>
                  </a:lnTo>
                  <a:lnTo>
                    <a:pt x="14032" y="20349"/>
                  </a:lnTo>
                  <a:lnTo>
                    <a:pt x="15530" y="20704"/>
                  </a:lnTo>
                  <a:lnTo>
                    <a:pt x="17422" y="21059"/>
                  </a:lnTo>
                  <a:lnTo>
                    <a:pt x="19117" y="21339"/>
                  </a:lnTo>
                  <a:lnTo>
                    <a:pt x="21048" y="21600"/>
                  </a:lnTo>
                  <a:lnTo>
                    <a:pt x="21600" y="20443"/>
                  </a:lnTo>
                  <a:lnTo>
                    <a:pt x="19905" y="20256"/>
                  </a:lnTo>
                  <a:lnTo>
                    <a:pt x="18171" y="19994"/>
                  </a:lnTo>
                  <a:lnTo>
                    <a:pt x="16476" y="19714"/>
                  </a:lnTo>
                  <a:lnTo>
                    <a:pt x="14978" y="19360"/>
                  </a:lnTo>
                  <a:lnTo>
                    <a:pt x="13638" y="18912"/>
                  </a:lnTo>
                  <a:lnTo>
                    <a:pt x="12337" y="18464"/>
                  </a:lnTo>
                  <a:lnTo>
                    <a:pt x="10997" y="18016"/>
                  </a:lnTo>
                  <a:lnTo>
                    <a:pt x="9854" y="17568"/>
                  </a:lnTo>
                  <a:lnTo>
                    <a:pt x="8711" y="17026"/>
                  </a:lnTo>
                  <a:lnTo>
                    <a:pt x="7568" y="16410"/>
                  </a:lnTo>
                  <a:lnTo>
                    <a:pt x="6622" y="15869"/>
                  </a:lnTo>
                  <a:lnTo>
                    <a:pt x="5873" y="15234"/>
                  </a:lnTo>
                  <a:lnTo>
                    <a:pt x="5124" y="14618"/>
                  </a:lnTo>
                  <a:lnTo>
                    <a:pt x="4375" y="13983"/>
                  </a:lnTo>
                  <a:lnTo>
                    <a:pt x="3784" y="13274"/>
                  </a:lnTo>
                  <a:lnTo>
                    <a:pt x="3429" y="12546"/>
                  </a:lnTo>
                  <a:lnTo>
                    <a:pt x="3035" y="11836"/>
                  </a:lnTo>
                  <a:lnTo>
                    <a:pt x="2641" y="11108"/>
                  </a:lnTo>
                  <a:lnTo>
                    <a:pt x="2483" y="10399"/>
                  </a:lnTo>
                  <a:lnTo>
                    <a:pt x="2483" y="8868"/>
                  </a:lnTo>
                  <a:lnTo>
                    <a:pt x="2641" y="8158"/>
                  </a:lnTo>
                  <a:lnTo>
                    <a:pt x="2838" y="7430"/>
                  </a:lnTo>
                  <a:lnTo>
                    <a:pt x="3232" y="6627"/>
                  </a:lnTo>
                  <a:lnTo>
                    <a:pt x="3784" y="5918"/>
                  </a:lnTo>
                  <a:lnTo>
                    <a:pt x="4375" y="5115"/>
                  </a:lnTo>
                  <a:lnTo>
                    <a:pt x="5124" y="4387"/>
                  </a:lnTo>
                  <a:lnTo>
                    <a:pt x="5873" y="3678"/>
                  </a:lnTo>
                  <a:lnTo>
                    <a:pt x="6819" y="2950"/>
                  </a:lnTo>
                  <a:lnTo>
                    <a:pt x="9105" y="1531"/>
                  </a:lnTo>
                  <a:lnTo>
                    <a:pt x="10406" y="803"/>
                  </a:lnTo>
                  <a:lnTo>
                    <a:pt x="8908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49" name="Freeform 56">
              <a:extLst>
                <a:ext uri="{FF2B5EF4-FFF2-40B4-BE49-F238E27FC236}">
                  <a16:creationId xmlns:a16="http://schemas.microsoft.com/office/drawing/2014/main" id="{C2E213E9-EF68-2DF6-49D5-7B0787E9DAD5}"/>
                </a:ext>
              </a:extLst>
            </p:cNvPr>
            <p:cNvSpPr/>
            <p:nvPr/>
          </p:nvSpPr>
          <p:spPr>
            <a:xfrm>
              <a:off x="67520" y="-1"/>
              <a:ext cx="538377" cy="581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80" y="4800"/>
                  </a:moveTo>
                  <a:lnTo>
                    <a:pt x="21025" y="1000"/>
                  </a:lnTo>
                  <a:lnTo>
                    <a:pt x="20557" y="2900"/>
                  </a:lnTo>
                  <a:lnTo>
                    <a:pt x="20102" y="4800"/>
                  </a:lnTo>
                  <a:lnTo>
                    <a:pt x="19634" y="6300"/>
                  </a:lnTo>
                  <a:lnTo>
                    <a:pt x="19059" y="7200"/>
                  </a:lnTo>
                  <a:lnTo>
                    <a:pt x="18483" y="8200"/>
                  </a:lnTo>
                  <a:lnTo>
                    <a:pt x="17908" y="8700"/>
                  </a:lnTo>
                  <a:lnTo>
                    <a:pt x="16649" y="8700"/>
                  </a:lnTo>
                  <a:lnTo>
                    <a:pt x="15259" y="8200"/>
                  </a:lnTo>
                  <a:lnTo>
                    <a:pt x="13761" y="6700"/>
                  </a:lnTo>
                  <a:lnTo>
                    <a:pt x="12322" y="5300"/>
                  </a:lnTo>
                  <a:lnTo>
                    <a:pt x="10776" y="3900"/>
                  </a:lnTo>
                  <a:lnTo>
                    <a:pt x="9278" y="1900"/>
                  </a:lnTo>
                  <a:lnTo>
                    <a:pt x="7719" y="1000"/>
                  </a:lnTo>
                  <a:lnTo>
                    <a:pt x="6221" y="500"/>
                  </a:lnTo>
                  <a:lnTo>
                    <a:pt x="4843" y="1000"/>
                  </a:lnTo>
                  <a:lnTo>
                    <a:pt x="4147" y="1500"/>
                  </a:lnTo>
                  <a:lnTo>
                    <a:pt x="3452" y="2400"/>
                  </a:lnTo>
                  <a:lnTo>
                    <a:pt x="2817" y="3900"/>
                  </a:lnTo>
                  <a:lnTo>
                    <a:pt x="2194" y="5800"/>
                  </a:lnTo>
                  <a:lnTo>
                    <a:pt x="1558" y="7700"/>
                  </a:lnTo>
                  <a:lnTo>
                    <a:pt x="983" y="10600"/>
                  </a:lnTo>
                  <a:lnTo>
                    <a:pt x="455" y="13500"/>
                  </a:lnTo>
                  <a:lnTo>
                    <a:pt x="0" y="17300"/>
                  </a:lnTo>
                  <a:lnTo>
                    <a:pt x="455" y="21600"/>
                  </a:lnTo>
                  <a:lnTo>
                    <a:pt x="923" y="18300"/>
                  </a:lnTo>
                  <a:lnTo>
                    <a:pt x="1378" y="15400"/>
                  </a:lnTo>
                  <a:lnTo>
                    <a:pt x="1906" y="13000"/>
                  </a:lnTo>
                  <a:lnTo>
                    <a:pt x="2421" y="11100"/>
                  </a:lnTo>
                  <a:lnTo>
                    <a:pt x="2997" y="9600"/>
                  </a:lnTo>
                  <a:lnTo>
                    <a:pt x="3572" y="8200"/>
                  </a:lnTo>
                  <a:lnTo>
                    <a:pt x="4207" y="7700"/>
                  </a:lnTo>
                  <a:lnTo>
                    <a:pt x="4843" y="6700"/>
                  </a:lnTo>
                  <a:lnTo>
                    <a:pt x="6221" y="6300"/>
                  </a:lnTo>
                  <a:lnTo>
                    <a:pt x="7659" y="6700"/>
                  </a:lnTo>
                  <a:lnTo>
                    <a:pt x="9158" y="8200"/>
                  </a:lnTo>
                  <a:lnTo>
                    <a:pt x="10716" y="9600"/>
                  </a:lnTo>
                  <a:lnTo>
                    <a:pt x="12214" y="11100"/>
                  </a:lnTo>
                  <a:lnTo>
                    <a:pt x="13713" y="13000"/>
                  </a:lnTo>
                  <a:lnTo>
                    <a:pt x="15199" y="13900"/>
                  </a:lnTo>
                  <a:lnTo>
                    <a:pt x="16590" y="14900"/>
                  </a:lnTo>
                  <a:lnTo>
                    <a:pt x="17273" y="14900"/>
                  </a:lnTo>
                  <a:lnTo>
                    <a:pt x="17968" y="14400"/>
                  </a:lnTo>
                  <a:lnTo>
                    <a:pt x="18603" y="13900"/>
                  </a:lnTo>
                  <a:lnTo>
                    <a:pt x="19239" y="13000"/>
                  </a:lnTo>
                  <a:lnTo>
                    <a:pt x="19814" y="12000"/>
                  </a:lnTo>
                  <a:lnTo>
                    <a:pt x="20389" y="10100"/>
                  </a:lnTo>
                  <a:lnTo>
                    <a:pt x="20905" y="8200"/>
                  </a:lnTo>
                  <a:lnTo>
                    <a:pt x="21420" y="5800"/>
                  </a:lnTo>
                  <a:lnTo>
                    <a:pt x="20905" y="1500"/>
                  </a:lnTo>
                  <a:lnTo>
                    <a:pt x="21420" y="5800"/>
                  </a:lnTo>
                  <a:lnTo>
                    <a:pt x="21540" y="4800"/>
                  </a:lnTo>
                  <a:lnTo>
                    <a:pt x="21600" y="3900"/>
                  </a:lnTo>
                  <a:lnTo>
                    <a:pt x="21540" y="2400"/>
                  </a:lnTo>
                  <a:lnTo>
                    <a:pt x="21480" y="1500"/>
                  </a:lnTo>
                  <a:lnTo>
                    <a:pt x="21420" y="1000"/>
                  </a:lnTo>
                  <a:lnTo>
                    <a:pt x="21312" y="500"/>
                  </a:lnTo>
                  <a:lnTo>
                    <a:pt x="21133" y="0"/>
                  </a:lnTo>
                  <a:lnTo>
                    <a:pt x="21025" y="1000"/>
                  </a:lnTo>
                  <a:lnTo>
                    <a:pt x="21480" y="48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50" name="Freeform 57">
              <a:extLst>
                <a:ext uri="{FF2B5EF4-FFF2-40B4-BE49-F238E27FC236}">
                  <a16:creationId xmlns:a16="http://schemas.microsoft.com/office/drawing/2014/main" id="{2E6D669A-076A-ED7D-35B1-5242B6C8035E}"/>
                </a:ext>
              </a:extLst>
            </p:cNvPr>
            <p:cNvSpPr/>
            <p:nvPr/>
          </p:nvSpPr>
          <p:spPr>
            <a:xfrm>
              <a:off x="367479" y="4037"/>
              <a:ext cx="235431" cy="1108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9" y="18612"/>
                  </a:moveTo>
                  <a:lnTo>
                    <a:pt x="932" y="21600"/>
                  </a:lnTo>
                  <a:lnTo>
                    <a:pt x="2906" y="20866"/>
                  </a:lnTo>
                  <a:lnTo>
                    <a:pt x="5153" y="20132"/>
                  </a:lnTo>
                  <a:lnTo>
                    <a:pt x="7648" y="19083"/>
                  </a:lnTo>
                  <a:lnTo>
                    <a:pt x="10416" y="17825"/>
                  </a:lnTo>
                  <a:lnTo>
                    <a:pt x="11869" y="16829"/>
                  </a:lnTo>
                  <a:lnTo>
                    <a:pt x="13294" y="15571"/>
                  </a:lnTo>
                  <a:lnTo>
                    <a:pt x="14747" y="14050"/>
                  </a:lnTo>
                  <a:lnTo>
                    <a:pt x="16200" y="12320"/>
                  </a:lnTo>
                  <a:lnTo>
                    <a:pt x="17516" y="10276"/>
                  </a:lnTo>
                  <a:lnTo>
                    <a:pt x="18969" y="7759"/>
                  </a:lnTo>
                  <a:lnTo>
                    <a:pt x="20284" y="5033"/>
                  </a:lnTo>
                  <a:lnTo>
                    <a:pt x="21600" y="1730"/>
                  </a:lnTo>
                  <a:lnTo>
                    <a:pt x="20284" y="0"/>
                  </a:lnTo>
                  <a:lnTo>
                    <a:pt x="19106" y="2988"/>
                  </a:lnTo>
                  <a:lnTo>
                    <a:pt x="17790" y="5767"/>
                  </a:lnTo>
                  <a:lnTo>
                    <a:pt x="16474" y="8021"/>
                  </a:lnTo>
                  <a:lnTo>
                    <a:pt x="15295" y="9804"/>
                  </a:lnTo>
                  <a:lnTo>
                    <a:pt x="13843" y="11534"/>
                  </a:lnTo>
                  <a:lnTo>
                    <a:pt x="12527" y="12792"/>
                  </a:lnTo>
                  <a:lnTo>
                    <a:pt x="11211" y="13841"/>
                  </a:lnTo>
                  <a:lnTo>
                    <a:pt x="9895" y="14837"/>
                  </a:lnTo>
                  <a:lnTo>
                    <a:pt x="7237" y="16095"/>
                  </a:lnTo>
                  <a:lnTo>
                    <a:pt x="4879" y="17091"/>
                  </a:lnTo>
                  <a:lnTo>
                    <a:pt x="2494" y="17825"/>
                  </a:lnTo>
                  <a:lnTo>
                    <a:pt x="521" y="18612"/>
                  </a:lnTo>
                  <a:lnTo>
                    <a:pt x="521" y="21600"/>
                  </a:lnTo>
                  <a:lnTo>
                    <a:pt x="521" y="18612"/>
                  </a:lnTo>
                  <a:lnTo>
                    <a:pt x="274" y="18874"/>
                  </a:lnTo>
                  <a:lnTo>
                    <a:pt x="0" y="19346"/>
                  </a:lnTo>
                  <a:lnTo>
                    <a:pt x="0" y="20604"/>
                  </a:lnTo>
                  <a:lnTo>
                    <a:pt x="137" y="21128"/>
                  </a:lnTo>
                  <a:lnTo>
                    <a:pt x="274" y="21390"/>
                  </a:lnTo>
                  <a:lnTo>
                    <a:pt x="658" y="21600"/>
                  </a:lnTo>
                  <a:lnTo>
                    <a:pt x="932" y="21600"/>
                  </a:lnTo>
                  <a:lnTo>
                    <a:pt x="1069" y="1861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51" name="Freeform 58">
              <a:extLst>
                <a:ext uri="{FF2B5EF4-FFF2-40B4-BE49-F238E27FC236}">
                  <a16:creationId xmlns:a16="http://schemas.microsoft.com/office/drawing/2014/main" id="{22D3959C-C36F-3A0D-1E6F-5D1FC6950345}"/>
                </a:ext>
              </a:extLst>
            </p:cNvPr>
            <p:cNvSpPr/>
            <p:nvPr/>
          </p:nvSpPr>
          <p:spPr>
            <a:xfrm>
              <a:off x="373156" y="99541"/>
              <a:ext cx="204058" cy="295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42" y="9425"/>
                  </a:moveTo>
                  <a:lnTo>
                    <a:pt x="20525" y="0"/>
                  </a:lnTo>
                  <a:lnTo>
                    <a:pt x="17172" y="3731"/>
                  </a:lnTo>
                  <a:lnTo>
                    <a:pt x="14453" y="6480"/>
                  </a:lnTo>
                  <a:lnTo>
                    <a:pt x="12018" y="9425"/>
                  </a:lnTo>
                  <a:lnTo>
                    <a:pt x="10057" y="10407"/>
                  </a:lnTo>
                  <a:lnTo>
                    <a:pt x="7906" y="10407"/>
                  </a:lnTo>
                  <a:lnTo>
                    <a:pt x="5787" y="8444"/>
                  </a:lnTo>
                  <a:lnTo>
                    <a:pt x="3352" y="5695"/>
                  </a:lnTo>
                  <a:lnTo>
                    <a:pt x="633" y="0"/>
                  </a:lnTo>
                  <a:lnTo>
                    <a:pt x="0" y="11193"/>
                  </a:lnTo>
                  <a:lnTo>
                    <a:pt x="2910" y="16887"/>
                  </a:lnTo>
                  <a:lnTo>
                    <a:pt x="5471" y="19833"/>
                  </a:lnTo>
                  <a:lnTo>
                    <a:pt x="7748" y="21600"/>
                  </a:lnTo>
                  <a:lnTo>
                    <a:pt x="10057" y="21600"/>
                  </a:lnTo>
                  <a:lnTo>
                    <a:pt x="12334" y="20618"/>
                  </a:lnTo>
                  <a:lnTo>
                    <a:pt x="14737" y="18851"/>
                  </a:lnTo>
                  <a:lnTo>
                    <a:pt x="17489" y="15120"/>
                  </a:lnTo>
                  <a:lnTo>
                    <a:pt x="20841" y="11193"/>
                  </a:lnTo>
                  <a:lnTo>
                    <a:pt x="19924" y="1767"/>
                  </a:lnTo>
                  <a:lnTo>
                    <a:pt x="20841" y="11193"/>
                  </a:lnTo>
                  <a:lnTo>
                    <a:pt x="21284" y="10407"/>
                  </a:lnTo>
                  <a:lnTo>
                    <a:pt x="21600" y="8444"/>
                  </a:lnTo>
                  <a:lnTo>
                    <a:pt x="21600" y="2749"/>
                  </a:lnTo>
                  <a:lnTo>
                    <a:pt x="21284" y="982"/>
                  </a:lnTo>
                  <a:lnTo>
                    <a:pt x="20967" y="0"/>
                  </a:lnTo>
                  <a:lnTo>
                    <a:pt x="20525" y="0"/>
                  </a:lnTo>
                  <a:lnTo>
                    <a:pt x="21442" y="942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52" name="Freeform 59">
              <a:extLst>
                <a:ext uri="{FF2B5EF4-FFF2-40B4-BE49-F238E27FC236}">
                  <a16:creationId xmlns:a16="http://schemas.microsoft.com/office/drawing/2014/main" id="{F0ECB09A-8095-37DD-4857-843DB2DF3B0C}"/>
                </a:ext>
              </a:extLst>
            </p:cNvPr>
            <p:cNvSpPr/>
            <p:nvPr/>
          </p:nvSpPr>
          <p:spPr>
            <a:xfrm>
              <a:off x="336109" y="101963"/>
              <a:ext cx="239612" cy="1035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58" y="18346"/>
                  </a:moveTo>
                  <a:lnTo>
                    <a:pt x="889" y="21600"/>
                  </a:lnTo>
                  <a:lnTo>
                    <a:pt x="3878" y="21319"/>
                  </a:lnTo>
                  <a:lnTo>
                    <a:pt x="6706" y="20758"/>
                  </a:lnTo>
                  <a:lnTo>
                    <a:pt x="7999" y="20254"/>
                  </a:lnTo>
                  <a:lnTo>
                    <a:pt x="9426" y="19692"/>
                  </a:lnTo>
                  <a:lnTo>
                    <a:pt x="10719" y="18907"/>
                  </a:lnTo>
                  <a:lnTo>
                    <a:pt x="12012" y="18065"/>
                  </a:lnTo>
                  <a:lnTo>
                    <a:pt x="13197" y="16999"/>
                  </a:lnTo>
                  <a:lnTo>
                    <a:pt x="14490" y="15653"/>
                  </a:lnTo>
                  <a:lnTo>
                    <a:pt x="15648" y="14026"/>
                  </a:lnTo>
                  <a:lnTo>
                    <a:pt x="16941" y="12175"/>
                  </a:lnTo>
                  <a:lnTo>
                    <a:pt x="18099" y="10267"/>
                  </a:lnTo>
                  <a:lnTo>
                    <a:pt x="19257" y="7855"/>
                  </a:lnTo>
                  <a:lnTo>
                    <a:pt x="20442" y="5162"/>
                  </a:lnTo>
                  <a:lnTo>
                    <a:pt x="21600" y="2188"/>
                  </a:lnTo>
                  <a:lnTo>
                    <a:pt x="20307" y="0"/>
                  </a:lnTo>
                  <a:lnTo>
                    <a:pt x="19257" y="2974"/>
                  </a:lnTo>
                  <a:lnTo>
                    <a:pt x="18099" y="5386"/>
                  </a:lnTo>
                  <a:lnTo>
                    <a:pt x="17075" y="7574"/>
                  </a:lnTo>
                  <a:lnTo>
                    <a:pt x="15890" y="9425"/>
                  </a:lnTo>
                  <a:lnTo>
                    <a:pt x="14867" y="11333"/>
                  </a:lnTo>
                  <a:lnTo>
                    <a:pt x="13709" y="12679"/>
                  </a:lnTo>
                  <a:lnTo>
                    <a:pt x="12551" y="13745"/>
                  </a:lnTo>
                  <a:lnTo>
                    <a:pt x="11366" y="14868"/>
                  </a:lnTo>
                  <a:lnTo>
                    <a:pt x="9049" y="16438"/>
                  </a:lnTo>
                  <a:lnTo>
                    <a:pt x="7757" y="16999"/>
                  </a:lnTo>
                  <a:lnTo>
                    <a:pt x="6464" y="17280"/>
                  </a:lnTo>
                  <a:lnTo>
                    <a:pt x="3744" y="17785"/>
                  </a:lnTo>
                  <a:lnTo>
                    <a:pt x="754" y="18346"/>
                  </a:lnTo>
                  <a:lnTo>
                    <a:pt x="512" y="21600"/>
                  </a:lnTo>
                  <a:lnTo>
                    <a:pt x="754" y="18346"/>
                  </a:lnTo>
                  <a:lnTo>
                    <a:pt x="512" y="18346"/>
                  </a:lnTo>
                  <a:lnTo>
                    <a:pt x="242" y="18907"/>
                  </a:lnTo>
                  <a:lnTo>
                    <a:pt x="108" y="19412"/>
                  </a:lnTo>
                  <a:lnTo>
                    <a:pt x="0" y="19973"/>
                  </a:lnTo>
                  <a:lnTo>
                    <a:pt x="108" y="20478"/>
                  </a:lnTo>
                  <a:lnTo>
                    <a:pt x="242" y="21039"/>
                  </a:lnTo>
                  <a:lnTo>
                    <a:pt x="512" y="21600"/>
                  </a:lnTo>
                  <a:lnTo>
                    <a:pt x="889" y="21600"/>
                  </a:lnTo>
                  <a:lnTo>
                    <a:pt x="1158" y="1834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53" name="Freeform 60">
              <a:extLst>
                <a:ext uri="{FF2B5EF4-FFF2-40B4-BE49-F238E27FC236}">
                  <a16:creationId xmlns:a16="http://schemas.microsoft.com/office/drawing/2014/main" id="{A1587A1B-57EE-A519-AB32-182ECADF11CC}"/>
                </a:ext>
              </a:extLst>
            </p:cNvPr>
            <p:cNvSpPr/>
            <p:nvPr/>
          </p:nvSpPr>
          <p:spPr>
            <a:xfrm>
              <a:off x="341786" y="189934"/>
              <a:ext cx="193602" cy="33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300" y="15725"/>
                  </a:moveTo>
                  <a:lnTo>
                    <a:pt x="20500" y="6566"/>
                  </a:lnTo>
                  <a:lnTo>
                    <a:pt x="17433" y="9158"/>
                  </a:lnTo>
                  <a:lnTo>
                    <a:pt x="14733" y="10714"/>
                  </a:lnTo>
                  <a:lnTo>
                    <a:pt x="12167" y="11578"/>
                  </a:lnTo>
                  <a:lnTo>
                    <a:pt x="9600" y="10714"/>
                  </a:lnTo>
                  <a:lnTo>
                    <a:pt x="7367" y="10022"/>
                  </a:lnTo>
                  <a:lnTo>
                    <a:pt x="5100" y="7430"/>
                  </a:lnTo>
                  <a:lnTo>
                    <a:pt x="2867" y="5011"/>
                  </a:lnTo>
                  <a:lnTo>
                    <a:pt x="800" y="0"/>
                  </a:lnTo>
                  <a:lnTo>
                    <a:pt x="0" y="10022"/>
                  </a:lnTo>
                  <a:lnTo>
                    <a:pt x="2233" y="14170"/>
                  </a:lnTo>
                  <a:lnTo>
                    <a:pt x="4633" y="18317"/>
                  </a:lnTo>
                  <a:lnTo>
                    <a:pt x="7033" y="19872"/>
                  </a:lnTo>
                  <a:lnTo>
                    <a:pt x="9600" y="21600"/>
                  </a:lnTo>
                  <a:lnTo>
                    <a:pt x="12167" y="21600"/>
                  </a:lnTo>
                  <a:lnTo>
                    <a:pt x="14900" y="20736"/>
                  </a:lnTo>
                  <a:lnTo>
                    <a:pt x="17767" y="19008"/>
                  </a:lnTo>
                  <a:lnTo>
                    <a:pt x="20800" y="17453"/>
                  </a:lnTo>
                  <a:lnTo>
                    <a:pt x="19867" y="8294"/>
                  </a:lnTo>
                  <a:lnTo>
                    <a:pt x="20800" y="17453"/>
                  </a:lnTo>
                  <a:lnTo>
                    <a:pt x="21133" y="16589"/>
                  </a:lnTo>
                  <a:lnTo>
                    <a:pt x="21467" y="14861"/>
                  </a:lnTo>
                  <a:lnTo>
                    <a:pt x="21600" y="13306"/>
                  </a:lnTo>
                  <a:lnTo>
                    <a:pt x="21600" y="10714"/>
                  </a:lnTo>
                  <a:lnTo>
                    <a:pt x="21467" y="9158"/>
                  </a:lnTo>
                  <a:lnTo>
                    <a:pt x="21133" y="7430"/>
                  </a:lnTo>
                  <a:lnTo>
                    <a:pt x="20800" y="6566"/>
                  </a:lnTo>
                  <a:lnTo>
                    <a:pt x="20500" y="6566"/>
                  </a:lnTo>
                  <a:lnTo>
                    <a:pt x="21300" y="1572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255" name="Прямая соединительная линия 3098">
            <a:extLst>
              <a:ext uri="{FF2B5EF4-FFF2-40B4-BE49-F238E27FC236}">
                <a16:creationId xmlns:a16="http://schemas.microsoft.com/office/drawing/2014/main" id="{605044E8-816F-B560-C744-16537CBC3DF6}"/>
              </a:ext>
            </a:extLst>
          </p:cNvPr>
          <p:cNvSpPr/>
          <p:nvPr/>
        </p:nvSpPr>
        <p:spPr>
          <a:xfrm>
            <a:off x="2055324" y="732470"/>
            <a:ext cx="9141764" cy="4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56" name="Цель работы">
            <a:extLst>
              <a:ext uri="{FF2B5EF4-FFF2-40B4-BE49-F238E27FC236}">
                <a16:creationId xmlns:a16="http://schemas.microsoft.com/office/drawing/2014/main" id="{7B16FC6B-1D94-2663-5ABE-A90599FA3866}"/>
              </a:ext>
            </a:extLst>
          </p:cNvPr>
          <p:cNvSpPr txBox="1"/>
          <p:nvPr/>
        </p:nvSpPr>
        <p:spPr>
          <a:xfrm>
            <a:off x="365689" y="1154075"/>
            <a:ext cx="4091437" cy="584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sz="3200"/>
            </a:pPr>
            <a:r>
              <a:rPr lang="ru-RU" sz="3200" b="1" dirty="0">
                <a:latin typeface="+mj-ea"/>
                <a:ea typeface="+mj-ea"/>
              </a:rPr>
              <a:t>Общая архитектура</a:t>
            </a:r>
            <a:endParaRPr lang="ru-RU" sz="3600" b="1" dirty="0">
              <a:latin typeface="+mj-ea"/>
              <a:ea typeface="+mj-ea"/>
              <a:cs typeface="Times New Roman"/>
              <a:sym typeface="Times New Roman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D9AF75-18BA-B538-6A6F-D831B92EC40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095181" y="6414762"/>
            <a:ext cx="258620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888888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fld id="{86CB4B4D-7CA3-9044-876B-883B54F8677D}" type="slidenum">
              <a:rPr lang="ru-RU" smtClean="0"/>
              <a:pPr/>
              <a:t>5</a:t>
            </a:fld>
            <a:endParaRPr lang="ru-RU"/>
          </a:p>
        </p:txBody>
      </p: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136541CF-2A6E-CBAB-11AB-331503D409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653" y="3487325"/>
            <a:ext cx="1625754" cy="908945"/>
          </a:xfrm>
          <a:prstGeom prst="rect">
            <a:avLst/>
          </a:prstGeom>
        </p:spPr>
      </p:pic>
      <p:pic>
        <p:nvPicPr>
          <p:cNvPr id="55" name="Изображение" descr="Изображение">
            <a:extLst>
              <a:ext uri="{FF2B5EF4-FFF2-40B4-BE49-F238E27FC236}">
                <a16:creationId xmlns:a16="http://schemas.microsoft.com/office/drawing/2014/main" id="{22DBEB04-7E70-F55A-A742-4B1D92E666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0067" y="3395872"/>
            <a:ext cx="902729" cy="902729"/>
          </a:xfrm>
          <a:prstGeom prst="rect">
            <a:avLst/>
          </a:prstGeom>
          <a:ln w="12700">
            <a:miter lim="400000"/>
          </a:ln>
        </p:spPr>
      </p:pic>
      <p:pic>
        <p:nvPicPr>
          <p:cNvPr id="56" name="Picture 2">
            <a:extLst>
              <a:ext uri="{FF2B5EF4-FFF2-40B4-BE49-F238E27FC236}">
                <a16:creationId xmlns:a16="http://schemas.microsoft.com/office/drawing/2014/main" id="{D3655A56-901A-272C-2AF4-87202CEE19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0269" y="4703115"/>
            <a:ext cx="1076761" cy="1076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Picture 8">
            <a:extLst>
              <a:ext uri="{FF2B5EF4-FFF2-40B4-BE49-F238E27FC236}">
                <a16:creationId xmlns:a16="http://schemas.microsoft.com/office/drawing/2014/main" id="{5A9FF51E-B53F-6CDB-DA40-B14FBD4572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7433" y="3348373"/>
            <a:ext cx="1177744" cy="1177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Picture 10">
            <a:extLst>
              <a:ext uri="{FF2B5EF4-FFF2-40B4-BE49-F238E27FC236}">
                <a16:creationId xmlns:a16="http://schemas.microsoft.com/office/drawing/2014/main" id="{CA215F7B-1216-C467-6AFA-AA2FE58298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8626" y="4650360"/>
            <a:ext cx="1488025" cy="1144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Рисунок 257">
            <a:extLst>
              <a:ext uri="{FF2B5EF4-FFF2-40B4-BE49-F238E27FC236}">
                <a16:creationId xmlns:a16="http://schemas.microsoft.com/office/drawing/2014/main" id="{8EEBE7C8-4F05-331B-8CDE-0477E11E9E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57325" y="4456922"/>
            <a:ext cx="1617043" cy="844891"/>
          </a:xfrm>
          <a:prstGeom prst="rect">
            <a:avLst/>
          </a:prstGeom>
        </p:spPr>
      </p:pic>
      <p:pic>
        <p:nvPicPr>
          <p:cNvPr id="262" name="Рисунок 261">
            <a:extLst>
              <a:ext uri="{FF2B5EF4-FFF2-40B4-BE49-F238E27FC236}">
                <a16:creationId xmlns:a16="http://schemas.microsoft.com/office/drawing/2014/main" id="{1DD70952-E8B0-7023-BC8B-55536C15EC3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87905" y="3330208"/>
            <a:ext cx="1736586" cy="908937"/>
          </a:xfrm>
          <a:prstGeom prst="rect">
            <a:avLst/>
          </a:prstGeom>
        </p:spPr>
      </p:pic>
      <p:sp>
        <p:nvSpPr>
          <p:cNvPr id="71" name="Возможность визуализировать индикаторы доменных процессов может помочь заинтересованным сторонам лучше понимать данные и принимать обоснованные решения на их основе.…">
            <a:extLst>
              <a:ext uri="{FF2B5EF4-FFF2-40B4-BE49-F238E27FC236}">
                <a16:creationId xmlns:a16="http://schemas.microsoft.com/office/drawing/2014/main" id="{5B81B629-E78B-4A2A-8BA8-F57343C61A90}"/>
              </a:ext>
            </a:extLst>
          </p:cNvPr>
          <p:cNvSpPr txBox="1"/>
          <p:nvPr/>
        </p:nvSpPr>
        <p:spPr>
          <a:xfrm>
            <a:off x="414220" y="2021516"/>
            <a:ext cx="11525621" cy="129586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Приложение построено по клиент-серверной архитектуре с разделением на пользовательский интерфейс, сервер приложений и расчётные библиотеки. Взаимодействие между компонентами осуществляется через API. Так же, нашло место применение прокси-сервера, для перенаправления запросов на </a:t>
            </a:r>
            <a:r>
              <a:rPr lang="ru-RU" dirty="0" err="1"/>
              <a:t>отдельностоящий</a:t>
            </a:r>
            <a:r>
              <a:rPr lang="ru-RU" dirty="0"/>
              <a:t> расчетный модуль</a:t>
            </a:r>
          </a:p>
        </p:txBody>
      </p:sp>
    </p:spTree>
    <p:extLst>
      <p:ext uri="{BB962C8B-B14F-4D97-AF65-F5344CB8AC3E}">
        <p14:creationId xmlns:p14="http://schemas.microsoft.com/office/powerpoint/2010/main" val="2570369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87" y="12115"/>
            <a:ext cx="2034240" cy="68893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76" name="Group 13"/>
          <p:cNvGrpSpPr/>
          <p:nvPr/>
        </p:nvGrpSpPr>
        <p:grpSpPr>
          <a:xfrm>
            <a:off x="11407140" y="93998"/>
            <a:ext cx="605898" cy="638143"/>
            <a:chOff x="-1" y="0"/>
            <a:chExt cx="605897" cy="638142"/>
          </a:xfrm>
        </p:grpSpPr>
        <p:sp>
          <p:nvSpPr>
            <p:cNvPr id="329" name="Freeform 14"/>
            <p:cNvSpPr/>
            <p:nvPr/>
          </p:nvSpPr>
          <p:spPr>
            <a:xfrm>
              <a:off x="87537" y="343551"/>
              <a:ext cx="182249" cy="2453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4784"/>
                  </a:moveTo>
                  <a:lnTo>
                    <a:pt x="21600" y="0"/>
                  </a:lnTo>
                  <a:lnTo>
                    <a:pt x="21600" y="5116"/>
                  </a:lnTo>
                  <a:lnTo>
                    <a:pt x="14483" y="6703"/>
                  </a:lnTo>
                  <a:lnTo>
                    <a:pt x="14660" y="20250"/>
                  </a:lnTo>
                  <a:lnTo>
                    <a:pt x="6976" y="21600"/>
                  </a:lnTo>
                  <a:lnTo>
                    <a:pt x="6976" y="8408"/>
                  </a:lnTo>
                  <a:lnTo>
                    <a:pt x="0" y="10018"/>
                  </a:lnTo>
                  <a:lnTo>
                    <a:pt x="0" y="4784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30" name="Freeform 15"/>
            <p:cNvSpPr/>
            <p:nvPr/>
          </p:nvSpPr>
          <p:spPr>
            <a:xfrm>
              <a:off x="84848" y="335750"/>
              <a:ext cx="193602" cy="699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409"/>
                  </a:moveTo>
                  <a:lnTo>
                    <a:pt x="20333" y="0"/>
                  </a:lnTo>
                  <a:lnTo>
                    <a:pt x="0" y="16782"/>
                  </a:lnTo>
                  <a:lnTo>
                    <a:pt x="633" y="21600"/>
                  </a:lnTo>
                  <a:lnTo>
                    <a:pt x="20967" y="4818"/>
                  </a:lnTo>
                  <a:lnTo>
                    <a:pt x="19700" y="2409"/>
                  </a:lnTo>
                  <a:lnTo>
                    <a:pt x="20967" y="4818"/>
                  </a:lnTo>
                  <a:lnTo>
                    <a:pt x="21300" y="4403"/>
                  </a:lnTo>
                  <a:lnTo>
                    <a:pt x="21600" y="3655"/>
                  </a:lnTo>
                  <a:lnTo>
                    <a:pt x="21600" y="1662"/>
                  </a:lnTo>
                  <a:lnTo>
                    <a:pt x="21467" y="831"/>
                  </a:lnTo>
                  <a:lnTo>
                    <a:pt x="20800" y="0"/>
                  </a:lnTo>
                  <a:lnTo>
                    <a:pt x="20333" y="0"/>
                  </a:lnTo>
                  <a:lnTo>
                    <a:pt x="21600" y="240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31" name="Freeform 16"/>
            <p:cNvSpPr/>
            <p:nvPr/>
          </p:nvSpPr>
          <p:spPr>
            <a:xfrm>
              <a:off x="261417" y="343551"/>
              <a:ext cx="17033" cy="67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400" y="21168"/>
                  </a:moveTo>
                  <a:lnTo>
                    <a:pt x="21600" y="18662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8662"/>
                  </a:lnTo>
                  <a:lnTo>
                    <a:pt x="7200" y="16157"/>
                  </a:lnTo>
                  <a:lnTo>
                    <a:pt x="0" y="18662"/>
                  </a:lnTo>
                  <a:lnTo>
                    <a:pt x="0" y="19958"/>
                  </a:lnTo>
                  <a:lnTo>
                    <a:pt x="3411" y="20736"/>
                  </a:lnTo>
                  <a:lnTo>
                    <a:pt x="7200" y="21168"/>
                  </a:lnTo>
                  <a:lnTo>
                    <a:pt x="10611" y="21600"/>
                  </a:lnTo>
                  <a:lnTo>
                    <a:pt x="18189" y="20736"/>
                  </a:lnTo>
                  <a:lnTo>
                    <a:pt x="21600" y="19958"/>
                  </a:lnTo>
                  <a:lnTo>
                    <a:pt x="21600" y="18662"/>
                  </a:lnTo>
                  <a:lnTo>
                    <a:pt x="14400" y="2116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32" name="Freeform 17"/>
            <p:cNvSpPr/>
            <p:nvPr/>
          </p:nvSpPr>
          <p:spPr>
            <a:xfrm>
              <a:off x="201067" y="393859"/>
              <a:ext cx="71707" cy="33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220" y="16589"/>
                  </a:moveTo>
                  <a:lnTo>
                    <a:pt x="3420" y="21600"/>
                  </a:lnTo>
                  <a:lnTo>
                    <a:pt x="21600" y="10022"/>
                  </a:lnTo>
                  <a:lnTo>
                    <a:pt x="19890" y="0"/>
                  </a:lnTo>
                  <a:lnTo>
                    <a:pt x="1710" y="11750"/>
                  </a:lnTo>
                  <a:lnTo>
                    <a:pt x="0" y="16589"/>
                  </a:lnTo>
                  <a:lnTo>
                    <a:pt x="1710" y="11750"/>
                  </a:lnTo>
                  <a:lnTo>
                    <a:pt x="810" y="13306"/>
                  </a:lnTo>
                  <a:lnTo>
                    <a:pt x="0" y="15034"/>
                  </a:lnTo>
                  <a:lnTo>
                    <a:pt x="0" y="18317"/>
                  </a:lnTo>
                  <a:lnTo>
                    <a:pt x="450" y="20045"/>
                  </a:lnTo>
                  <a:lnTo>
                    <a:pt x="1260" y="21600"/>
                  </a:lnTo>
                  <a:lnTo>
                    <a:pt x="3420" y="21600"/>
                  </a:lnTo>
                  <a:lnTo>
                    <a:pt x="5220" y="165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33" name="Freeform 18"/>
            <p:cNvSpPr/>
            <p:nvPr/>
          </p:nvSpPr>
          <p:spPr>
            <a:xfrm>
              <a:off x="201067" y="419686"/>
              <a:ext cx="18527" cy="1616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981" y="21600"/>
                  </a:moveTo>
                  <a:lnTo>
                    <a:pt x="21600" y="20558"/>
                  </a:lnTo>
                  <a:lnTo>
                    <a:pt x="20206" y="0"/>
                  </a:lnTo>
                  <a:lnTo>
                    <a:pt x="0" y="0"/>
                  </a:lnTo>
                  <a:lnTo>
                    <a:pt x="1742" y="20558"/>
                  </a:lnTo>
                  <a:lnTo>
                    <a:pt x="8361" y="19515"/>
                  </a:lnTo>
                  <a:lnTo>
                    <a:pt x="1742" y="20558"/>
                  </a:lnTo>
                  <a:lnTo>
                    <a:pt x="1742" y="21061"/>
                  </a:lnTo>
                  <a:lnTo>
                    <a:pt x="4877" y="21420"/>
                  </a:lnTo>
                  <a:lnTo>
                    <a:pt x="8361" y="21600"/>
                  </a:lnTo>
                  <a:lnTo>
                    <a:pt x="14981" y="21600"/>
                  </a:lnTo>
                  <a:lnTo>
                    <a:pt x="18465" y="21420"/>
                  </a:lnTo>
                  <a:lnTo>
                    <a:pt x="21600" y="21061"/>
                  </a:lnTo>
                  <a:lnTo>
                    <a:pt x="21600" y="20558"/>
                  </a:lnTo>
                  <a:lnTo>
                    <a:pt x="14981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34" name="Freeform 19"/>
            <p:cNvSpPr/>
            <p:nvPr/>
          </p:nvSpPr>
          <p:spPr>
            <a:xfrm>
              <a:off x="136534" y="565767"/>
              <a:ext cx="77383" cy="322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5480"/>
                  </a:moveTo>
                  <a:lnTo>
                    <a:pt x="3169" y="20700"/>
                  </a:lnTo>
                  <a:lnTo>
                    <a:pt x="21600" y="10440"/>
                  </a:lnTo>
                  <a:lnTo>
                    <a:pt x="20015" y="0"/>
                  </a:lnTo>
                  <a:lnTo>
                    <a:pt x="2002" y="10440"/>
                  </a:lnTo>
                  <a:lnTo>
                    <a:pt x="5171" y="15480"/>
                  </a:lnTo>
                  <a:lnTo>
                    <a:pt x="2002" y="10440"/>
                  </a:lnTo>
                  <a:lnTo>
                    <a:pt x="751" y="12060"/>
                  </a:lnTo>
                  <a:lnTo>
                    <a:pt x="334" y="12960"/>
                  </a:lnTo>
                  <a:lnTo>
                    <a:pt x="0" y="15480"/>
                  </a:lnTo>
                  <a:lnTo>
                    <a:pt x="334" y="17280"/>
                  </a:lnTo>
                  <a:lnTo>
                    <a:pt x="334" y="19080"/>
                  </a:lnTo>
                  <a:lnTo>
                    <a:pt x="1168" y="20700"/>
                  </a:lnTo>
                  <a:lnTo>
                    <a:pt x="2002" y="21600"/>
                  </a:lnTo>
                  <a:lnTo>
                    <a:pt x="3169" y="20700"/>
                  </a:lnTo>
                  <a:lnTo>
                    <a:pt x="0" y="1548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35" name="Freeform 20"/>
            <p:cNvSpPr/>
            <p:nvPr/>
          </p:nvSpPr>
          <p:spPr>
            <a:xfrm>
              <a:off x="136534" y="431523"/>
              <a:ext cx="18527" cy="1573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39" y="2105"/>
                  </a:moveTo>
                  <a:lnTo>
                    <a:pt x="0" y="1034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034"/>
                  </a:lnTo>
                  <a:lnTo>
                    <a:pt x="8361" y="0"/>
                  </a:lnTo>
                  <a:lnTo>
                    <a:pt x="21600" y="1034"/>
                  </a:lnTo>
                  <a:lnTo>
                    <a:pt x="19858" y="517"/>
                  </a:lnTo>
                  <a:lnTo>
                    <a:pt x="18465" y="148"/>
                  </a:lnTo>
                  <a:lnTo>
                    <a:pt x="14981" y="0"/>
                  </a:lnTo>
                  <a:lnTo>
                    <a:pt x="6619" y="0"/>
                  </a:lnTo>
                  <a:lnTo>
                    <a:pt x="3135" y="148"/>
                  </a:lnTo>
                  <a:lnTo>
                    <a:pt x="1394" y="517"/>
                  </a:lnTo>
                  <a:lnTo>
                    <a:pt x="0" y="1034"/>
                  </a:lnTo>
                  <a:lnTo>
                    <a:pt x="13239" y="210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36" name="Freeform 21"/>
            <p:cNvSpPr/>
            <p:nvPr/>
          </p:nvSpPr>
          <p:spPr>
            <a:xfrm>
              <a:off x="78873" y="431523"/>
              <a:ext cx="69018" cy="333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723"/>
                  </a:moveTo>
                  <a:lnTo>
                    <a:pt x="3647" y="20903"/>
                  </a:lnTo>
                  <a:lnTo>
                    <a:pt x="21600" y="9929"/>
                  </a:lnTo>
                  <a:lnTo>
                    <a:pt x="20291" y="0"/>
                  </a:lnTo>
                  <a:lnTo>
                    <a:pt x="1870" y="11671"/>
                  </a:lnTo>
                  <a:lnTo>
                    <a:pt x="5423" y="16723"/>
                  </a:lnTo>
                  <a:lnTo>
                    <a:pt x="1870" y="11671"/>
                  </a:lnTo>
                  <a:lnTo>
                    <a:pt x="935" y="12542"/>
                  </a:lnTo>
                  <a:lnTo>
                    <a:pt x="0" y="14110"/>
                  </a:lnTo>
                  <a:lnTo>
                    <a:pt x="0" y="18290"/>
                  </a:lnTo>
                  <a:lnTo>
                    <a:pt x="468" y="20032"/>
                  </a:lnTo>
                  <a:lnTo>
                    <a:pt x="1403" y="20903"/>
                  </a:lnTo>
                  <a:lnTo>
                    <a:pt x="2244" y="21600"/>
                  </a:lnTo>
                  <a:lnTo>
                    <a:pt x="3647" y="20903"/>
                  </a:lnTo>
                  <a:lnTo>
                    <a:pt x="0" y="1672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37" name="Freeform 22"/>
            <p:cNvSpPr/>
            <p:nvPr/>
          </p:nvSpPr>
          <p:spPr>
            <a:xfrm>
              <a:off x="78873" y="390093"/>
              <a:ext cx="17332" cy="67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448" y="0"/>
                  </a:moveTo>
                  <a:lnTo>
                    <a:pt x="0" y="2506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506"/>
                  </a:lnTo>
                  <a:lnTo>
                    <a:pt x="14524" y="5011"/>
                  </a:lnTo>
                  <a:lnTo>
                    <a:pt x="21600" y="2506"/>
                  </a:lnTo>
                  <a:lnTo>
                    <a:pt x="21600" y="1642"/>
                  </a:lnTo>
                  <a:lnTo>
                    <a:pt x="14524" y="0"/>
                  </a:lnTo>
                  <a:lnTo>
                    <a:pt x="7448" y="0"/>
                  </a:lnTo>
                  <a:lnTo>
                    <a:pt x="3724" y="864"/>
                  </a:lnTo>
                  <a:lnTo>
                    <a:pt x="0" y="1642"/>
                  </a:lnTo>
                  <a:lnTo>
                    <a:pt x="0" y="2506"/>
                  </a:lnTo>
                  <a:lnTo>
                    <a:pt x="7448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38" name="Freeform 23"/>
            <p:cNvSpPr/>
            <p:nvPr/>
          </p:nvSpPr>
          <p:spPr>
            <a:xfrm>
              <a:off x="367479" y="260957"/>
              <a:ext cx="212424" cy="2698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613" y="18413"/>
                  </a:moveTo>
                  <a:lnTo>
                    <a:pt x="21600" y="17056"/>
                  </a:lnTo>
                  <a:lnTo>
                    <a:pt x="21600" y="0"/>
                  </a:lnTo>
                  <a:lnTo>
                    <a:pt x="21327" y="215"/>
                  </a:lnTo>
                  <a:lnTo>
                    <a:pt x="10359" y="8786"/>
                  </a:lnTo>
                  <a:lnTo>
                    <a:pt x="0" y="3833"/>
                  </a:lnTo>
                  <a:lnTo>
                    <a:pt x="0" y="3919"/>
                  </a:lnTo>
                  <a:lnTo>
                    <a:pt x="0" y="3833"/>
                  </a:lnTo>
                  <a:lnTo>
                    <a:pt x="0" y="21600"/>
                  </a:lnTo>
                  <a:lnTo>
                    <a:pt x="7018" y="20265"/>
                  </a:lnTo>
                  <a:lnTo>
                    <a:pt x="7018" y="13740"/>
                  </a:lnTo>
                  <a:lnTo>
                    <a:pt x="10663" y="15505"/>
                  </a:lnTo>
                  <a:lnTo>
                    <a:pt x="10663" y="15613"/>
                  </a:lnTo>
                  <a:lnTo>
                    <a:pt x="14613" y="12512"/>
                  </a:lnTo>
                  <a:lnTo>
                    <a:pt x="14613" y="18413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39" name="Freeform 24"/>
            <p:cNvSpPr/>
            <p:nvPr/>
          </p:nvSpPr>
          <p:spPr>
            <a:xfrm>
              <a:off x="508196" y="466228"/>
              <a:ext cx="80371" cy="322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43" y="5220"/>
                  </a:moveTo>
                  <a:lnTo>
                    <a:pt x="18549" y="0"/>
                  </a:lnTo>
                  <a:lnTo>
                    <a:pt x="0" y="11340"/>
                  </a:lnTo>
                  <a:lnTo>
                    <a:pt x="1124" y="21600"/>
                  </a:lnTo>
                  <a:lnTo>
                    <a:pt x="20074" y="10440"/>
                  </a:lnTo>
                  <a:lnTo>
                    <a:pt x="21600" y="5220"/>
                  </a:lnTo>
                  <a:lnTo>
                    <a:pt x="20074" y="10440"/>
                  </a:lnTo>
                  <a:lnTo>
                    <a:pt x="20877" y="9540"/>
                  </a:lnTo>
                  <a:lnTo>
                    <a:pt x="21600" y="7740"/>
                  </a:lnTo>
                  <a:lnTo>
                    <a:pt x="21600" y="4320"/>
                  </a:lnTo>
                  <a:lnTo>
                    <a:pt x="21199" y="2700"/>
                  </a:lnTo>
                  <a:lnTo>
                    <a:pt x="20476" y="900"/>
                  </a:lnTo>
                  <a:lnTo>
                    <a:pt x="19673" y="0"/>
                  </a:lnTo>
                  <a:lnTo>
                    <a:pt x="18549" y="0"/>
                  </a:lnTo>
                  <a:lnTo>
                    <a:pt x="16943" y="52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40" name="Freeform 25"/>
            <p:cNvSpPr/>
            <p:nvPr/>
          </p:nvSpPr>
          <p:spPr>
            <a:xfrm>
              <a:off x="571235" y="255846"/>
              <a:ext cx="17332" cy="218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772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506"/>
                  </a:lnTo>
                  <a:lnTo>
                    <a:pt x="18248" y="240"/>
                  </a:lnTo>
                  <a:lnTo>
                    <a:pt x="14524" y="133"/>
                  </a:lnTo>
                  <a:lnTo>
                    <a:pt x="10800" y="0"/>
                  </a:lnTo>
                  <a:lnTo>
                    <a:pt x="7448" y="133"/>
                  </a:lnTo>
                  <a:lnTo>
                    <a:pt x="3724" y="240"/>
                  </a:lnTo>
                  <a:lnTo>
                    <a:pt x="0" y="506"/>
                  </a:lnTo>
                  <a:lnTo>
                    <a:pt x="0" y="77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41" name="Freeform 26"/>
            <p:cNvSpPr/>
            <p:nvPr/>
          </p:nvSpPr>
          <p:spPr>
            <a:xfrm>
              <a:off x="571235" y="251810"/>
              <a:ext cx="17332" cy="142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38" y="21600"/>
                  </a:moveTo>
                  <a:lnTo>
                    <a:pt x="0" y="11819"/>
                  </a:lnTo>
                  <a:lnTo>
                    <a:pt x="0" y="17932"/>
                  </a:lnTo>
                  <a:lnTo>
                    <a:pt x="21600" y="19562"/>
                  </a:lnTo>
                  <a:lnTo>
                    <a:pt x="21600" y="13857"/>
                  </a:lnTo>
                  <a:lnTo>
                    <a:pt x="1862" y="6113"/>
                  </a:lnTo>
                  <a:lnTo>
                    <a:pt x="21600" y="13857"/>
                  </a:lnTo>
                  <a:lnTo>
                    <a:pt x="21600" y="8151"/>
                  </a:lnTo>
                  <a:lnTo>
                    <a:pt x="19738" y="4075"/>
                  </a:lnTo>
                  <a:lnTo>
                    <a:pt x="16386" y="2038"/>
                  </a:lnTo>
                  <a:lnTo>
                    <a:pt x="10800" y="0"/>
                  </a:lnTo>
                  <a:lnTo>
                    <a:pt x="7448" y="2038"/>
                  </a:lnTo>
                  <a:lnTo>
                    <a:pt x="3724" y="4075"/>
                  </a:lnTo>
                  <a:lnTo>
                    <a:pt x="1862" y="8151"/>
                  </a:lnTo>
                  <a:lnTo>
                    <a:pt x="0" y="11819"/>
                  </a:lnTo>
                  <a:lnTo>
                    <a:pt x="19738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42" name="Freeform 27"/>
            <p:cNvSpPr/>
            <p:nvPr/>
          </p:nvSpPr>
          <p:spPr>
            <a:xfrm>
              <a:off x="571235" y="255846"/>
              <a:ext cx="17332" cy="129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550"/>
                  </a:moveTo>
                  <a:lnTo>
                    <a:pt x="19738" y="17100"/>
                  </a:lnTo>
                  <a:lnTo>
                    <a:pt x="1862" y="0"/>
                  </a:lnTo>
                  <a:lnTo>
                    <a:pt x="21600" y="8550"/>
                  </a:lnTo>
                  <a:lnTo>
                    <a:pt x="1862" y="0"/>
                  </a:lnTo>
                  <a:lnTo>
                    <a:pt x="0" y="4050"/>
                  </a:lnTo>
                  <a:lnTo>
                    <a:pt x="0" y="14850"/>
                  </a:lnTo>
                  <a:lnTo>
                    <a:pt x="3724" y="19350"/>
                  </a:lnTo>
                  <a:lnTo>
                    <a:pt x="7448" y="21600"/>
                  </a:lnTo>
                  <a:lnTo>
                    <a:pt x="16386" y="21600"/>
                  </a:lnTo>
                  <a:lnTo>
                    <a:pt x="19738" y="17100"/>
                  </a:lnTo>
                  <a:lnTo>
                    <a:pt x="0" y="855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43" name="Freeform 28"/>
            <p:cNvSpPr/>
            <p:nvPr/>
          </p:nvSpPr>
          <p:spPr>
            <a:xfrm>
              <a:off x="571235" y="251810"/>
              <a:ext cx="17332" cy="142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38" y="21600"/>
                  </a:moveTo>
                  <a:lnTo>
                    <a:pt x="0" y="13857"/>
                  </a:lnTo>
                  <a:lnTo>
                    <a:pt x="21600" y="13857"/>
                  </a:lnTo>
                  <a:lnTo>
                    <a:pt x="1862" y="6113"/>
                  </a:lnTo>
                  <a:lnTo>
                    <a:pt x="21600" y="13857"/>
                  </a:lnTo>
                  <a:lnTo>
                    <a:pt x="21600" y="8151"/>
                  </a:lnTo>
                  <a:lnTo>
                    <a:pt x="18248" y="4075"/>
                  </a:lnTo>
                  <a:lnTo>
                    <a:pt x="10800" y="0"/>
                  </a:lnTo>
                  <a:lnTo>
                    <a:pt x="7448" y="2038"/>
                  </a:lnTo>
                  <a:lnTo>
                    <a:pt x="3724" y="4075"/>
                  </a:lnTo>
                  <a:lnTo>
                    <a:pt x="0" y="8151"/>
                  </a:lnTo>
                  <a:lnTo>
                    <a:pt x="0" y="13857"/>
                  </a:lnTo>
                  <a:lnTo>
                    <a:pt x="19738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44" name="Freeform 29"/>
            <p:cNvSpPr/>
            <p:nvPr/>
          </p:nvSpPr>
          <p:spPr>
            <a:xfrm>
              <a:off x="568546" y="255846"/>
              <a:ext cx="18527" cy="153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465" y="18189"/>
                  </a:moveTo>
                  <a:lnTo>
                    <a:pt x="21600" y="14400"/>
                  </a:lnTo>
                  <a:lnTo>
                    <a:pt x="4877" y="0"/>
                  </a:lnTo>
                  <a:lnTo>
                    <a:pt x="1742" y="3411"/>
                  </a:lnTo>
                  <a:lnTo>
                    <a:pt x="0" y="7200"/>
                  </a:lnTo>
                  <a:lnTo>
                    <a:pt x="0" y="12505"/>
                  </a:lnTo>
                  <a:lnTo>
                    <a:pt x="1742" y="16295"/>
                  </a:lnTo>
                  <a:lnTo>
                    <a:pt x="3135" y="20084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465" y="181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45" name="Freeform 30"/>
            <p:cNvSpPr/>
            <p:nvPr/>
          </p:nvSpPr>
          <p:spPr>
            <a:xfrm>
              <a:off x="460992" y="258267"/>
              <a:ext cx="123393" cy="1216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32" y="21122"/>
                  </a:moveTo>
                  <a:lnTo>
                    <a:pt x="2720" y="20883"/>
                  </a:lnTo>
                  <a:lnTo>
                    <a:pt x="21600" y="1864"/>
                  </a:lnTo>
                  <a:lnTo>
                    <a:pt x="19090" y="0"/>
                  </a:lnTo>
                  <a:lnTo>
                    <a:pt x="471" y="19067"/>
                  </a:lnTo>
                  <a:lnTo>
                    <a:pt x="2510" y="18828"/>
                  </a:lnTo>
                  <a:lnTo>
                    <a:pt x="471" y="19067"/>
                  </a:lnTo>
                  <a:lnTo>
                    <a:pt x="0" y="19497"/>
                  </a:lnTo>
                  <a:lnTo>
                    <a:pt x="0" y="20214"/>
                  </a:lnTo>
                  <a:lnTo>
                    <a:pt x="209" y="20644"/>
                  </a:lnTo>
                  <a:lnTo>
                    <a:pt x="471" y="21122"/>
                  </a:lnTo>
                  <a:lnTo>
                    <a:pt x="994" y="21361"/>
                  </a:lnTo>
                  <a:lnTo>
                    <a:pt x="1464" y="21600"/>
                  </a:lnTo>
                  <a:lnTo>
                    <a:pt x="2249" y="21361"/>
                  </a:lnTo>
                  <a:lnTo>
                    <a:pt x="2720" y="20883"/>
                  </a:lnTo>
                  <a:lnTo>
                    <a:pt x="732" y="2112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46" name="Freeform 31"/>
            <p:cNvSpPr/>
            <p:nvPr/>
          </p:nvSpPr>
          <p:spPr>
            <a:xfrm>
              <a:off x="358815" y="301042"/>
              <a:ext cx="116521" cy="761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212" y="2213"/>
                  </a:moveTo>
                  <a:lnTo>
                    <a:pt x="831" y="4045"/>
                  </a:lnTo>
                  <a:lnTo>
                    <a:pt x="19717" y="21600"/>
                  </a:lnTo>
                  <a:lnTo>
                    <a:pt x="21600" y="17936"/>
                  </a:lnTo>
                  <a:lnTo>
                    <a:pt x="2658" y="382"/>
                  </a:lnTo>
                  <a:lnTo>
                    <a:pt x="0" y="2213"/>
                  </a:lnTo>
                  <a:lnTo>
                    <a:pt x="2658" y="382"/>
                  </a:lnTo>
                  <a:lnTo>
                    <a:pt x="1883" y="0"/>
                  </a:lnTo>
                  <a:lnTo>
                    <a:pt x="1329" y="0"/>
                  </a:lnTo>
                  <a:lnTo>
                    <a:pt x="554" y="382"/>
                  </a:lnTo>
                  <a:lnTo>
                    <a:pt x="277" y="1069"/>
                  </a:lnTo>
                  <a:lnTo>
                    <a:pt x="0" y="1832"/>
                  </a:lnTo>
                  <a:lnTo>
                    <a:pt x="0" y="2519"/>
                  </a:lnTo>
                  <a:lnTo>
                    <a:pt x="277" y="3282"/>
                  </a:lnTo>
                  <a:lnTo>
                    <a:pt x="831" y="4045"/>
                  </a:lnTo>
                  <a:lnTo>
                    <a:pt x="3212" y="221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47" name="Freeform 32"/>
            <p:cNvSpPr/>
            <p:nvPr/>
          </p:nvSpPr>
          <p:spPr>
            <a:xfrm>
              <a:off x="358815" y="302387"/>
              <a:ext cx="17332" cy="15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724" y="19705"/>
                  </a:moveTo>
                  <a:lnTo>
                    <a:pt x="21600" y="9095"/>
                  </a:lnTo>
                  <a:lnTo>
                    <a:pt x="0" y="9095"/>
                  </a:lnTo>
                  <a:lnTo>
                    <a:pt x="0" y="10611"/>
                  </a:lnTo>
                  <a:lnTo>
                    <a:pt x="17876" y="0"/>
                  </a:lnTo>
                  <a:lnTo>
                    <a:pt x="0" y="10611"/>
                  </a:lnTo>
                  <a:lnTo>
                    <a:pt x="0" y="14400"/>
                  </a:lnTo>
                  <a:lnTo>
                    <a:pt x="3724" y="18189"/>
                  </a:lnTo>
                  <a:lnTo>
                    <a:pt x="7448" y="19705"/>
                  </a:lnTo>
                  <a:lnTo>
                    <a:pt x="10800" y="21600"/>
                  </a:lnTo>
                  <a:lnTo>
                    <a:pt x="14524" y="19705"/>
                  </a:lnTo>
                  <a:lnTo>
                    <a:pt x="17876" y="18189"/>
                  </a:lnTo>
                  <a:lnTo>
                    <a:pt x="21600" y="14400"/>
                  </a:lnTo>
                  <a:lnTo>
                    <a:pt x="21600" y="9095"/>
                  </a:lnTo>
                  <a:lnTo>
                    <a:pt x="3724" y="1970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48" name="Freeform 33"/>
            <p:cNvSpPr/>
            <p:nvPr/>
          </p:nvSpPr>
          <p:spPr>
            <a:xfrm>
              <a:off x="357620" y="301042"/>
              <a:ext cx="18527" cy="15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989"/>
                  </a:moveTo>
                  <a:lnTo>
                    <a:pt x="4877" y="20084"/>
                  </a:lnTo>
                  <a:lnTo>
                    <a:pt x="4877" y="21600"/>
                  </a:lnTo>
                  <a:lnTo>
                    <a:pt x="18116" y="1895"/>
                  </a:lnTo>
                  <a:lnTo>
                    <a:pt x="16723" y="1895"/>
                  </a:lnTo>
                  <a:lnTo>
                    <a:pt x="0" y="10989"/>
                  </a:lnTo>
                  <a:lnTo>
                    <a:pt x="16723" y="1895"/>
                  </a:lnTo>
                  <a:lnTo>
                    <a:pt x="13239" y="0"/>
                  </a:lnTo>
                  <a:lnTo>
                    <a:pt x="8361" y="0"/>
                  </a:lnTo>
                  <a:lnTo>
                    <a:pt x="4877" y="1895"/>
                  </a:lnTo>
                  <a:lnTo>
                    <a:pt x="3135" y="3411"/>
                  </a:lnTo>
                  <a:lnTo>
                    <a:pt x="1394" y="9095"/>
                  </a:lnTo>
                  <a:lnTo>
                    <a:pt x="0" y="12505"/>
                  </a:lnTo>
                  <a:lnTo>
                    <a:pt x="1394" y="16295"/>
                  </a:lnTo>
                  <a:lnTo>
                    <a:pt x="4877" y="20084"/>
                  </a:lnTo>
                  <a:lnTo>
                    <a:pt x="21600" y="109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49" name="Freeform 34"/>
            <p:cNvSpPr/>
            <p:nvPr/>
          </p:nvSpPr>
          <p:spPr>
            <a:xfrm>
              <a:off x="357620" y="308844"/>
              <a:ext cx="18527" cy="2297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361" y="20158"/>
                  </a:moveTo>
                  <a:lnTo>
                    <a:pt x="21600" y="20867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0867"/>
                  </a:lnTo>
                  <a:lnTo>
                    <a:pt x="13239" y="21600"/>
                  </a:lnTo>
                  <a:lnTo>
                    <a:pt x="0" y="20867"/>
                  </a:lnTo>
                  <a:lnTo>
                    <a:pt x="1394" y="21246"/>
                  </a:lnTo>
                  <a:lnTo>
                    <a:pt x="3135" y="21474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116" y="21474"/>
                  </a:lnTo>
                  <a:lnTo>
                    <a:pt x="19858" y="21246"/>
                  </a:lnTo>
                  <a:lnTo>
                    <a:pt x="21600" y="20867"/>
                  </a:lnTo>
                  <a:lnTo>
                    <a:pt x="8361" y="2015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50" name="Freeform 35"/>
            <p:cNvSpPr/>
            <p:nvPr/>
          </p:nvSpPr>
          <p:spPr>
            <a:xfrm>
              <a:off x="364790" y="506313"/>
              <a:ext cx="80371" cy="322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43" y="5220"/>
                  </a:moveTo>
                  <a:lnTo>
                    <a:pt x="18468" y="0"/>
                  </a:lnTo>
                  <a:lnTo>
                    <a:pt x="0" y="11340"/>
                  </a:lnTo>
                  <a:lnTo>
                    <a:pt x="1124" y="21600"/>
                  </a:lnTo>
                  <a:lnTo>
                    <a:pt x="19994" y="10440"/>
                  </a:lnTo>
                  <a:lnTo>
                    <a:pt x="21600" y="5220"/>
                  </a:lnTo>
                  <a:lnTo>
                    <a:pt x="19994" y="10440"/>
                  </a:lnTo>
                  <a:lnTo>
                    <a:pt x="20797" y="9540"/>
                  </a:lnTo>
                  <a:lnTo>
                    <a:pt x="21600" y="7740"/>
                  </a:lnTo>
                  <a:lnTo>
                    <a:pt x="21600" y="3420"/>
                  </a:lnTo>
                  <a:lnTo>
                    <a:pt x="21199" y="1800"/>
                  </a:lnTo>
                  <a:lnTo>
                    <a:pt x="20396" y="900"/>
                  </a:lnTo>
                  <a:lnTo>
                    <a:pt x="19673" y="0"/>
                  </a:lnTo>
                  <a:lnTo>
                    <a:pt x="18468" y="0"/>
                  </a:lnTo>
                  <a:lnTo>
                    <a:pt x="16943" y="52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51" name="Freeform 36"/>
            <p:cNvSpPr/>
            <p:nvPr/>
          </p:nvSpPr>
          <p:spPr>
            <a:xfrm>
              <a:off x="427829" y="425066"/>
              <a:ext cx="17332" cy="890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014" y="261"/>
                  </a:moveTo>
                  <a:lnTo>
                    <a:pt x="0" y="1827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827"/>
                  </a:lnTo>
                  <a:lnTo>
                    <a:pt x="3724" y="3393"/>
                  </a:lnTo>
                  <a:lnTo>
                    <a:pt x="21600" y="1827"/>
                  </a:lnTo>
                  <a:lnTo>
                    <a:pt x="21600" y="1240"/>
                  </a:lnTo>
                  <a:lnTo>
                    <a:pt x="17876" y="587"/>
                  </a:lnTo>
                  <a:lnTo>
                    <a:pt x="14152" y="0"/>
                  </a:lnTo>
                  <a:lnTo>
                    <a:pt x="7076" y="0"/>
                  </a:lnTo>
                  <a:lnTo>
                    <a:pt x="0" y="1240"/>
                  </a:lnTo>
                  <a:lnTo>
                    <a:pt x="0" y="1827"/>
                  </a:lnTo>
                  <a:lnTo>
                    <a:pt x="16014" y="261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52" name="Freeform 37"/>
            <p:cNvSpPr/>
            <p:nvPr/>
          </p:nvSpPr>
          <p:spPr>
            <a:xfrm>
              <a:off x="430817" y="426143"/>
              <a:ext cx="50196" cy="363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314" y="13920"/>
                  </a:moveTo>
                  <a:lnTo>
                    <a:pt x="19671" y="13120"/>
                  </a:lnTo>
                  <a:lnTo>
                    <a:pt x="4243" y="0"/>
                  </a:lnTo>
                  <a:lnTo>
                    <a:pt x="0" y="7680"/>
                  </a:lnTo>
                  <a:lnTo>
                    <a:pt x="15429" y="20800"/>
                  </a:lnTo>
                  <a:lnTo>
                    <a:pt x="14786" y="20000"/>
                  </a:lnTo>
                  <a:lnTo>
                    <a:pt x="15429" y="20800"/>
                  </a:lnTo>
                  <a:lnTo>
                    <a:pt x="17229" y="21600"/>
                  </a:lnTo>
                  <a:lnTo>
                    <a:pt x="18514" y="21600"/>
                  </a:lnTo>
                  <a:lnTo>
                    <a:pt x="19671" y="20800"/>
                  </a:lnTo>
                  <a:lnTo>
                    <a:pt x="20957" y="19200"/>
                  </a:lnTo>
                  <a:lnTo>
                    <a:pt x="21600" y="17760"/>
                  </a:lnTo>
                  <a:lnTo>
                    <a:pt x="21600" y="16160"/>
                  </a:lnTo>
                  <a:lnTo>
                    <a:pt x="20957" y="14720"/>
                  </a:lnTo>
                  <a:lnTo>
                    <a:pt x="20314" y="139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53" name="Freeform 38"/>
            <p:cNvSpPr/>
            <p:nvPr/>
          </p:nvSpPr>
          <p:spPr>
            <a:xfrm>
              <a:off x="465174" y="449548"/>
              <a:ext cx="17333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2" y="0"/>
                  </a:moveTo>
                  <a:lnTo>
                    <a:pt x="16014" y="0"/>
                  </a:lnTo>
                  <a:lnTo>
                    <a:pt x="0" y="15487"/>
                  </a:lnTo>
                  <a:lnTo>
                    <a:pt x="1862" y="17525"/>
                  </a:lnTo>
                  <a:lnTo>
                    <a:pt x="17876" y="17525"/>
                  </a:lnTo>
                  <a:lnTo>
                    <a:pt x="1862" y="17525"/>
                  </a:lnTo>
                  <a:lnTo>
                    <a:pt x="5214" y="21600"/>
                  </a:lnTo>
                  <a:lnTo>
                    <a:pt x="10800" y="21600"/>
                  </a:lnTo>
                  <a:lnTo>
                    <a:pt x="14152" y="19562"/>
                  </a:lnTo>
                  <a:lnTo>
                    <a:pt x="17876" y="17525"/>
                  </a:lnTo>
                  <a:lnTo>
                    <a:pt x="19738" y="13449"/>
                  </a:lnTo>
                  <a:lnTo>
                    <a:pt x="21600" y="9781"/>
                  </a:lnTo>
                  <a:lnTo>
                    <a:pt x="19738" y="3668"/>
                  </a:lnTo>
                  <a:lnTo>
                    <a:pt x="17876" y="0"/>
                  </a:lnTo>
                  <a:lnTo>
                    <a:pt x="1862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54" name="Freeform 39"/>
            <p:cNvSpPr/>
            <p:nvPr/>
          </p:nvSpPr>
          <p:spPr>
            <a:xfrm>
              <a:off x="466668" y="409463"/>
              <a:ext cx="53184" cy="516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3263"/>
                  </a:moveTo>
                  <a:lnTo>
                    <a:pt x="15169" y="1125"/>
                  </a:lnTo>
                  <a:lnTo>
                    <a:pt x="0" y="16763"/>
                  </a:lnTo>
                  <a:lnTo>
                    <a:pt x="5218" y="21600"/>
                  </a:lnTo>
                  <a:lnTo>
                    <a:pt x="20387" y="5400"/>
                  </a:lnTo>
                  <a:lnTo>
                    <a:pt x="13955" y="3263"/>
                  </a:lnTo>
                  <a:lnTo>
                    <a:pt x="20387" y="5400"/>
                  </a:lnTo>
                  <a:lnTo>
                    <a:pt x="21600" y="4275"/>
                  </a:lnTo>
                  <a:lnTo>
                    <a:pt x="21600" y="3263"/>
                  </a:lnTo>
                  <a:lnTo>
                    <a:pt x="20993" y="1575"/>
                  </a:lnTo>
                  <a:lnTo>
                    <a:pt x="20387" y="1125"/>
                  </a:lnTo>
                  <a:lnTo>
                    <a:pt x="19173" y="0"/>
                  </a:lnTo>
                  <a:lnTo>
                    <a:pt x="16261" y="0"/>
                  </a:lnTo>
                  <a:lnTo>
                    <a:pt x="15169" y="1125"/>
                  </a:lnTo>
                  <a:lnTo>
                    <a:pt x="21600" y="326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55" name="Freeform 40"/>
            <p:cNvSpPr/>
            <p:nvPr/>
          </p:nvSpPr>
          <p:spPr>
            <a:xfrm>
              <a:off x="501026" y="417265"/>
              <a:ext cx="18826" cy="812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229" y="17523"/>
                  </a:moveTo>
                  <a:lnTo>
                    <a:pt x="21600" y="19597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9597"/>
                  </a:lnTo>
                  <a:lnTo>
                    <a:pt x="13029" y="21600"/>
                  </a:lnTo>
                  <a:lnTo>
                    <a:pt x="0" y="19597"/>
                  </a:lnTo>
                  <a:lnTo>
                    <a:pt x="1714" y="20599"/>
                  </a:lnTo>
                  <a:lnTo>
                    <a:pt x="3429" y="21314"/>
                  </a:lnTo>
                  <a:lnTo>
                    <a:pt x="6514" y="21600"/>
                  </a:lnTo>
                  <a:lnTo>
                    <a:pt x="14743" y="21600"/>
                  </a:lnTo>
                  <a:lnTo>
                    <a:pt x="18171" y="21314"/>
                  </a:lnTo>
                  <a:lnTo>
                    <a:pt x="19886" y="20599"/>
                  </a:lnTo>
                  <a:lnTo>
                    <a:pt x="21600" y="19597"/>
                  </a:lnTo>
                  <a:lnTo>
                    <a:pt x="8229" y="1752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56" name="Freeform 41"/>
            <p:cNvSpPr/>
            <p:nvPr/>
          </p:nvSpPr>
          <p:spPr>
            <a:xfrm>
              <a:off x="211224" y="383636"/>
              <a:ext cx="192111" cy="2453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66" y="0"/>
                  </a:moveTo>
                  <a:lnTo>
                    <a:pt x="21600" y="0"/>
                  </a:lnTo>
                  <a:lnTo>
                    <a:pt x="21600" y="17503"/>
                  </a:lnTo>
                  <a:lnTo>
                    <a:pt x="13706" y="19208"/>
                  </a:lnTo>
                  <a:lnTo>
                    <a:pt x="13706" y="14211"/>
                  </a:lnTo>
                  <a:lnTo>
                    <a:pt x="134" y="21482"/>
                  </a:lnTo>
                  <a:lnTo>
                    <a:pt x="0" y="21600"/>
                  </a:lnTo>
                  <a:lnTo>
                    <a:pt x="0" y="3292"/>
                  </a:lnTo>
                  <a:lnTo>
                    <a:pt x="7894" y="1587"/>
                  </a:lnTo>
                  <a:lnTo>
                    <a:pt x="7894" y="7389"/>
                  </a:lnTo>
                  <a:lnTo>
                    <a:pt x="21466" y="0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57" name="Freeform 42"/>
            <p:cNvSpPr/>
            <p:nvPr/>
          </p:nvSpPr>
          <p:spPr>
            <a:xfrm>
              <a:off x="393471" y="377180"/>
              <a:ext cx="17034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11" y="0"/>
                  </a:moveTo>
                  <a:lnTo>
                    <a:pt x="21600" y="9781"/>
                  </a:lnTo>
                  <a:lnTo>
                    <a:pt x="0" y="9781"/>
                  </a:lnTo>
                  <a:lnTo>
                    <a:pt x="18189" y="19562"/>
                  </a:lnTo>
                  <a:lnTo>
                    <a:pt x="0" y="9781"/>
                  </a:lnTo>
                  <a:lnTo>
                    <a:pt x="0" y="15487"/>
                  </a:lnTo>
                  <a:lnTo>
                    <a:pt x="3411" y="19562"/>
                  </a:lnTo>
                  <a:lnTo>
                    <a:pt x="7200" y="21600"/>
                  </a:lnTo>
                  <a:lnTo>
                    <a:pt x="14400" y="21600"/>
                  </a:lnTo>
                  <a:lnTo>
                    <a:pt x="18189" y="19562"/>
                  </a:lnTo>
                  <a:lnTo>
                    <a:pt x="21600" y="15487"/>
                  </a:lnTo>
                  <a:lnTo>
                    <a:pt x="21600" y="9781"/>
                  </a:lnTo>
                  <a:lnTo>
                    <a:pt x="3411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58" name="Freeform 43"/>
            <p:cNvSpPr/>
            <p:nvPr/>
          </p:nvSpPr>
          <p:spPr>
            <a:xfrm>
              <a:off x="393471" y="375835"/>
              <a:ext cx="18528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1819"/>
                  </a:moveTo>
                  <a:lnTo>
                    <a:pt x="3135" y="2038"/>
                  </a:lnTo>
                  <a:lnTo>
                    <a:pt x="16723" y="21600"/>
                  </a:lnTo>
                  <a:lnTo>
                    <a:pt x="18465" y="21600"/>
                  </a:lnTo>
                  <a:lnTo>
                    <a:pt x="0" y="11819"/>
                  </a:lnTo>
                  <a:lnTo>
                    <a:pt x="18465" y="21600"/>
                  </a:lnTo>
                  <a:lnTo>
                    <a:pt x="19858" y="15894"/>
                  </a:lnTo>
                  <a:lnTo>
                    <a:pt x="21600" y="11819"/>
                  </a:lnTo>
                  <a:lnTo>
                    <a:pt x="19858" y="7743"/>
                  </a:lnTo>
                  <a:lnTo>
                    <a:pt x="18465" y="4075"/>
                  </a:lnTo>
                  <a:lnTo>
                    <a:pt x="16723" y="0"/>
                  </a:lnTo>
                  <a:lnTo>
                    <a:pt x="8361" y="0"/>
                  </a:lnTo>
                  <a:lnTo>
                    <a:pt x="3135" y="2038"/>
                  </a:lnTo>
                  <a:lnTo>
                    <a:pt x="21600" y="1181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59" name="Freeform 44"/>
            <p:cNvSpPr/>
            <p:nvPr/>
          </p:nvSpPr>
          <p:spPr>
            <a:xfrm>
              <a:off x="393471" y="383636"/>
              <a:ext cx="18528" cy="206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39" y="21600"/>
                  </a:moveTo>
                  <a:lnTo>
                    <a:pt x="21600" y="20784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0784"/>
                  </a:lnTo>
                  <a:lnTo>
                    <a:pt x="8361" y="19997"/>
                  </a:lnTo>
                  <a:lnTo>
                    <a:pt x="0" y="20784"/>
                  </a:lnTo>
                  <a:lnTo>
                    <a:pt x="1394" y="21206"/>
                  </a:lnTo>
                  <a:lnTo>
                    <a:pt x="3135" y="21459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465" y="21459"/>
                  </a:lnTo>
                  <a:lnTo>
                    <a:pt x="19858" y="21206"/>
                  </a:lnTo>
                  <a:lnTo>
                    <a:pt x="21600" y="20784"/>
                  </a:lnTo>
                  <a:lnTo>
                    <a:pt x="13239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60" name="Freeform 45"/>
            <p:cNvSpPr/>
            <p:nvPr/>
          </p:nvSpPr>
          <p:spPr>
            <a:xfrm>
              <a:off x="324457" y="574914"/>
              <a:ext cx="80371" cy="347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744"/>
                  </a:moveTo>
                  <a:lnTo>
                    <a:pt x="3132" y="21600"/>
                  </a:lnTo>
                  <a:lnTo>
                    <a:pt x="21600" y="9544"/>
                  </a:lnTo>
                  <a:lnTo>
                    <a:pt x="20476" y="0"/>
                  </a:lnTo>
                  <a:lnTo>
                    <a:pt x="1526" y="12056"/>
                  </a:lnTo>
                  <a:lnTo>
                    <a:pt x="5059" y="16744"/>
                  </a:lnTo>
                  <a:lnTo>
                    <a:pt x="1526" y="12056"/>
                  </a:lnTo>
                  <a:lnTo>
                    <a:pt x="803" y="12726"/>
                  </a:lnTo>
                  <a:lnTo>
                    <a:pt x="401" y="14400"/>
                  </a:lnTo>
                  <a:lnTo>
                    <a:pt x="0" y="16744"/>
                  </a:lnTo>
                  <a:lnTo>
                    <a:pt x="0" y="18419"/>
                  </a:lnTo>
                  <a:lnTo>
                    <a:pt x="401" y="20093"/>
                  </a:lnTo>
                  <a:lnTo>
                    <a:pt x="1124" y="20763"/>
                  </a:lnTo>
                  <a:lnTo>
                    <a:pt x="1927" y="21600"/>
                  </a:lnTo>
                  <a:lnTo>
                    <a:pt x="3132" y="21600"/>
                  </a:lnTo>
                  <a:lnTo>
                    <a:pt x="0" y="16744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61" name="Freeform 46"/>
            <p:cNvSpPr/>
            <p:nvPr/>
          </p:nvSpPr>
          <p:spPr>
            <a:xfrm>
              <a:off x="324457" y="536174"/>
              <a:ext cx="18826" cy="656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457" y="5046"/>
                  </a:moveTo>
                  <a:lnTo>
                    <a:pt x="0" y="292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921"/>
                  </a:lnTo>
                  <a:lnTo>
                    <a:pt x="3429" y="797"/>
                  </a:lnTo>
                  <a:lnTo>
                    <a:pt x="21600" y="2921"/>
                  </a:lnTo>
                  <a:lnTo>
                    <a:pt x="19886" y="1682"/>
                  </a:lnTo>
                  <a:lnTo>
                    <a:pt x="18171" y="797"/>
                  </a:lnTo>
                  <a:lnTo>
                    <a:pt x="14743" y="354"/>
                  </a:lnTo>
                  <a:lnTo>
                    <a:pt x="9943" y="0"/>
                  </a:lnTo>
                  <a:lnTo>
                    <a:pt x="6514" y="354"/>
                  </a:lnTo>
                  <a:lnTo>
                    <a:pt x="3429" y="797"/>
                  </a:lnTo>
                  <a:lnTo>
                    <a:pt x="1714" y="1682"/>
                  </a:lnTo>
                  <a:lnTo>
                    <a:pt x="0" y="2921"/>
                  </a:lnTo>
                  <a:lnTo>
                    <a:pt x="16457" y="504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62" name="Freeform 47"/>
            <p:cNvSpPr/>
            <p:nvPr/>
          </p:nvSpPr>
          <p:spPr>
            <a:xfrm>
              <a:off x="203755" y="538596"/>
              <a:ext cx="135047" cy="982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342" y="21008"/>
                  </a:moveTo>
                  <a:lnTo>
                    <a:pt x="21600" y="2841"/>
                  </a:lnTo>
                  <a:lnTo>
                    <a:pt x="19784" y="0"/>
                  </a:lnTo>
                  <a:lnTo>
                    <a:pt x="478" y="18464"/>
                  </a:lnTo>
                  <a:lnTo>
                    <a:pt x="0" y="19055"/>
                  </a:lnTo>
                  <a:lnTo>
                    <a:pt x="0" y="20180"/>
                  </a:lnTo>
                  <a:lnTo>
                    <a:pt x="239" y="20772"/>
                  </a:lnTo>
                  <a:lnTo>
                    <a:pt x="717" y="21304"/>
                  </a:lnTo>
                  <a:lnTo>
                    <a:pt x="1195" y="21600"/>
                  </a:lnTo>
                  <a:lnTo>
                    <a:pt x="1625" y="21600"/>
                  </a:lnTo>
                  <a:lnTo>
                    <a:pt x="2342" y="2100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63" name="Freeform 48"/>
            <p:cNvSpPr/>
            <p:nvPr/>
          </p:nvSpPr>
          <p:spPr>
            <a:xfrm>
              <a:off x="202560" y="622532"/>
              <a:ext cx="18528" cy="156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938"/>
                  </a:moveTo>
                  <a:lnTo>
                    <a:pt x="16723" y="17876"/>
                  </a:lnTo>
                  <a:lnTo>
                    <a:pt x="18465" y="16014"/>
                  </a:lnTo>
                  <a:lnTo>
                    <a:pt x="4877" y="0"/>
                  </a:lnTo>
                  <a:lnTo>
                    <a:pt x="3135" y="1862"/>
                  </a:lnTo>
                  <a:lnTo>
                    <a:pt x="21600" y="8938"/>
                  </a:lnTo>
                  <a:lnTo>
                    <a:pt x="3135" y="1862"/>
                  </a:lnTo>
                  <a:lnTo>
                    <a:pt x="0" y="5586"/>
                  </a:lnTo>
                  <a:lnTo>
                    <a:pt x="0" y="12662"/>
                  </a:lnTo>
                  <a:lnTo>
                    <a:pt x="3135" y="16014"/>
                  </a:lnTo>
                  <a:lnTo>
                    <a:pt x="4877" y="19738"/>
                  </a:lnTo>
                  <a:lnTo>
                    <a:pt x="10103" y="21600"/>
                  </a:lnTo>
                  <a:lnTo>
                    <a:pt x="13239" y="19738"/>
                  </a:lnTo>
                  <a:lnTo>
                    <a:pt x="16723" y="17876"/>
                  </a:lnTo>
                  <a:lnTo>
                    <a:pt x="0" y="893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64" name="Freeform 49"/>
            <p:cNvSpPr/>
            <p:nvPr/>
          </p:nvSpPr>
          <p:spPr>
            <a:xfrm>
              <a:off x="202560" y="413229"/>
              <a:ext cx="18528" cy="2157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619" y="0"/>
                  </a:moveTo>
                  <a:lnTo>
                    <a:pt x="0" y="78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781"/>
                  </a:lnTo>
                  <a:lnTo>
                    <a:pt x="13239" y="1562"/>
                  </a:lnTo>
                  <a:lnTo>
                    <a:pt x="21600" y="781"/>
                  </a:lnTo>
                  <a:lnTo>
                    <a:pt x="19858" y="404"/>
                  </a:lnTo>
                  <a:lnTo>
                    <a:pt x="18465" y="269"/>
                  </a:lnTo>
                  <a:lnTo>
                    <a:pt x="14981" y="0"/>
                  </a:lnTo>
                  <a:lnTo>
                    <a:pt x="6619" y="0"/>
                  </a:lnTo>
                  <a:lnTo>
                    <a:pt x="1394" y="404"/>
                  </a:lnTo>
                  <a:lnTo>
                    <a:pt x="0" y="781"/>
                  </a:lnTo>
                  <a:lnTo>
                    <a:pt x="6619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65" name="Freeform 50"/>
            <p:cNvSpPr/>
            <p:nvPr/>
          </p:nvSpPr>
          <p:spPr>
            <a:xfrm>
              <a:off x="208237" y="393859"/>
              <a:ext cx="81865" cy="349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4818"/>
                  </a:moveTo>
                  <a:lnTo>
                    <a:pt x="18526" y="0"/>
                  </a:lnTo>
                  <a:lnTo>
                    <a:pt x="0" y="11963"/>
                  </a:lnTo>
                  <a:lnTo>
                    <a:pt x="1498" y="21600"/>
                  </a:lnTo>
                  <a:lnTo>
                    <a:pt x="19708" y="9637"/>
                  </a:lnTo>
                  <a:lnTo>
                    <a:pt x="16634" y="4818"/>
                  </a:lnTo>
                  <a:lnTo>
                    <a:pt x="19708" y="9637"/>
                  </a:lnTo>
                  <a:lnTo>
                    <a:pt x="20812" y="8806"/>
                  </a:lnTo>
                  <a:lnTo>
                    <a:pt x="21206" y="7311"/>
                  </a:lnTo>
                  <a:lnTo>
                    <a:pt x="21600" y="4818"/>
                  </a:lnTo>
                  <a:lnTo>
                    <a:pt x="21206" y="3323"/>
                  </a:lnTo>
                  <a:lnTo>
                    <a:pt x="20812" y="1662"/>
                  </a:lnTo>
                  <a:lnTo>
                    <a:pt x="20418" y="831"/>
                  </a:lnTo>
                  <a:lnTo>
                    <a:pt x="19314" y="0"/>
                  </a:lnTo>
                  <a:lnTo>
                    <a:pt x="18526" y="0"/>
                  </a:lnTo>
                  <a:lnTo>
                    <a:pt x="21600" y="481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66" name="Freeform 51"/>
            <p:cNvSpPr/>
            <p:nvPr/>
          </p:nvSpPr>
          <p:spPr>
            <a:xfrm>
              <a:off x="271276" y="401661"/>
              <a:ext cx="18826" cy="737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143" y="17422"/>
                  </a:moveTo>
                  <a:lnTo>
                    <a:pt x="21600" y="19314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9314"/>
                  </a:lnTo>
                  <a:lnTo>
                    <a:pt x="16457" y="21206"/>
                  </a:lnTo>
                  <a:lnTo>
                    <a:pt x="0" y="19314"/>
                  </a:lnTo>
                  <a:lnTo>
                    <a:pt x="1714" y="20102"/>
                  </a:lnTo>
                  <a:lnTo>
                    <a:pt x="3429" y="20812"/>
                  </a:lnTo>
                  <a:lnTo>
                    <a:pt x="6857" y="21600"/>
                  </a:lnTo>
                  <a:lnTo>
                    <a:pt x="15086" y="21600"/>
                  </a:lnTo>
                  <a:lnTo>
                    <a:pt x="18171" y="20812"/>
                  </a:lnTo>
                  <a:lnTo>
                    <a:pt x="19886" y="20102"/>
                  </a:lnTo>
                  <a:lnTo>
                    <a:pt x="21600" y="19314"/>
                  </a:lnTo>
                  <a:lnTo>
                    <a:pt x="5143" y="1742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67" name="Freeform 52"/>
            <p:cNvSpPr/>
            <p:nvPr/>
          </p:nvSpPr>
          <p:spPr>
            <a:xfrm>
              <a:off x="275757" y="375835"/>
              <a:ext cx="134748" cy="981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716"/>
                  </a:moveTo>
                  <a:lnTo>
                    <a:pt x="19301" y="296"/>
                  </a:lnTo>
                  <a:lnTo>
                    <a:pt x="0" y="18759"/>
                  </a:lnTo>
                  <a:lnTo>
                    <a:pt x="1580" y="21600"/>
                  </a:lnTo>
                  <a:lnTo>
                    <a:pt x="21169" y="3136"/>
                  </a:lnTo>
                  <a:lnTo>
                    <a:pt x="18870" y="1716"/>
                  </a:lnTo>
                  <a:lnTo>
                    <a:pt x="21169" y="3136"/>
                  </a:lnTo>
                  <a:lnTo>
                    <a:pt x="21600" y="2545"/>
                  </a:lnTo>
                  <a:lnTo>
                    <a:pt x="21600" y="1124"/>
                  </a:lnTo>
                  <a:lnTo>
                    <a:pt x="21408" y="592"/>
                  </a:lnTo>
                  <a:lnTo>
                    <a:pt x="20929" y="0"/>
                  </a:lnTo>
                  <a:lnTo>
                    <a:pt x="20020" y="0"/>
                  </a:lnTo>
                  <a:lnTo>
                    <a:pt x="19301" y="296"/>
                  </a:lnTo>
                  <a:lnTo>
                    <a:pt x="21600" y="171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68" name="Freeform 53"/>
            <p:cNvSpPr/>
            <p:nvPr/>
          </p:nvSpPr>
          <p:spPr>
            <a:xfrm>
              <a:off x="10157" y="9148"/>
              <a:ext cx="585582" cy="3408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065" y="12599"/>
                  </a:moveTo>
                  <a:lnTo>
                    <a:pt x="18525" y="13332"/>
                  </a:lnTo>
                  <a:lnTo>
                    <a:pt x="17996" y="13997"/>
                  </a:lnTo>
                  <a:lnTo>
                    <a:pt x="17522" y="14559"/>
                  </a:lnTo>
                  <a:lnTo>
                    <a:pt x="17049" y="14968"/>
                  </a:lnTo>
                  <a:lnTo>
                    <a:pt x="16520" y="15377"/>
                  </a:lnTo>
                  <a:lnTo>
                    <a:pt x="16046" y="15718"/>
                  </a:lnTo>
                  <a:lnTo>
                    <a:pt x="15616" y="15957"/>
                  </a:lnTo>
                  <a:lnTo>
                    <a:pt x="15142" y="16196"/>
                  </a:lnTo>
                  <a:lnTo>
                    <a:pt x="14238" y="16451"/>
                  </a:lnTo>
                  <a:lnTo>
                    <a:pt x="13346" y="16605"/>
                  </a:lnTo>
                  <a:lnTo>
                    <a:pt x="12497" y="16690"/>
                  </a:lnTo>
                  <a:lnTo>
                    <a:pt x="11649" y="16690"/>
                  </a:lnTo>
                  <a:lnTo>
                    <a:pt x="10800" y="16775"/>
                  </a:lnTo>
                  <a:lnTo>
                    <a:pt x="10007" y="16861"/>
                  </a:lnTo>
                  <a:lnTo>
                    <a:pt x="9632" y="16946"/>
                  </a:lnTo>
                  <a:lnTo>
                    <a:pt x="9268" y="17014"/>
                  </a:lnTo>
                  <a:lnTo>
                    <a:pt x="8838" y="17185"/>
                  </a:lnTo>
                  <a:lnTo>
                    <a:pt x="8475" y="17423"/>
                  </a:lnTo>
                  <a:lnTo>
                    <a:pt x="8100" y="17679"/>
                  </a:lnTo>
                  <a:lnTo>
                    <a:pt x="7725" y="18003"/>
                  </a:lnTo>
                  <a:lnTo>
                    <a:pt x="7362" y="18412"/>
                  </a:lnTo>
                  <a:lnTo>
                    <a:pt x="6987" y="18906"/>
                  </a:lnTo>
                  <a:lnTo>
                    <a:pt x="6667" y="19401"/>
                  </a:lnTo>
                  <a:lnTo>
                    <a:pt x="6304" y="20049"/>
                  </a:lnTo>
                  <a:lnTo>
                    <a:pt x="5929" y="20782"/>
                  </a:lnTo>
                  <a:lnTo>
                    <a:pt x="5609" y="21600"/>
                  </a:lnTo>
                  <a:lnTo>
                    <a:pt x="5080" y="21361"/>
                  </a:lnTo>
                  <a:lnTo>
                    <a:pt x="4607" y="21106"/>
                  </a:lnTo>
                  <a:lnTo>
                    <a:pt x="4133" y="20782"/>
                  </a:lnTo>
                  <a:lnTo>
                    <a:pt x="3703" y="20458"/>
                  </a:lnTo>
                  <a:lnTo>
                    <a:pt x="3284" y="20134"/>
                  </a:lnTo>
                  <a:lnTo>
                    <a:pt x="2854" y="19725"/>
                  </a:lnTo>
                  <a:lnTo>
                    <a:pt x="2491" y="19230"/>
                  </a:lnTo>
                  <a:lnTo>
                    <a:pt x="2116" y="18736"/>
                  </a:lnTo>
                  <a:lnTo>
                    <a:pt x="1796" y="18242"/>
                  </a:lnTo>
                  <a:lnTo>
                    <a:pt x="1477" y="17679"/>
                  </a:lnTo>
                  <a:lnTo>
                    <a:pt x="1212" y="17099"/>
                  </a:lnTo>
                  <a:lnTo>
                    <a:pt x="948" y="16537"/>
                  </a:lnTo>
                  <a:lnTo>
                    <a:pt x="738" y="15957"/>
                  </a:lnTo>
                  <a:lnTo>
                    <a:pt x="584" y="15309"/>
                  </a:lnTo>
                  <a:lnTo>
                    <a:pt x="364" y="14644"/>
                  </a:lnTo>
                  <a:lnTo>
                    <a:pt x="264" y="13997"/>
                  </a:lnTo>
                  <a:lnTo>
                    <a:pt x="154" y="13332"/>
                  </a:lnTo>
                  <a:lnTo>
                    <a:pt x="55" y="12599"/>
                  </a:lnTo>
                  <a:lnTo>
                    <a:pt x="0" y="11951"/>
                  </a:lnTo>
                  <a:lnTo>
                    <a:pt x="0" y="10468"/>
                  </a:lnTo>
                  <a:lnTo>
                    <a:pt x="55" y="9734"/>
                  </a:lnTo>
                  <a:lnTo>
                    <a:pt x="99" y="9001"/>
                  </a:lnTo>
                  <a:lnTo>
                    <a:pt x="209" y="8337"/>
                  </a:lnTo>
                  <a:lnTo>
                    <a:pt x="364" y="7603"/>
                  </a:lnTo>
                  <a:lnTo>
                    <a:pt x="529" y="6870"/>
                  </a:lnTo>
                  <a:lnTo>
                    <a:pt x="738" y="6137"/>
                  </a:lnTo>
                  <a:lnTo>
                    <a:pt x="1003" y="5472"/>
                  </a:lnTo>
                  <a:lnTo>
                    <a:pt x="1267" y="4739"/>
                  </a:lnTo>
                  <a:lnTo>
                    <a:pt x="1587" y="4092"/>
                  </a:lnTo>
                  <a:lnTo>
                    <a:pt x="1962" y="3427"/>
                  </a:lnTo>
                  <a:lnTo>
                    <a:pt x="2325" y="2779"/>
                  </a:lnTo>
                  <a:lnTo>
                    <a:pt x="2755" y="2131"/>
                  </a:lnTo>
                  <a:lnTo>
                    <a:pt x="3229" y="1637"/>
                  </a:lnTo>
                  <a:lnTo>
                    <a:pt x="3703" y="1227"/>
                  </a:lnTo>
                  <a:lnTo>
                    <a:pt x="4232" y="818"/>
                  </a:lnTo>
                  <a:lnTo>
                    <a:pt x="4761" y="563"/>
                  </a:lnTo>
                  <a:lnTo>
                    <a:pt x="5345" y="324"/>
                  </a:lnTo>
                  <a:lnTo>
                    <a:pt x="5929" y="153"/>
                  </a:lnTo>
                  <a:lnTo>
                    <a:pt x="6568" y="85"/>
                  </a:lnTo>
                  <a:lnTo>
                    <a:pt x="7836" y="0"/>
                  </a:lnTo>
                  <a:lnTo>
                    <a:pt x="9213" y="85"/>
                  </a:lnTo>
                  <a:lnTo>
                    <a:pt x="11968" y="563"/>
                  </a:lnTo>
                  <a:lnTo>
                    <a:pt x="13390" y="818"/>
                  </a:lnTo>
                  <a:lnTo>
                    <a:pt x="14767" y="1142"/>
                  </a:lnTo>
                  <a:lnTo>
                    <a:pt x="16090" y="1313"/>
                  </a:lnTo>
                  <a:lnTo>
                    <a:pt x="17368" y="1381"/>
                  </a:lnTo>
                  <a:lnTo>
                    <a:pt x="18580" y="1381"/>
                  </a:lnTo>
                  <a:lnTo>
                    <a:pt x="19164" y="1313"/>
                  </a:lnTo>
                  <a:lnTo>
                    <a:pt x="19749" y="1142"/>
                  </a:lnTo>
                  <a:lnTo>
                    <a:pt x="20222" y="972"/>
                  </a:lnTo>
                  <a:lnTo>
                    <a:pt x="20751" y="733"/>
                  </a:lnTo>
                  <a:lnTo>
                    <a:pt x="21181" y="409"/>
                  </a:lnTo>
                  <a:lnTo>
                    <a:pt x="21600" y="0"/>
                  </a:lnTo>
                  <a:lnTo>
                    <a:pt x="21126" y="972"/>
                  </a:lnTo>
                  <a:lnTo>
                    <a:pt x="20597" y="1875"/>
                  </a:lnTo>
                  <a:lnTo>
                    <a:pt x="20013" y="2608"/>
                  </a:lnTo>
                  <a:lnTo>
                    <a:pt x="19484" y="3273"/>
                  </a:lnTo>
                  <a:lnTo>
                    <a:pt x="18955" y="3836"/>
                  </a:lnTo>
                  <a:lnTo>
                    <a:pt x="18371" y="4330"/>
                  </a:lnTo>
                  <a:lnTo>
                    <a:pt x="17787" y="4654"/>
                  </a:lnTo>
                  <a:lnTo>
                    <a:pt x="17258" y="4995"/>
                  </a:lnTo>
                  <a:lnTo>
                    <a:pt x="16200" y="5404"/>
                  </a:lnTo>
                  <a:lnTo>
                    <a:pt x="15197" y="5728"/>
                  </a:lnTo>
                  <a:lnTo>
                    <a:pt x="14238" y="5967"/>
                  </a:lnTo>
                  <a:lnTo>
                    <a:pt x="13500" y="6223"/>
                  </a:lnTo>
                  <a:lnTo>
                    <a:pt x="14503" y="6700"/>
                  </a:lnTo>
                  <a:lnTo>
                    <a:pt x="15351" y="6956"/>
                  </a:lnTo>
                  <a:lnTo>
                    <a:pt x="16145" y="7109"/>
                  </a:lnTo>
                  <a:lnTo>
                    <a:pt x="16894" y="7109"/>
                  </a:lnTo>
                  <a:lnTo>
                    <a:pt x="17633" y="7041"/>
                  </a:lnTo>
                  <a:lnTo>
                    <a:pt x="18481" y="6785"/>
                  </a:lnTo>
                  <a:lnTo>
                    <a:pt x="19429" y="6546"/>
                  </a:lnTo>
                  <a:lnTo>
                    <a:pt x="20597" y="6223"/>
                  </a:lnTo>
                  <a:lnTo>
                    <a:pt x="20123" y="7109"/>
                  </a:lnTo>
                  <a:lnTo>
                    <a:pt x="19693" y="7859"/>
                  </a:lnTo>
                  <a:lnTo>
                    <a:pt x="19220" y="8592"/>
                  </a:lnTo>
                  <a:lnTo>
                    <a:pt x="18746" y="9155"/>
                  </a:lnTo>
                  <a:lnTo>
                    <a:pt x="18261" y="9734"/>
                  </a:lnTo>
                  <a:lnTo>
                    <a:pt x="17313" y="10553"/>
                  </a:lnTo>
                  <a:lnTo>
                    <a:pt x="16784" y="10877"/>
                  </a:lnTo>
                  <a:lnTo>
                    <a:pt x="16310" y="11132"/>
                  </a:lnTo>
                  <a:lnTo>
                    <a:pt x="15781" y="11371"/>
                  </a:lnTo>
                  <a:lnTo>
                    <a:pt x="15252" y="11542"/>
                  </a:lnTo>
                  <a:lnTo>
                    <a:pt x="14723" y="11627"/>
                  </a:lnTo>
                  <a:lnTo>
                    <a:pt x="13555" y="11866"/>
                  </a:lnTo>
                  <a:lnTo>
                    <a:pt x="12387" y="11951"/>
                  </a:lnTo>
                  <a:lnTo>
                    <a:pt x="13081" y="12360"/>
                  </a:lnTo>
                  <a:lnTo>
                    <a:pt x="13875" y="12684"/>
                  </a:lnTo>
                  <a:lnTo>
                    <a:pt x="14613" y="12922"/>
                  </a:lnTo>
                  <a:lnTo>
                    <a:pt x="15407" y="13093"/>
                  </a:lnTo>
                  <a:lnTo>
                    <a:pt x="16255" y="13093"/>
                  </a:lnTo>
                  <a:lnTo>
                    <a:pt x="17104" y="13008"/>
                  </a:lnTo>
                  <a:lnTo>
                    <a:pt x="18051" y="12854"/>
                  </a:lnTo>
                  <a:lnTo>
                    <a:pt x="19065" y="12599"/>
                  </a:lnTo>
                  <a:close/>
                </a:path>
              </a:pathLst>
            </a:custGeom>
            <a:solidFill>
              <a:srgbClr val="FF66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69" name="Freeform 54"/>
            <p:cNvSpPr/>
            <p:nvPr/>
          </p:nvSpPr>
          <p:spPr>
            <a:xfrm>
              <a:off x="152368" y="202848"/>
              <a:ext cx="380331" cy="1549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07" y="21600"/>
                  </a:moveTo>
                  <a:lnTo>
                    <a:pt x="967" y="21075"/>
                  </a:lnTo>
                  <a:lnTo>
                    <a:pt x="1459" y="19275"/>
                  </a:lnTo>
                  <a:lnTo>
                    <a:pt x="2036" y="17813"/>
                  </a:lnTo>
                  <a:lnTo>
                    <a:pt x="2511" y="16387"/>
                  </a:lnTo>
                  <a:lnTo>
                    <a:pt x="3088" y="15300"/>
                  </a:lnTo>
                  <a:lnTo>
                    <a:pt x="4072" y="13500"/>
                  </a:lnTo>
                  <a:lnTo>
                    <a:pt x="4632" y="12975"/>
                  </a:lnTo>
                  <a:lnTo>
                    <a:pt x="5209" y="12412"/>
                  </a:lnTo>
                  <a:lnTo>
                    <a:pt x="5701" y="11887"/>
                  </a:lnTo>
                  <a:lnTo>
                    <a:pt x="6261" y="11512"/>
                  </a:lnTo>
                  <a:lnTo>
                    <a:pt x="6838" y="11325"/>
                  </a:lnTo>
                  <a:lnTo>
                    <a:pt x="7415" y="11175"/>
                  </a:lnTo>
                  <a:lnTo>
                    <a:pt x="9858" y="10800"/>
                  </a:lnTo>
                  <a:lnTo>
                    <a:pt x="11165" y="10800"/>
                  </a:lnTo>
                  <a:lnTo>
                    <a:pt x="12471" y="10612"/>
                  </a:lnTo>
                  <a:lnTo>
                    <a:pt x="13931" y="10425"/>
                  </a:lnTo>
                  <a:lnTo>
                    <a:pt x="15322" y="9713"/>
                  </a:lnTo>
                  <a:lnTo>
                    <a:pt x="16136" y="9187"/>
                  </a:lnTo>
                  <a:lnTo>
                    <a:pt x="16866" y="8625"/>
                  </a:lnTo>
                  <a:lnTo>
                    <a:pt x="17596" y="7912"/>
                  </a:lnTo>
                  <a:lnTo>
                    <a:pt x="18410" y="7013"/>
                  </a:lnTo>
                  <a:lnTo>
                    <a:pt x="19157" y="5925"/>
                  </a:lnTo>
                  <a:lnTo>
                    <a:pt x="19971" y="4687"/>
                  </a:lnTo>
                  <a:lnTo>
                    <a:pt x="20786" y="3225"/>
                  </a:lnTo>
                  <a:lnTo>
                    <a:pt x="21600" y="1612"/>
                  </a:lnTo>
                  <a:lnTo>
                    <a:pt x="20870" y="0"/>
                  </a:lnTo>
                  <a:lnTo>
                    <a:pt x="20124" y="1425"/>
                  </a:lnTo>
                  <a:lnTo>
                    <a:pt x="19394" y="2887"/>
                  </a:lnTo>
                  <a:lnTo>
                    <a:pt x="18580" y="3975"/>
                  </a:lnTo>
                  <a:lnTo>
                    <a:pt x="17935" y="5025"/>
                  </a:lnTo>
                  <a:lnTo>
                    <a:pt x="17188" y="5775"/>
                  </a:lnTo>
                  <a:lnTo>
                    <a:pt x="16459" y="6487"/>
                  </a:lnTo>
                  <a:lnTo>
                    <a:pt x="15814" y="7013"/>
                  </a:lnTo>
                  <a:lnTo>
                    <a:pt x="15067" y="7575"/>
                  </a:lnTo>
                  <a:lnTo>
                    <a:pt x="13761" y="8100"/>
                  </a:lnTo>
                  <a:lnTo>
                    <a:pt x="12386" y="8475"/>
                  </a:lnTo>
                  <a:lnTo>
                    <a:pt x="11165" y="8625"/>
                  </a:lnTo>
                  <a:lnTo>
                    <a:pt x="8552" y="8625"/>
                  </a:lnTo>
                  <a:lnTo>
                    <a:pt x="7330" y="9000"/>
                  </a:lnTo>
                  <a:lnTo>
                    <a:pt x="6668" y="9187"/>
                  </a:lnTo>
                  <a:lnTo>
                    <a:pt x="6024" y="9375"/>
                  </a:lnTo>
                  <a:lnTo>
                    <a:pt x="5447" y="9713"/>
                  </a:lnTo>
                  <a:lnTo>
                    <a:pt x="4802" y="10275"/>
                  </a:lnTo>
                  <a:lnTo>
                    <a:pt x="4157" y="10988"/>
                  </a:lnTo>
                  <a:lnTo>
                    <a:pt x="3580" y="11700"/>
                  </a:lnTo>
                  <a:lnTo>
                    <a:pt x="2918" y="12600"/>
                  </a:lnTo>
                  <a:lnTo>
                    <a:pt x="2359" y="13687"/>
                  </a:lnTo>
                  <a:lnTo>
                    <a:pt x="1782" y="14925"/>
                  </a:lnTo>
                  <a:lnTo>
                    <a:pt x="1222" y="16387"/>
                  </a:lnTo>
                  <a:lnTo>
                    <a:pt x="645" y="18000"/>
                  </a:lnTo>
                  <a:lnTo>
                    <a:pt x="68" y="19800"/>
                  </a:lnTo>
                  <a:lnTo>
                    <a:pt x="645" y="19275"/>
                  </a:lnTo>
                  <a:lnTo>
                    <a:pt x="68" y="19800"/>
                  </a:lnTo>
                  <a:lnTo>
                    <a:pt x="0" y="20325"/>
                  </a:lnTo>
                  <a:lnTo>
                    <a:pt x="0" y="20700"/>
                  </a:lnTo>
                  <a:lnTo>
                    <a:pt x="153" y="21075"/>
                  </a:lnTo>
                  <a:lnTo>
                    <a:pt x="238" y="21412"/>
                  </a:lnTo>
                  <a:lnTo>
                    <a:pt x="407" y="21600"/>
                  </a:lnTo>
                  <a:lnTo>
                    <a:pt x="645" y="21600"/>
                  </a:lnTo>
                  <a:lnTo>
                    <a:pt x="814" y="21412"/>
                  </a:lnTo>
                  <a:lnTo>
                    <a:pt x="967" y="21075"/>
                  </a:lnTo>
                  <a:lnTo>
                    <a:pt x="407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70" name="Freeform 55"/>
            <p:cNvSpPr/>
            <p:nvPr/>
          </p:nvSpPr>
          <p:spPr>
            <a:xfrm>
              <a:off x="-2" y="46543"/>
              <a:ext cx="163727" cy="3112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908" y="0"/>
                  </a:moveTo>
                  <a:lnTo>
                    <a:pt x="7410" y="803"/>
                  </a:lnTo>
                  <a:lnTo>
                    <a:pt x="6070" y="1531"/>
                  </a:lnTo>
                  <a:lnTo>
                    <a:pt x="4927" y="2334"/>
                  </a:lnTo>
                  <a:lnTo>
                    <a:pt x="3784" y="3043"/>
                  </a:lnTo>
                  <a:lnTo>
                    <a:pt x="2838" y="3846"/>
                  </a:lnTo>
                  <a:lnTo>
                    <a:pt x="2089" y="4742"/>
                  </a:lnTo>
                  <a:lnTo>
                    <a:pt x="1537" y="5563"/>
                  </a:lnTo>
                  <a:lnTo>
                    <a:pt x="946" y="6366"/>
                  </a:lnTo>
                  <a:lnTo>
                    <a:pt x="591" y="7169"/>
                  </a:lnTo>
                  <a:lnTo>
                    <a:pt x="394" y="7972"/>
                  </a:lnTo>
                  <a:lnTo>
                    <a:pt x="197" y="8868"/>
                  </a:lnTo>
                  <a:lnTo>
                    <a:pt x="0" y="9689"/>
                  </a:lnTo>
                  <a:lnTo>
                    <a:pt x="394" y="11295"/>
                  </a:lnTo>
                  <a:lnTo>
                    <a:pt x="749" y="12097"/>
                  </a:lnTo>
                  <a:lnTo>
                    <a:pt x="1143" y="12900"/>
                  </a:lnTo>
                  <a:lnTo>
                    <a:pt x="1537" y="13628"/>
                  </a:lnTo>
                  <a:lnTo>
                    <a:pt x="2286" y="14431"/>
                  </a:lnTo>
                  <a:lnTo>
                    <a:pt x="3035" y="15141"/>
                  </a:lnTo>
                  <a:lnTo>
                    <a:pt x="3784" y="15869"/>
                  </a:lnTo>
                  <a:lnTo>
                    <a:pt x="4730" y="16485"/>
                  </a:lnTo>
                  <a:lnTo>
                    <a:pt x="7016" y="17754"/>
                  </a:lnTo>
                  <a:lnTo>
                    <a:pt x="8159" y="18370"/>
                  </a:lnTo>
                  <a:lnTo>
                    <a:pt x="9460" y="18912"/>
                  </a:lnTo>
                  <a:lnTo>
                    <a:pt x="10800" y="19453"/>
                  </a:lnTo>
                  <a:lnTo>
                    <a:pt x="12337" y="19901"/>
                  </a:lnTo>
                  <a:lnTo>
                    <a:pt x="14032" y="20349"/>
                  </a:lnTo>
                  <a:lnTo>
                    <a:pt x="15530" y="20704"/>
                  </a:lnTo>
                  <a:lnTo>
                    <a:pt x="17422" y="21059"/>
                  </a:lnTo>
                  <a:lnTo>
                    <a:pt x="19117" y="21339"/>
                  </a:lnTo>
                  <a:lnTo>
                    <a:pt x="21048" y="21600"/>
                  </a:lnTo>
                  <a:lnTo>
                    <a:pt x="21600" y="20443"/>
                  </a:lnTo>
                  <a:lnTo>
                    <a:pt x="19905" y="20256"/>
                  </a:lnTo>
                  <a:lnTo>
                    <a:pt x="18171" y="19994"/>
                  </a:lnTo>
                  <a:lnTo>
                    <a:pt x="16476" y="19714"/>
                  </a:lnTo>
                  <a:lnTo>
                    <a:pt x="14978" y="19360"/>
                  </a:lnTo>
                  <a:lnTo>
                    <a:pt x="13638" y="18912"/>
                  </a:lnTo>
                  <a:lnTo>
                    <a:pt x="12337" y="18464"/>
                  </a:lnTo>
                  <a:lnTo>
                    <a:pt x="10997" y="18016"/>
                  </a:lnTo>
                  <a:lnTo>
                    <a:pt x="9854" y="17568"/>
                  </a:lnTo>
                  <a:lnTo>
                    <a:pt x="8711" y="17026"/>
                  </a:lnTo>
                  <a:lnTo>
                    <a:pt x="7568" y="16410"/>
                  </a:lnTo>
                  <a:lnTo>
                    <a:pt x="6622" y="15869"/>
                  </a:lnTo>
                  <a:lnTo>
                    <a:pt x="5873" y="15234"/>
                  </a:lnTo>
                  <a:lnTo>
                    <a:pt x="5124" y="14618"/>
                  </a:lnTo>
                  <a:lnTo>
                    <a:pt x="4375" y="13983"/>
                  </a:lnTo>
                  <a:lnTo>
                    <a:pt x="3784" y="13274"/>
                  </a:lnTo>
                  <a:lnTo>
                    <a:pt x="3429" y="12546"/>
                  </a:lnTo>
                  <a:lnTo>
                    <a:pt x="3035" y="11836"/>
                  </a:lnTo>
                  <a:lnTo>
                    <a:pt x="2641" y="11108"/>
                  </a:lnTo>
                  <a:lnTo>
                    <a:pt x="2483" y="10399"/>
                  </a:lnTo>
                  <a:lnTo>
                    <a:pt x="2483" y="8868"/>
                  </a:lnTo>
                  <a:lnTo>
                    <a:pt x="2641" y="8158"/>
                  </a:lnTo>
                  <a:lnTo>
                    <a:pt x="2838" y="7430"/>
                  </a:lnTo>
                  <a:lnTo>
                    <a:pt x="3232" y="6627"/>
                  </a:lnTo>
                  <a:lnTo>
                    <a:pt x="3784" y="5918"/>
                  </a:lnTo>
                  <a:lnTo>
                    <a:pt x="4375" y="5115"/>
                  </a:lnTo>
                  <a:lnTo>
                    <a:pt x="5124" y="4387"/>
                  </a:lnTo>
                  <a:lnTo>
                    <a:pt x="5873" y="3678"/>
                  </a:lnTo>
                  <a:lnTo>
                    <a:pt x="6819" y="2950"/>
                  </a:lnTo>
                  <a:lnTo>
                    <a:pt x="9105" y="1531"/>
                  </a:lnTo>
                  <a:lnTo>
                    <a:pt x="10406" y="803"/>
                  </a:lnTo>
                  <a:lnTo>
                    <a:pt x="8908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71" name="Freeform 56"/>
            <p:cNvSpPr/>
            <p:nvPr/>
          </p:nvSpPr>
          <p:spPr>
            <a:xfrm>
              <a:off x="67520" y="-1"/>
              <a:ext cx="538377" cy="581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80" y="4800"/>
                  </a:moveTo>
                  <a:lnTo>
                    <a:pt x="21025" y="1000"/>
                  </a:lnTo>
                  <a:lnTo>
                    <a:pt x="20557" y="2900"/>
                  </a:lnTo>
                  <a:lnTo>
                    <a:pt x="20102" y="4800"/>
                  </a:lnTo>
                  <a:lnTo>
                    <a:pt x="19634" y="6300"/>
                  </a:lnTo>
                  <a:lnTo>
                    <a:pt x="19059" y="7200"/>
                  </a:lnTo>
                  <a:lnTo>
                    <a:pt x="18483" y="8200"/>
                  </a:lnTo>
                  <a:lnTo>
                    <a:pt x="17908" y="8700"/>
                  </a:lnTo>
                  <a:lnTo>
                    <a:pt x="16649" y="8700"/>
                  </a:lnTo>
                  <a:lnTo>
                    <a:pt x="15259" y="8200"/>
                  </a:lnTo>
                  <a:lnTo>
                    <a:pt x="13761" y="6700"/>
                  </a:lnTo>
                  <a:lnTo>
                    <a:pt x="12322" y="5300"/>
                  </a:lnTo>
                  <a:lnTo>
                    <a:pt x="10776" y="3900"/>
                  </a:lnTo>
                  <a:lnTo>
                    <a:pt x="9278" y="1900"/>
                  </a:lnTo>
                  <a:lnTo>
                    <a:pt x="7719" y="1000"/>
                  </a:lnTo>
                  <a:lnTo>
                    <a:pt x="6221" y="500"/>
                  </a:lnTo>
                  <a:lnTo>
                    <a:pt x="4843" y="1000"/>
                  </a:lnTo>
                  <a:lnTo>
                    <a:pt x="4147" y="1500"/>
                  </a:lnTo>
                  <a:lnTo>
                    <a:pt x="3452" y="2400"/>
                  </a:lnTo>
                  <a:lnTo>
                    <a:pt x="2817" y="3900"/>
                  </a:lnTo>
                  <a:lnTo>
                    <a:pt x="2194" y="5800"/>
                  </a:lnTo>
                  <a:lnTo>
                    <a:pt x="1558" y="7700"/>
                  </a:lnTo>
                  <a:lnTo>
                    <a:pt x="983" y="10600"/>
                  </a:lnTo>
                  <a:lnTo>
                    <a:pt x="455" y="13500"/>
                  </a:lnTo>
                  <a:lnTo>
                    <a:pt x="0" y="17300"/>
                  </a:lnTo>
                  <a:lnTo>
                    <a:pt x="455" y="21600"/>
                  </a:lnTo>
                  <a:lnTo>
                    <a:pt x="923" y="18300"/>
                  </a:lnTo>
                  <a:lnTo>
                    <a:pt x="1378" y="15400"/>
                  </a:lnTo>
                  <a:lnTo>
                    <a:pt x="1906" y="13000"/>
                  </a:lnTo>
                  <a:lnTo>
                    <a:pt x="2421" y="11100"/>
                  </a:lnTo>
                  <a:lnTo>
                    <a:pt x="2997" y="9600"/>
                  </a:lnTo>
                  <a:lnTo>
                    <a:pt x="3572" y="8200"/>
                  </a:lnTo>
                  <a:lnTo>
                    <a:pt x="4207" y="7700"/>
                  </a:lnTo>
                  <a:lnTo>
                    <a:pt x="4843" y="6700"/>
                  </a:lnTo>
                  <a:lnTo>
                    <a:pt x="6221" y="6300"/>
                  </a:lnTo>
                  <a:lnTo>
                    <a:pt x="7659" y="6700"/>
                  </a:lnTo>
                  <a:lnTo>
                    <a:pt x="9158" y="8200"/>
                  </a:lnTo>
                  <a:lnTo>
                    <a:pt x="10716" y="9600"/>
                  </a:lnTo>
                  <a:lnTo>
                    <a:pt x="12214" y="11100"/>
                  </a:lnTo>
                  <a:lnTo>
                    <a:pt x="13713" y="13000"/>
                  </a:lnTo>
                  <a:lnTo>
                    <a:pt x="15199" y="13900"/>
                  </a:lnTo>
                  <a:lnTo>
                    <a:pt x="16590" y="14900"/>
                  </a:lnTo>
                  <a:lnTo>
                    <a:pt x="17273" y="14900"/>
                  </a:lnTo>
                  <a:lnTo>
                    <a:pt x="17968" y="14400"/>
                  </a:lnTo>
                  <a:lnTo>
                    <a:pt x="18603" y="13900"/>
                  </a:lnTo>
                  <a:lnTo>
                    <a:pt x="19239" y="13000"/>
                  </a:lnTo>
                  <a:lnTo>
                    <a:pt x="19814" y="12000"/>
                  </a:lnTo>
                  <a:lnTo>
                    <a:pt x="20389" y="10100"/>
                  </a:lnTo>
                  <a:lnTo>
                    <a:pt x="20905" y="8200"/>
                  </a:lnTo>
                  <a:lnTo>
                    <a:pt x="21420" y="5800"/>
                  </a:lnTo>
                  <a:lnTo>
                    <a:pt x="20905" y="1500"/>
                  </a:lnTo>
                  <a:lnTo>
                    <a:pt x="21420" y="5800"/>
                  </a:lnTo>
                  <a:lnTo>
                    <a:pt x="21540" y="4800"/>
                  </a:lnTo>
                  <a:lnTo>
                    <a:pt x="21600" y="3900"/>
                  </a:lnTo>
                  <a:lnTo>
                    <a:pt x="21540" y="2400"/>
                  </a:lnTo>
                  <a:lnTo>
                    <a:pt x="21480" y="1500"/>
                  </a:lnTo>
                  <a:lnTo>
                    <a:pt x="21420" y="1000"/>
                  </a:lnTo>
                  <a:lnTo>
                    <a:pt x="21312" y="500"/>
                  </a:lnTo>
                  <a:lnTo>
                    <a:pt x="21133" y="0"/>
                  </a:lnTo>
                  <a:lnTo>
                    <a:pt x="21025" y="1000"/>
                  </a:lnTo>
                  <a:lnTo>
                    <a:pt x="21480" y="48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72" name="Freeform 57"/>
            <p:cNvSpPr/>
            <p:nvPr/>
          </p:nvSpPr>
          <p:spPr>
            <a:xfrm>
              <a:off x="367479" y="4037"/>
              <a:ext cx="235431" cy="1108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9" y="18612"/>
                  </a:moveTo>
                  <a:lnTo>
                    <a:pt x="932" y="21600"/>
                  </a:lnTo>
                  <a:lnTo>
                    <a:pt x="2906" y="20866"/>
                  </a:lnTo>
                  <a:lnTo>
                    <a:pt x="5153" y="20132"/>
                  </a:lnTo>
                  <a:lnTo>
                    <a:pt x="7648" y="19083"/>
                  </a:lnTo>
                  <a:lnTo>
                    <a:pt x="10416" y="17825"/>
                  </a:lnTo>
                  <a:lnTo>
                    <a:pt x="11869" y="16829"/>
                  </a:lnTo>
                  <a:lnTo>
                    <a:pt x="13294" y="15571"/>
                  </a:lnTo>
                  <a:lnTo>
                    <a:pt x="14747" y="14050"/>
                  </a:lnTo>
                  <a:lnTo>
                    <a:pt x="16200" y="12320"/>
                  </a:lnTo>
                  <a:lnTo>
                    <a:pt x="17516" y="10276"/>
                  </a:lnTo>
                  <a:lnTo>
                    <a:pt x="18969" y="7759"/>
                  </a:lnTo>
                  <a:lnTo>
                    <a:pt x="20284" y="5033"/>
                  </a:lnTo>
                  <a:lnTo>
                    <a:pt x="21600" y="1730"/>
                  </a:lnTo>
                  <a:lnTo>
                    <a:pt x="20284" y="0"/>
                  </a:lnTo>
                  <a:lnTo>
                    <a:pt x="19106" y="2988"/>
                  </a:lnTo>
                  <a:lnTo>
                    <a:pt x="17790" y="5767"/>
                  </a:lnTo>
                  <a:lnTo>
                    <a:pt x="16474" y="8021"/>
                  </a:lnTo>
                  <a:lnTo>
                    <a:pt x="15295" y="9804"/>
                  </a:lnTo>
                  <a:lnTo>
                    <a:pt x="13843" y="11534"/>
                  </a:lnTo>
                  <a:lnTo>
                    <a:pt x="12527" y="12792"/>
                  </a:lnTo>
                  <a:lnTo>
                    <a:pt x="11211" y="13841"/>
                  </a:lnTo>
                  <a:lnTo>
                    <a:pt x="9895" y="14837"/>
                  </a:lnTo>
                  <a:lnTo>
                    <a:pt x="7237" y="16095"/>
                  </a:lnTo>
                  <a:lnTo>
                    <a:pt x="4879" y="17091"/>
                  </a:lnTo>
                  <a:lnTo>
                    <a:pt x="2494" y="17825"/>
                  </a:lnTo>
                  <a:lnTo>
                    <a:pt x="521" y="18612"/>
                  </a:lnTo>
                  <a:lnTo>
                    <a:pt x="521" y="21600"/>
                  </a:lnTo>
                  <a:lnTo>
                    <a:pt x="521" y="18612"/>
                  </a:lnTo>
                  <a:lnTo>
                    <a:pt x="274" y="18874"/>
                  </a:lnTo>
                  <a:lnTo>
                    <a:pt x="0" y="19346"/>
                  </a:lnTo>
                  <a:lnTo>
                    <a:pt x="0" y="20604"/>
                  </a:lnTo>
                  <a:lnTo>
                    <a:pt x="137" y="21128"/>
                  </a:lnTo>
                  <a:lnTo>
                    <a:pt x="274" y="21390"/>
                  </a:lnTo>
                  <a:lnTo>
                    <a:pt x="658" y="21600"/>
                  </a:lnTo>
                  <a:lnTo>
                    <a:pt x="932" y="21600"/>
                  </a:lnTo>
                  <a:lnTo>
                    <a:pt x="1069" y="1861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73" name="Freeform 58"/>
            <p:cNvSpPr/>
            <p:nvPr/>
          </p:nvSpPr>
          <p:spPr>
            <a:xfrm>
              <a:off x="373156" y="99541"/>
              <a:ext cx="204058" cy="295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42" y="9425"/>
                  </a:moveTo>
                  <a:lnTo>
                    <a:pt x="20525" y="0"/>
                  </a:lnTo>
                  <a:lnTo>
                    <a:pt x="17172" y="3731"/>
                  </a:lnTo>
                  <a:lnTo>
                    <a:pt x="14453" y="6480"/>
                  </a:lnTo>
                  <a:lnTo>
                    <a:pt x="12018" y="9425"/>
                  </a:lnTo>
                  <a:lnTo>
                    <a:pt x="10057" y="10407"/>
                  </a:lnTo>
                  <a:lnTo>
                    <a:pt x="7906" y="10407"/>
                  </a:lnTo>
                  <a:lnTo>
                    <a:pt x="5787" y="8444"/>
                  </a:lnTo>
                  <a:lnTo>
                    <a:pt x="3352" y="5695"/>
                  </a:lnTo>
                  <a:lnTo>
                    <a:pt x="633" y="0"/>
                  </a:lnTo>
                  <a:lnTo>
                    <a:pt x="0" y="11193"/>
                  </a:lnTo>
                  <a:lnTo>
                    <a:pt x="2910" y="16887"/>
                  </a:lnTo>
                  <a:lnTo>
                    <a:pt x="5471" y="19833"/>
                  </a:lnTo>
                  <a:lnTo>
                    <a:pt x="7748" y="21600"/>
                  </a:lnTo>
                  <a:lnTo>
                    <a:pt x="10057" y="21600"/>
                  </a:lnTo>
                  <a:lnTo>
                    <a:pt x="12334" y="20618"/>
                  </a:lnTo>
                  <a:lnTo>
                    <a:pt x="14737" y="18851"/>
                  </a:lnTo>
                  <a:lnTo>
                    <a:pt x="17489" y="15120"/>
                  </a:lnTo>
                  <a:lnTo>
                    <a:pt x="20841" y="11193"/>
                  </a:lnTo>
                  <a:lnTo>
                    <a:pt x="19924" y="1767"/>
                  </a:lnTo>
                  <a:lnTo>
                    <a:pt x="20841" y="11193"/>
                  </a:lnTo>
                  <a:lnTo>
                    <a:pt x="21284" y="10407"/>
                  </a:lnTo>
                  <a:lnTo>
                    <a:pt x="21600" y="8444"/>
                  </a:lnTo>
                  <a:lnTo>
                    <a:pt x="21600" y="2749"/>
                  </a:lnTo>
                  <a:lnTo>
                    <a:pt x="21284" y="982"/>
                  </a:lnTo>
                  <a:lnTo>
                    <a:pt x="20967" y="0"/>
                  </a:lnTo>
                  <a:lnTo>
                    <a:pt x="20525" y="0"/>
                  </a:lnTo>
                  <a:lnTo>
                    <a:pt x="21442" y="942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74" name="Freeform 59"/>
            <p:cNvSpPr/>
            <p:nvPr/>
          </p:nvSpPr>
          <p:spPr>
            <a:xfrm>
              <a:off x="336109" y="101963"/>
              <a:ext cx="239612" cy="1035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58" y="18346"/>
                  </a:moveTo>
                  <a:lnTo>
                    <a:pt x="889" y="21600"/>
                  </a:lnTo>
                  <a:lnTo>
                    <a:pt x="3878" y="21319"/>
                  </a:lnTo>
                  <a:lnTo>
                    <a:pt x="6706" y="20758"/>
                  </a:lnTo>
                  <a:lnTo>
                    <a:pt x="7999" y="20254"/>
                  </a:lnTo>
                  <a:lnTo>
                    <a:pt x="9426" y="19692"/>
                  </a:lnTo>
                  <a:lnTo>
                    <a:pt x="10719" y="18907"/>
                  </a:lnTo>
                  <a:lnTo>
                    <a:pt x="12012" y="18065"/>
                  </a:lnTo>
                  <a:lnTo>
                    <a:pt x="13197" y="16999"/>
                  </a:lnTo>
                  <a:lnTo>
                    <a:pt x="14490" y="15653"/>
                  </a:lnTo>
                  <a:lnTo>
                    <a:pt x="15648" y="14026"/>
                  </a:lnTo>
                  <a:lnTo>
                    <a:pt x="16941" y="12175"/>
                  </a:lnTo>
                  <a:lnTo>
                    <a:pt x="18099" y="10267"/>
                  </a:lnTo>
                  <a:lnTo>
                    <a:pt x="19257" y="7855"/>
                  </a:lnTo>
                  <a:lnTo>
                    <a:pt x="20442" y="5162"/>
                  </a:lnTo>
                  <a:lnTo>
                    <a:pt x="21600" y="2188"/>
                  </a:lnTo>
                  <a:lnTo>
                    <a:pt x="20307" y="0"/>
                  </a:lnTo>
                  <a:lnTo>
                    <a:pt x="19257" y="2974"/>
                  </a:lnTo>
                  <a:lnTo>
                    <a:pt x="18099" y="5386"/>
                  </a:lnTo>
                  <a:lnTo>
                    <a:pt x="17075" y="7574"/>
                  </a:lnTo>
                  <a:lnTo>
                    <a:pt x="15890" y="9425"/>
                  </a:lnTo>
                  <a:lnTo>
                    <a:pt x="14867" y="11333"/>
                  </a:lnTo>
                  <a:lnTo>
                    <a:pt x="13709" y="12679"/>
                  </a:lnTo>
                  <a:lnTo>
                    <a:pt x="12551" y="13745"/>
                  </a:lnTo>
                  <a:lnTo>
                    <a:pt x="11366" y="14868"/>
                  </a:lnTo>
                  <a:lnTo>
                    <a:pt x="9049" y="16438"/>
                  </a:lnTo>
                  <a:lnTo>
                    <a:pt x="7757" y="16999"/>
                  </a:lnTo>
                  <a:lnTo>
                    <a:pt x="6464" y="17280"/>
                  </a:lnTo>
                  <a:lnTo>
                    <a:pt x="3744" y="17785"/>
                  </a:lnTo>
                  <a:lnTo>
                    <a:pt x="754" y="18346"/>
                  </a:lnTo>
                  <a:lnTo>
                    <a:pt x="512" y="21600"/>
                  </a:lnTo>
                  <a:lnTo>
                    <a:pt x="754" y="18346"/>
                  </a:lnTo>
                  <a:lnTo>
                    <a:pt x="512" y="18346"/>
                  </a:lnTo>
                  <a:lnTo>
                    <a:pt x="242" y="18907"/>
                  </a:lnTo>
                  <a:lnTo>
                    <a:pt x="108" y="19412"/>
                  </a:lnTo>
                  <a:lnTo>
                    <a:pt x="0" y="19973"/>
                  </a:lnTo>
                  <a:lnTo>
                    <a:pt x="108" y="20478"/>
                  </a:lnTo>
                  <a:lnTo>
                    <a:pt x="242" y="21039"/>
                  </a:lnTo>
                  <a:lnTo>
                    <a:pt x="512" y="21600"/>
                  </a:lnTo>
                  <a:lnTo>
                    <a:pt x="889" y="21600"/>
                  </a:lnTo>
                  <a:lnTo>
                    <a:pt x="1158" y="1834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75" name="Freeform 60"/>
            <p:cNvSpPr/>
            <p:nvPr/>
          </p:nvSpPr>
          <p:spPr>
            <a:xfrm>
              <a:off x="341786" y="189934"/>
              <a:ext cx="193602" cy="33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300" y="15725"/>
                  </a:moveTo>
                  <a:lnTo>
                    <a:pt x="20500" y="6566"/>
                  </a:lnTo>
                  <a:lnTo>
                    <a:pt x="17433" y="9158"/>
                  </a:lnTo>
                  <a:lnTo>
                    <a:pt x="14733" y="10714"/>
                  </a:lnTo>
                  <a:lnTo>
                    <a:pt x="12167" y="11578"/>
                  </a:lnTo>
                  <a:lnTo>
                    <a:pt x="9600" y="10714"/>
                  </a:lnTo>
                  <a:lnTo>
                    <a:pt x="7367" y="10022"/>
                  </a:lnTo>
                  <a:lnTo>
                    <a:pt x="5100" y="7430"/>
                  </a:lnTo>
                  <a:lnTo>
                    <a:pt x="2867" y="5011"/>
                  </a:lnTo>
                  <a:lnTo>
                    <a:pt x="800" y="0"/>
                  </a:lnTo>
                  <a:lnTo>
                    <a:pt x="0" y="10022"/>
                  </a:lnTo>
                  <a:lnTo>
                    <a:pt x="2233" y="14170"/>
                  </a:lnTo>
                  <a:lnTo>
                    <a:pt x="4633" y="18317"/>
                  </a:lnTo>
                  <a:lnTo>
                    <a:pt x="7033" y="19872"/>
                  </a:lnTo>
                  <a:lnTo>
                    <a:pt x="9600" y="21600"/>
                  </a:lnTo>
                  <a:lnTo>
                    <a:pt x="12167" y="21600"/>
                  </a:lnTo>
                  <a:lnTo>
                    <a:pt x="14900" y="20736"/>
                  </a:lnTo>
                  <a:lnTo>
                    <a:pt x="17767" y="19008"/>
                  </a:lnTo>
                  <a:lnTo>
                    <a:pt x="20800" y="17453"/>
                  </a:lnTo>
                  <a:lnTo>
                    <a:pt x="19867" y="8294"/>
                  </a:lnTo>
                  <a:lnTo>
                    <a:pt x="20800" y="17453"/>
                  </a:lnTo>
                  <a:lnTo>
                    <a:pt x="21133" y="16589"/>
                  </a:lnTo>
                  <a:lnTo>
                    <a:pt x="21467" y="14861"/>
                  </a:lnTo>
                  <a:lnTo>
                    <a:pt x="21600" y="13306"/>
                  </a:lnTo>
                  <a:lnTo>
                    <a:pt x="21600" y="10714"/>
                  </a:lnTo>
                  <a:lnTo>
                    <a:pt x="21467" y="9158"/>
                  </a:lnTo>
                  <a:lnTo>
                    <a:pt x="21133" y="7430"/>
                  </a:lnTo>
                  <a:lnTo>
                    <a:pt x="20800" y="6566"/>
                  </a:lnTo>
                  <a:lnTo>
                    <a:pt x="20500" y="6566"/>
                  </a:lnTo>
                  <a:lnTo>
                    <a:pt x="21300" y="1572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77" name="Прямая соединительная линия 3098"/>
          <p:cNvSpPr/>
          <p:nvPr/>
        </p:nvSpPr>
        <p:spPr>
          <a:xfrm>
            <a:off x="2055324" y="732470"/>
            <a:ext cx="9141764" cy="4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378" name="Проектирование базы данных"/>
          <p:cNvSpPr txBox="1"/>
          <p:nvPr/>
        </p:nvSpPr>
        <p:spPr>
          <a:xfrm>
            <a:off x="457266" y="1057907"/>
            <a:ext cx="5129670" cy="6463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ru-RU" b="1" noProof="0" dirty="0">
                <a:latin typeface="Aptos (Основной текст)"/>
                <a:ea typeface="+mj-ea"/>
              </a:rPr>
              <a:t>Организация разработки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F6267A-7B11-4EAC-8BAD-23CB3F735A92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095181" y="6414762"/>
            <a:ext cx="258620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888888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fld id="{86CB4B4D-7CA3-9044-876B-883B54F8677D}" type="slidenum">
              <a:rPr lang="ru-RU" smtClean="0"/>
              <a:pPr/>
              <a:t>6</a:t>
            </a:fld>
            <a:endParaRPr lang="ru-RU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E98FAE-525D-4E19-BCF5-8CDAAF45DD8B}"/>
              </a:ext>
            </a:extLst>
          </p:cNvPr>
          <p:cNvSpPr txBox="1"/>
          <p:nvPr/>
        </p:nvSpPr>
        <p:spPr>
          <a:xfrm>
            <a:off x="480580" y="1909572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Командная работа велась с использованием </a:t>
            </a:r>
            <a:r>
              <a:rPr lang="ru-RU" dirty="0" err="1"/>
              <a:t>GitHub</a:t>
            </a:r>
            <a:r>
              <a:rPr lang="ru-RU" dirty="0"/>
              <a:t> и </a:t>
            </a:r>
            <a:r>
              <a:rPr lang="ru-RU" dirty="0" err="1"/>
              <a:t>Azure</a:t>
            </a:r>
            <a:r>
              <a:rPr lang="ru-RU" dirty="0"/>
              <a:t> </a:t>
            </a:r>
            <a:r>
              <a:rPr lang="ru-RU" dirty="0" err="1"/>
              <a:t>DevOps</a:t>
            </a:r>
            <a:r>
              <a:rPr lang="ru-RU" dirty="0"/>
              <a:t>, что обеспечило контроль версий и прозрачное планирование задач. Разработка выполнялась итеративно с распределением ответственности между участниками.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219920C-2DC7-4D36-AAD7-34FABED459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9396" y="3462045"/>
            <a:ext cx="8409308" cy="295271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F824F2A-0661-4613-8925-664CEC791F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7538" y="819513"/>
            <a:ext cx="3647091" cy="23859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7" y="12115"/>
            <a:ext cx="2034240" cy="68893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32" name="Group 13"/>
          <p:cNvGrpSpPr/>
          <p:nvPr/>
        </p:nvGrpSpPr>
        <p:grpSpPr>
          <a:xfrm>
            <a:off x="11407140" y="93998"/>
            <a:ext cx="605898" cy="638143"/>
            <a:chOff x="-1" y="0"/>
            <a:chExt cx="605897" cy="638142"/>
          </a:xfrm>
        </p:grpSpPr>
        <p:sp>
          <p:nvSpPr>
            <p:cNvPr id="385" name="Freeform 14"/>
            <p:cNvSpPr/>
            <p:nvPr/>
          </p:nvSpPr>
          <p:spPr>
            <a:xfrm>
              <a:off x="87537" y="343551"/>
              <a:ext cx="182249" cy="2453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4784"/>
                  </a:moveTo>
                  <a:lnTo>
                    <a:pt x="21600" y="0"/>
                  </a:lnTo>
                  <a:lnTo>
                    <a:pt x="21600" y="5116"/>
                  </a:lnTo>
                  <a:lnTo>
                    <a:pt x="14483" y="6703"/>
                  </a:lnTo>
                  <a:lnTo>
                    <a:pt x="14660" y="20250"/>
                  </a:lnTo>
                  <a:lnTo>
                    <a:pt x="6976" y="21600"/>
                  </a:lnTo>
                  <a:lnTo>
                    <a:pt x="6976" y="8408"/>
                  </a:lnTo>
                  <a:lnTo>
                    <a:pt x="0" y="10018"/>
                  </a:lnTo>
                  <a:lnTo>
                    <a:pt x="0" y="4784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86" name="Freeform 15"/>
            <p:cNvSpPr/>
            <p:nvPr/>
          </p:nvSpPr>
          <p:spPr>
            <a:xfrm>
              <a:off x="84848" y="335750"/>
              <a:ext cx="193602" cy="699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409"/>
                  </a:moveTo>
                  <a:lnTo>
                    <a:pt x="20333" y="0"/>
                  </a:lnTo>
                  <a:lnTo>
                    <a:pt x="0" y="16782"/>
                  </a:lnTo>
                  <a:lnTo>
                    <a:pt x="633" y="21600"/>
                  </a:lnTo>
                  <a:lnTo>
                    <a:pt x="20967" y="4818"/>
                  </a:lnTo>
                  <a:lnTo>
                    <a:pt x="19700" y="2409"/>
                  </a:lnTo>
                  <a:lnTo>
                    <a:pt x="20967" y="4818"/>
                  </a:lnTo>
                  <a:lnTo>
                    <a:pt x="21300" y="4403"/>
                  </a:lnTo>
                  <a:lnTo>
                    <a:pt x="21600" y="3655"/>
                  </a:lnTo>
                  <a:lnTo>
                    <a:pt x="21600" y="1662"/>
                  </a:lnTo>
                  <a:lnTo>
                    <a:pt x="21467" y="831"/>
                  </a:lnTo>
                  <a:lnTo>
                    <a:pt x="20800" y="0"/>
                  </a:lnTo>
                  <a:lnTo>
                    <a:pt x="20333" y="0"/>
                  </a:lnTo>
                  <a:lnTo>
                    <a:pt x="21600" y="240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87" name="Freeform 16"/>
            <p:cNvSpPr/>
            <p:nvPr/>
          </p:nvSpPr>
          <p:spPr>
            <a:xfrm>
              <a:off x="261417" y="343551"/>
              <a:ext cx="17033" cy="67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400" y="21168"/>
                  </a:moveTo>
                  <a:lnTo>
                    <a:pt x="21600" y="18662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8662"/>
                  </a:lnTo>
                  <a:lnTo>
                    <a:pt x="7200" y="16157"/>
                  </a:lnTo>
                  <a:lnTo>
                    <a:pt x="0" y="18662"/>
                  </a:lnTo>
                  <a:lnTo>
                    <a:pt x="0" y="19958"/>
                  </a:lnTo>
                  <a:lnTo>
                    <a:pt x="3411" y="20736"/>
                  </a:lnTo>
                  <a:lnTo>
                    <a:pt x="7200" y="21168"/>
                  </a:lnTo>
                  <a:lnTo>
                    <a:pt x="10611" y="21600"/>
                  </a:lnTo>
                  <a:lnTo>
                    <a:pt x="18189" y="20736"/>
                  </a:lnTo>
                  <a:lnTo>
                    <a:pt x="21600" y="19958"/>
                  </a:lnTo>
                  <a:lnTo>
                    <a:pt x="21600" y="18662"/>
                  </a:lnTo>
                  <a:lnTo>
                    <a:pt x="14400" y="2116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88" name="Freeform 17"/>
            <p:cNvSpPr/>
            <p:nvPr/>
          </p:nvSpPr>
          <p:spPr>
            <a:xfrm>
              <a:off x="201067" y="393859"/>
              <a:ext cx="71707" cy="33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220" y="16589"/>
                  </a:moveTo>
                  <a:lnTo>
                    <a:pt x="3420" y="21600"/>
                  </a:lnTo>
                  <a:lnTo>
                    <a:pt x="21600" y="10022"/>
                  </a:lnTo>
                  <a:lnTo>
                    <a:pt x="19890" y="0"/>
                  </a:lnTo>
                  <a:lnTo>
                    <a:pt x="1710" y="11750"/>
                  </a:lnTo>
                  <a:lnTo>
                    <a:pt x="0" y="16589"/>
                  </a:lnTo>
                  <a:lnTo>
                    <a:pt x="1710" y="11750"/>
                  </a:lnTo>
                  <a:lnTo>
                    <a:pt x="810" y="13306"/>
                  </a:lnTo>
                  <a:lnTo>
                    <a:pt x="0" y="15034"/>
                  </a:lnTo>
                  <a:lnTo>
                    <a:pt x="0" y="18317"/>
                  </a:lnTo>
                  <a:lnTo>
                    <a:pt x="450" y="20045"/>
                  </a:lnTo>
                  <a:lnTo>
                    <a:pt x="1260" y="21600"/>
                  </a:lnTo>
                  <a:lnTo>
                    <a:pt x="3420" y="21600"/>
                  </a:lnTo>
                  <a:lnTo>
                    <a:pt x="5220" y="165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89" name="Freeform 18"/>
            <p:cNvSpPr/>
            <p:nvPr/>
          </p:nvSpPr>
          <p:spPr>
            <a:xfrm>
              <a:off x="201067" y="419686"/>
              <a:ext cx="18527" cy="1616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981" y="21600"/>
                  </a:moveTo>
                  <a:lnTo>
                    <a:pt x="21600" y="20558"/>
                  </a:lnTo>
                  <a:lnTo>
                    <a:pt x="20206" y="0"/>
                  </a:lnTo>
                  <a:lnTo>
                    <a:pt x="0" y="0"/>
                  </a:lnTo>
                  <a:lnTo>
                    <a:pt x="1742" y="20558"/>
                  </a:lnTo>
                  <a:lnTo>
                    <a:pt x="8361" y="19515"/>
                  </a:lnTo>
                  <a:lnTo>
                    <a:pt x="1742" y="20558"/>
                  </a:lnTo>
                  <a:lnTo>
                    <a:pt x="1742" y="21061"/>
                  </a:lnTo>
                  <a:lnTo>
                    <a:pt x="4877" y="21420"/>
                  </a:lnTo>
                  <a:lnTo>
                    <a:pt x="8361" y="21600"/>
                  </a:lnTo>
                  <a:lnTo>
                    <a:pt x="14981" y="21600"/>
                  </a:lnTo>
                  <a:lnTo>
                    <a:pt x="18465" y="21420"/>
                  </a:lnTo>
                  <a:lnTo>
                    <a:pt x="21600" y="21061"/>
                  </a:lnTo>
                  <a:lnTo>
                    <a:pt x="21600" y="20558"/>
                  </a:lnTo>
                  <a:lnTo>
                    <a:pt x="14981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90" name="Freeform 19"/>
            <p:cNvSpPr/>
            <p:nvPr/>
          </p:nvSpPr>
          <p:spPr>
            <a:xfrm>
              <a:off x="136534" y="565767"/>
              <a:ext cx="77383" cy="322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5480"/>
                  </a:moveTo>
                  <a:lnTo>
                    <a:pt x="3169" y="20700"/>
                  </a:lnTo>
                  <a:lnTo>
                    <a:pt x="21600" y="10440"/>
                  </a:lnTo>
                  <a:lnTo>
                    <a:pt x="20015" y="0"/>
                  </a:lnTo>
                  <a:lnTo>
                    <a:pt x="2002" y="10440"/>
                  </a:lnTo>
                  <a:lnTo>
                    <a:pt x="5171" y="15480"/>
                  </a:lnTo>
                  <a:lnTo>
                    <a:pt x="2002" y="10440"/>
                  </a:lnTo>
                  <a:lnTo>
                    <a:pt x="751" y="12060"/>
                  </a:lnTo>
                  <a:lnTo>
                    <a:pt x="334" y="12960"/>
                  </a:lnTo>
                  <a:lnTo>
                    <a:pt x="0" y="15480"/>
                  </a:lnTo>
                  <a:lnTo>
                    <a:pt x="334" y="17280"/>
                  </a:lnTo>
                  <a:lnTo>
                    <a:pt x="334" y="19080"/>
                  </a:lnTo>
                  <a:lnTo>
                    <a:pt x="1168" y="20700"/>
                  </a:lnTo>
                  <a:lnTo>
                    <a:pt x="2002" y="21600"/>
                  </a:lnTo>
                  <a:lnTo>
                    <a:pt x="3169" y="20700"/>
                  </a:lnTo>
                  <a:lnTo>
                    <a:pt x="0" y="1548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91" name="Freeform 20"/>
            <p:cNvSpPr/>
            <p:nvPr/>
          </p:nvSpPr>
          <p:spPr>
            <a:xfrm>
              <a:off x="136534" y="431523"/>
              <a:ext cx="18527" cy="1573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39" y="2105"/>
                  </a:moveTo>
                  <a:lnTo>
                    <a:pt x="0" y="1034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034"/>
                  </a:lnTo>
                  <a:lnTo>
                    <a:pt x="8361" y="0"/>
                  </a:lnTo>
                  <a:lnTo>
                    <a:pt x="21600" y="1034"/>
                  </a:lnTo>
                  <a:lnTo>
                    <a:pt x="19858" y="517"/>
                  </a:lnTo>
                  <a:lnTo>
                    <a:pt x="18465" y="148"/>
                  </a:lnTo>
                  <a:lnTo>
                    <a:pt x="14981" y="0"/>
                  </a:lnTo>
                  <a:lnTo>
                    <a:pt x="6619" y="0"/>
                  </a:lnTo>
                  <a:lnTo>
                    <a:pt x="3135" y="148"/>
                  </a:lnTo>
                  <a:lnTo>
                    <a:pt x="1394" y="517"/>
                  </a:lnTo>
                  <a:lnTo>
                    <a:pt x="0" y="1034"/>
                  </a:lnTo>
                  <a:lnTo>
                    <a:pt x="13239" y="210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92" name="Freeform 21"/>
            <p:cNvSpPr/>
            <p:nvPr/>
          </p:nvSpPr>
          <p:spPr>
            <a:xfrm>
              <a:off x="78873" y="431523"/>
              <a:ext cx="69018" cy="333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723"/>
                  </a:moveTo>
                  <a:lnTo>
                    <a:pt x="3647" y="20903"/>
                  </a:lnTo>
                  <a:lnTo>
                    <a:pt x="21600" y="9929"/>
                  </a:lnTo>
                  <a:lnTo>
                    <a:pt x="20291" y="0"/>
                  </a:lnTo>
                  <a:lnTo>
                    <a:pt x="1870" y="11671"/>
                  </a:lnTo>
                  <a:lnTo>
                    <a:pt x="5423" y="16723"/>
                  </a:lnTo>
                  <a:lnTo>
                    <a:pt x="1870" y="11671"/>
                  </a:lnTo>
                  <a:lnTo>
                    <a:pt x="935" y="12542"/>
                  </a:lnTo>
                  <a:lnTo>
                    <a:pt x="0" y="14110"/>
                  </a:lnTo>
                  <a:lnTo>
                    <a:pt x="0" y="18290"/>
                  </a:lnTo>
                  <a:lnTo>
                    <a:pt x="468" y="20032"/>
                  </a:lnTo>
                  <a:lnTo>
                    <a:pt x="1403" y="20903"/>
                  </a:lnTo>
                  <a:lnTo>
                    <a:pt x="2244" y="21600"/>
                  </a:lnTo>
                  <a:lnTo>
                    <a:pt x="3647" y="20903"/>
                  </a:lnTo>
                  <a:lnTo>
                    <a:pt x="0" y="1672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93" name="Freeform 22"/>
            <p:cNvSpPr/>
            <p:nvPr/>
          </p:nvSpPr>
          <p:spPr>
            <a:xfrm>
              <a:off x="78873" y="390093"/>
              <a:ext cx="17332" cy="67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448" y="0"/>
                  </a:moveTo>
                  <a:lnTo>
                    <a:pt x="0" y="2506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506"/>
                  </a:lnTo>
                  <a:lnTo>
                    <a:pt x="14524" y="5011"/>
                  </a:lnTo>
                  <a:lnTo>
                    <a:pt x="21600" y="2506"/>
                  </a:lnTo>
                  <a:lnTo>
                    <a:pt x="21600" y="1642"/>
                  </a:lnTo>
                  <a:lnTo>
                    <a:pt x="14524" y="0"/>
                  </a:lnTo>
                  <a:lnTo>
                    <a:pt x="7448" y="0"/>
                  </a:lnTo>
                  <a:lnTo>
                    <a:pt x="3724" y="864"/>
                  </a:lnTo>
                  <a:lnTo>
                    <a:pt x="0" y="1642"/>
                  </a:lnTo>
                  <a:lnTo>
                    <a:pt x="0" y="2506"/>
                  </a:lnTo>
                  <a:lnTo>
                    <a:pt x="7448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94" name="Freeform 23"/>
            <p:cNvSpPr/>
            <p:nvPr/>
          </p:nvSpPr>
          <p:spPr>
            <a:xfrm>
              <a:off x="367479" y="260957"/>
              <a:ext cx="212424" cy="2698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613" y="18413"/>
                  </a:moveTo>
                  <a:lnTo>
                    <a:pt x="21600" y="17056"/>
                  </a:lnTo>
                  <a:lnTo>
                    <a:pt x="21600" y="0"/>
                  </a:lnTo>
                  <a:lnTo>
                    <a:pt x="21327" y="215"/>
                  </a:lnTo>
                  <a:lnTo>
                    <a:pt x="10359" y="8786"/>
                  </a:lnTo>
                  <a:lnTo>
                    <a:pt x="0" y="3833"/>
                  </a:lnTo>
                  <a:lnTo>
                    <a:pt x="0" y="3919"/>
                  </a:lnTo>
                  <a:lnTo>
                    <a:pt x="0" y="3833"/>
                  </a:lnTo>
                  <a:lnTo>
                    <a:pt x="0" y="21600"/>
                  </a:lnTo>
                  <a:lnTo>
                    <a:pt x="7018" y="20265"/>
                  </a:lnTo>
                  <a:lnTo>
                    <a:pt x="7018" y="13740"/>
                  </a:lnTo>
                  <a:lnTo>
                    <a:pt x="10663" y="15505"/>
                  </a:lnTo>
                  <a:lnTo>
                    <a:pt x="10663" y="15613"/>
                  </a:lnTo>
                  <a:lnTo>
                    <a:pt x="14613" y="12512"/>
                  </a:lnTo>
                  <a:lnTo>
                    <a:pt x="14613" y="18413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95" name="Freeform 24"/>
            <p:cNvSpPr/>
            <p:nvPr/>
          </p:nvSpPr>
          <p:spPr>
            <a:xfrm>
              <a:off x="508196" y="466228"/>
              <a:ext cx="80371" cy="322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43" y="5220"/>
                  </a:moveTo>
                  <a:lnTo>
                    <a:pt x="18549" y="0"/>
                  </a:lnTo>
                  <a:lnTo>
                    <a:pt x="0" y="11340"/>
                  </a:lnTo>
                  <a:lnTo>
                    <a:pt x="1124" y="21600"/>
                  </a:lnTo>
                  <a:lnTo>
                    <a:pt x="20074" y="10440"/>
                  </a:lnTo>
                  <a:lnTo>
                    <a:pt x="21600" y="5220"/>
                  </a:lnTo>
                  <a:lnTo>
                    <a:pt x="20074" y="10440"/>
                  </a:lnTo>
                  <a:lnTo>
                    <a:pt x="20877" y="9540"/>
                  </a:lnTo>
                  <a:lnTo>
                    <a:pt x="21600" y="7740"/>
                  </a:lnTo>
                  <a:lnTo>
                    <a:pt x="21600" y="4320"/>
                  </a:lnTo>
                  <a:lnTo>
                    <a:pt x="21199" y="2700"/>
                  </a:lnTo>
                  <a:lnTo>
                    <a:pt x="20476" y="900"/>
                  </a:lnTo>
                  <a:lnTo>
                    <a:pt x="19673" y="0"/>
                  </a:lnTo>
                  <a:lnTo>
                    <a:pt x="18549" y="0"/>
                  </a:lnTo>
                  <a:lnTo>
                    <a:pt x="16943" y="52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96" name="Freeform 25"/>
            <p:cNvSpPr/>
            <p:nvPr/>
          </p:nvSpPr>
          <p:spPr>
            <a:xfrm>
              <a:off x="571235" y="255846"/>
              <a:ext cx="17332" cy="218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772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506"/>
                  </a:lnTo>
                  <a:lnTo>
                    <a:pt x="18248" y="240"/>
                  </a:lnTo>
                  <a:lnTo>
                    <a:pt x="14524" y="133"/>
                  </a:lnTo>
                  <a:lnTo>
                    <a:pt x="10800" y="0"/>
                  </a:lnTo>
                  <a:lnTo>
                    <a:pt x="7448" y="133"/>
                  </a:lnTo>
                  <a:lnTo>
                    <a:pt x="3724" y="240"/>
                  </a:lnTo>
                  <a:lnTo>
                    <a:pt x="0" y="506"/>
                  </a:lnTo>
                  <a:lnTo>
                    <a:pt x="0" y="77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97" name="Freeform 26"/>
            <p:cNvSpPr/>
            <p:nvPr/>
          </p:nvSpPr>
          <p:spPr>
            <a:xfrm>
              <a:off x="571235" y="251810"/>
              <a:ext cx="17332" cy="142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38" y="21600"/>
                  </a:moveTo>
                  <a:lnTo>
                    <a:pt x="0" y="11819"/>
                  </a:lnTo>
                  <a:lnTo>
                    <a:pt x="0" y="17932"/>
                  </a:lnTo>
                  <a:lnTo>
                    <a:pt x="21600" y="19562"/>
                  </a:lnTo>
                  <a:lnTo>
                    <a:pt x="21600" y="13857"/>
                  </a:lnTo>
                  <a:lnTo>
                    <a:pt x="1862" y="6113"/>
                  </a:lnTo>
                  <a:lnTo>
                    <a:pt x="21600" y="13857"/>
                  </a:lnTo>
                  <a:lnTo>
                    <a:pt x="21600" y="8151"/>
                  </a:lnTo>
                  <a:lnTo>
                    <a:pt x="19738" y="4075"/>
                  </a:lnTo>
                  <a:lnTo>
                    <a:pt x="16386" y="2038"/>
                  </a:lnTo>
                  <a:lnTo>
                    <a:pt x="10800" y="0"/>
                  </a:lnTo>
                  <a:lnTo>
                    <a:pt x="7448" y="2038"/>
                  </a:lnTo>
                  <a:lnTo>
                    <a:pt x="3724" y="4075"/>
                  </a:lnTo>
                  <a:lnTo>
                    <a:pt x="1862" y="8151"/>
                  </a:lnTo>
                  <a:lnTo>
                    <a:pt x="0" y="11819"/>
                  </a:lnTo>
                  <a:lnTo>
                    <a:pt x="19738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98" name="Freeform 27"/>
            <p:cNvSpPr/>
            <p:nvPr/>
          </p:nvSpPr>
          <p:spPr>
            <a:xfrm>
              <a:off x="571235" y="255846"/>
              <a:ext cx="17332" cy="129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550"/>
                  </a:moveTo>
                  <a:lnTo>
                    <a:pt x="19738" y="17100"/>
                  </a:lnTo>
                  <a:lnTo>
                    <a:pt x="1862" y="0"/>
                  </a:lnTo>
                  <a:lnTo>
                    <a:pt x="21600" y="8550"/>
                  </a:lnTo>
                  <a:lnTo>
                    <a:pt x="1862" y="0"/>
                  </a:lnTo>
                  <a:lnTo>
                    <a:pt x="0" y="4050"/>
                  </a:lnTo>
                  <a:lnTo>
                    <a:pt x="0" y="14850"/>
                  </a:lnTo>
                  <a:lnTo>
                    <a:pt x="3724" y="19350"/>
                  </a:lnTo>
                  <a:lnTo>
                    <a:pt x="7448" y="21600"/>
                  </a:lnTo>
                  <a:lnTo>
                    <a:pt x="16386" y="21600"/>
                  </a:lnTo>
                  <a:lnTo>
                    <a:pt x="19738" y="17100"/>
                  </a:lnTo>
                  <a:lnTo>
                    <a:pt x="0" y="855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99" name="Freeform 28"/>
            <p:cNvSpPr/>
            <p:nvPr/>
          </p:nvSpPr>
          <p:spPr>
            <a:xfrm>
              <a:off x="571235" y="251810"/>
              <a:ext cx="17332" cy="142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38" y="21600"/>
                  </a:moveTo>
                  <a:lnTo>
                    <a:pt x="0" y="13857"/>
                  </a:lnTo>
                  <a:lnTo>
                    <a:pt x="21600" y="13857"/>
                  </a:lnTo>
                  <a:lnTo>
                    <a:pt x="1862" y="6113"/>
                  </a:lnTo>
                  <a:lnTo>
                    <a:pt x="21600" y="13857"/>
                  </a:lnTo>
                  <a:lnTo>
                    <a:pt x="21600" y="8151"/>
                  </a:lnTo>
                  <a:lnTo>
                    <a:pt x="18248" y="4075"/>
                  </a:lnTo>
                  <a:lnTo>
                    <a:pt x="10800" y="0"/>
                  </a:lnTo>
                  <a:lnTo>
                    <a:pt x="7448" y="2038"/>
                  </a:lnTo>
                  <a:lnTo>
                    <a:pt x="3724" y="4075"/>
                  </a:lnTo>
                  <a:lnTo>
                    <a:pt x="0" y="8151"/>
                  </a:lnTo>
                  <a:lnTo>
                    <a:pt x="0" y="13857"/>
                  </a:lnTo>
                  <a:lnTo>
                    <a:pt x="19738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00" name="Freeform 29"/>
            <p:cNvSpPr/>
            <p:nvPr/>
          </p:nvSpPr>
          <p:spPr>
            <a:xfrm>
              <a:off x="568546" y="255846"/>
              <a:ext cx="18527" cy="153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465" y="18189"/>
                  </a:moveTo>
                  <a:lnTo>
                    <a:pt x="21600" y="14400"/>
                  </a:lnTo>
                  <a:lnTo>
                    <a:pt x="4877" y="0"/>
                  </a:lnTo>
                  <a:lnTo>
                    <a:pt x="1742" y="3411"/>
                  </a:lnTo>
                  <a:lnTo>
                    <a:pt x="0" y="7200"/>
                  </a:lnTo>
                  <a:lnTo>
                    <a:pt x="0" y="12505"/>
                  </a:lnTo>
                  <a:lnTo>
                    <a:pt x="1742" y="16295"/>
                  </a:lnTo>
                  <a:lnTo>
                    <a:pt x="3135" y="20084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465" y="181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01" name="Freeform 30"/>
            <p:cNvSpPr/>
            <p:nvPr/>
          </p:nvSpPr>
          <p:spPr>
            <a:xfrm>
              <a:off x="460992" y="258267"/>
              <a:ext cx="123393" cy="1216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32" y="21122"/>
                  </a:moveTo>
                  <a:lnTo>
                    <a:pt x="2720" y="20883"/>
                  </a:lnTo>
                  <a:lnTo>
                    <a:pt x="21600" y="1864"/>
                  </a:lnTo>
                  <a:lnTo>
                    <a:pt x="19090" y="0"/>
                  </a:lnTo>
                  <a:lnTo>
                    <a:pt x="471" y="19067"/>
                  </a:lnTo>
                  <a:lnTo>
                    <a:pt x="2510" y="18828"/>
                  </a:lnTo>
                  <a:lnTo>
                    <a:pt x="471" y="19067"/>
                  </a:lnTo>
                  <a:lnTo>
                    <a:pt x="0" y="19497"/>
                  </a:lnTo>
                  <a:lnTo>
                    <a:pt x="0" y="20214"/>
                  </a:lnTo>
                  <a:lnTo>
                    <a:pt x="209" y="20644"/>
                  </a:lnTo>
                  <a:lnTo>
                    <a:pt x="471" y="21122"/>
                  </a:lnTo>
                  <a:lnTo>
                    <a:pt x="994" y="21361"/>
                  </a:lnTo>
                  <a:lnTo>
                    <a:pt x="1464" y="21600"/>
                  </a:lnTo>
                  <a:lnTo>
                    <a:pt x="2249" y="21361"/>
                  </a:lnTo>
                  <a:lnTo>
                    <a:pt x="2720" y="20883"/>
                  </a:lnTo>
                  <a:lnTo>
                    <a:pt x="732" y="2112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02" name="Freeform 31"/>
            <p:cNvSpPr/>
            <p:nvPr/>
          </p:nvSpPr>
          <p:spPr>
            <a:xfrm>
              <a:off x="358815" y="301042"/>
              <a:ext cx="116521" cy="761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212" y="2213"/>
                  </a:moveTo>
                  <a:lnTo>
                    <a:pt x="831" y="4045"/>
                  </a:lnTo>
                  <a:lnTo>
                    <a:pt x="19717" y="21600"/>
                  </a:lnTo>
                  <a:lnTo>
                    <a:pt x="21600" y="17936"/>
                  </a:lnTo>
                  <a:lnTo>
                    <a:pt x="2658" y="382"/>
                  </a:lnTo>
                  <a:lnTo>
                    <a:pt x="0" y="2213"/>
                  </a:lnTo>
                  <a:lnTo>
                    <a:pt x="2658" y="382"/>
                  </a:lnTo>
                  <a:lnTo>
                    <a:pt x="1883" y="0"/>
                  </a:lnTo>
                  <a:lnTo>
                    <a:pt x="1329" y="0"/>
                  </a:lnTo>
                  <a:lnTo>
                    <a:pt x="554" y="382"/>
                  </a:lnTo>
                  <a:lnTo>
                    <a:pt x="277" y="1069"/>
                  </a:lnTo>
                  <a:lnTo>
                    <a:pt x="0" y="1832"/>
                  </a:lnTo>
                  <a:lnTo>
                    <a:pt x="0" y="2519"/>
                  </a:lnTo>
                  <a:lnTo>
                    <a:pt x="277" y="3282"/>
                  </a:lnTo>
                  <a:lnTo>
                    <a:pt x="831" y="4045"/>
                  </a:lnTo>
                  <a:lnTo>
                    <a:pt x="3212" y="221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03" name="Freeform 32"/>
            <p:cNvSpPr/>
            <p:nvPr/>
          </p:nvSpPr>
          <p:spPr>
            <a:xfrm>
              <a:off x="358815" y="302387"/>
              <a:ext cx="17332" cy="15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724" y="19705"/>
                  </a:moveTo>
                  <a:lnTo>
                    <a:pt x="21600" y="9095"/>
                  </a:lnTo>
                  <a:lnTo>
                    <a:pt x="0" y="9095"/>
                  </a:lnTo>
                  <a:lnTo>
                    <a:pt x="0" y="10611"/>
                  </a:lnTo>
                  <a:lnTo>
                    <a:pt x="17876" y="0"/>
                  </a:lnTo>
                  <a:lnTo>
                    <a:pt x="0" y="10611"/>
                  </a:lnTo>
                  <a:lnTo>
                    <a:pt x="0" y="14400"/>
                  </a:lnTo>
                  <a:lnTo>
                    <a:pt x="3724" y="18189"/>
                  </a:lnTo>
                  <a:lnTo>
                    <a:pt x="7448" y="19705"/>
                  </a:lnTo>
                  <a:lnTo>
                    <a:pt x="10800" y="21600"/>
                  </a:lnTo>
                  <a:lnTo>
                    <a:pt x="14524" y="19705"/>
                  </a:lnTo>
                  <a:lnTo>
                    <a:pt x="17876" y="18189"/>
                  </a:lnTo>
                  <a:lnTo>
                    <a:pt x="21600" y="14400"/>
                  </a:lnTo>
                  <a:lnTo>
                    <a:pt x="21600" y="9095"/>
                  </a:lnTo>
                  <a:lnTo>
                    <a:pt x="3724" y="1970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04" name="Freeform 33"/>
            <p:cNvSpPr/>
            <p:nvPr/>
          </p:nvSpPr>
          <p:spPr>
            <a:xfrm>
              <a:off x="357620" y="301042"/>
              <a:ext cx="18527" cy="15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989"/>
                  </a:moveTo>
                  <a:lnTo>
                    <a:pt x="4877" y="20084"/>
                  </a:lnTo>
                  <a:lnTo>
                    <a:pt x="4877" y="21600"/>
                  </a:lnTo>
                  <a:lnTo>
                    <a:pt x="18116" y="1895"/>
                  </a:lnTo>
                  <a:lnTo>
                    <a:pt x="16723" y="1895"/>
                  </a:lnTo>
                  <a:lnTo>
                    <a:pt x="0" y="10989"/>
                  </a:lnTo>
                  <a:lnTo>
                    <a:pt x="16723" y="1895"/>
                  </a:lnTo>
                  <a:lnTo>
                    <a:pt x="13239" y="0"/>
                  </a:lnTo>
                  <a:lnTo>
                    <a:pt x="8361" y="0"/>
                  </a:lnTo>
                  <a:lnTo>
                    <a:pt x="4877" y="1895"/>
                  </a:lnTo>
                  <a:lnTo>
                    <a:pt x="3135" y="3411"/>
                  </a:lnTo>
                  <a:lnTo>
                    <a:pt x="1394" y="9095"/>
                  </a:lnTo>
                  <a:lnTo>
                    <a:pt x="0" y="12505"/>
                  </a:lnTo>
                  <a:lnTo>
                    <a:pt x="1394" y="16295"/>
                  </a:lnTo>
                  <a:lnTo>
                    <a:pt x="4877" y="20084"/>
                  </a:lnTo>
                  <a:lnTo>
                    <a:pt x="21600" y="109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05" name="Freeform 34"/>
            <p:cNvSpPr/>
            <p:nvPr/>
          </p:nvSpPr>
          <p:spPr>
            <a:xfrm>
              <a:off x="357620" y="308844"/>
              <a:ext cx="18527" cy="2297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361" y="20158"/>
                  </a:moveTo>
                  <a:lnTo>
                    <a:pt x="21600" y="20867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0867"/>
                  </a:lnTo>
                  <a:lnTo>
                    <a:pt x="13239" y="21600"/>
                  </a:lnTo>
                  <a:lnTo>
                    <a:pt x="0" y="20867"/>
                  </a:lnTo>
                  <a:lnTo>
                    <a:pt x="1394" y="21246"/>
                  </a:lnTo>
                  <a:lnTo>
                    <a:pt x="3135" y="21474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116" y="21474"/>
                  </a:lnTo>
                  <a:lnTo>
                    <a:pt x="19858" y="21246"/>
                  </a:lnTo>
                  <a:lnTo>
                    <a:pt x="21600" y="20867"/>
                  </a:lnTo>
                  <a:lnTo>
                    <a:pt x="8361" y="2015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06" name="Freeform 35"/>
            <p:cNvSpPr/>
            <p:nvPr/>
          </p:nvSpPr>
          <p:spPr>
            <a:xfrm>
              <a:off x="364790" y="506313"/>
              <a:ext cx="80371" cy="322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43" y="5220"/>
                  </a:moveTo>
                  <a:lnTo>
                    <a:pt x="18468" y="0"/>
                  </a:lnTo>
                  <a:lnTo>
                    <a:pt x="0" y="11340"/>
                  </a:lnTo>
                  <a:lnTo>
                    <a:pt x="1124" y="21600"/>
                  </a:lnTo>
                  <a:lnTo>
                    <a:pt x="19994" y="10440"/>
                  </a:lnTo>
                  <a:lnTo>
                    <a:pt x="21600" y="5220"/>
                  </a:lnTo>
                  <a:lnTo>
                    <a:pt x="19994" y="10440"/>
                  </a:lnTo>
                  <a:lnTo>
                    <a:pt x="20797" y="9540"/>
                  </a:lnTo>
                  <a:lnTo>
                    <a:pt x="21600" y="7740"/>
                  </a:lnTo>
                  <a:lnTo>
                    <a:pt x="21600" y="3420"/>
                  </a:lnTo>
                  <a:lnTo>
                    <a:pt x="21199" y="1800"/>
                  </a:lnTo>
                  <a:lnTo>
                    <a:pt x="20396" y="900"/>
                  </a:lnTo>
                  <a:lnTo>
                    <a:pt x="19673" y="0"/>
                  </a:lnTo>
                  <a:lnTo>
                    <a:pt x="18468" y="0"/>
                  </a:lnTo>
                  <a:lnTo>
                    <a:pt x="16943" y="52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07" name="Freeform 36"/>
            <p:cNvSpPr/>
            <p:nvPr/>
          </p:nvSpPr>
          <p:spPr>
            <a:xfrm>
              <a:off x="427829" y="425066"/>
              <a:ext cx="17332" cy="890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014" y="261"/>
                  </a:moveTo>
                  <a:lnTo>
                    <a:pt x="0" y="1827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827"/>
                  </a:lnTo>
                  <a:lnTo>
                    <a:pt x="3724" y="3393"/>
                  </a:lnTo>
                  <a:lnTo>
                    <a:pt x="21600" y="1827"/>
                  </a:lnTo>
                  <a:lnTo>
                    <a:pt x="21600" y="1240"/>
                  </a:lnTo>
                  <a:lnTo>
                    <a:pt x="17876" y="587"/>
                  </a:lnTo>
                  <a:lnTo>
                    <a:pt x="14152" y="0"/>
                  </a:lnTo>
                  <a:lnTo>
                    <a:pt x="7076" y="0"/>
                  </a:lnTo>
                  <a:lnTo>
                    <a:pt x="0" y="1240"/>
                  </a:lnTo>
                  <a:lnTo>
                    <a:pt x="0" y="1827"/>
                  </a:lnTo>
                  <a:lnTo>
                    <a:pt x="16014" y="261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08" name="Freeform 37"/>
            <p:cNvSpPr/>
            <p:nvPr/>
          </p:nvSpPr>
          <p:spPr>
            <a:xfrm>
              <a:off x="430817" y="426143"/>
              <a:ext cx="50196" cy="363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314" y="13920"/>
                  </a:moveTo>
                  <a:lnTo>
                    <a:pt x="19671" y="13120"/>
                  </a:lnTo>
                  <a:lnTo>
                    <a:pt x="4243" y="0"/>
                  </a:lnTo>
                  <a:lnTo>
                    <a:pt x="0" y="7680"/>
                  </a:lnTo>
                  <a:lnTo>
                    <a:pt x="15429" y="20800"/>
                  </a:lnTo>
                  <a:lnTo>
                    <a:pt x="14786" y="20000"/>
                  </a:lnTo>
                  <a:lnTo>
                    <a:pt x="15429" y="20800"/>
                  </a:lnTo>
                  <a:lnTo>
                    <a:pt x="17229" y="21600"/>
                  </a:lnTo>
                  <a:lnTo>
                    <a:pt x="18514" y="21600"/>
                  </a:lnTo>
                  <a:lnTo>
                    <a:pt x="19671" y="20800"/>
                  </a:lnTo>
                  <a:lnTo>
                    <a:pt x="20957" y="19200"/>
                  </a:lnTo>
                  <a:lnTo>
                    <a:pt x="21600" y="17760"/>
                  </a:lnTo>
                  <a:lnTo>
                    <a:pt x="21600" y="16160"/>
                  </a:lnTo>
                  <a:lnTo>
                    <a:pt x="20957" y="14720"/>
                  </a:lnTo>
                  <a:lnTo>
                    <a:pt x="20314" y="139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09" name="Freeform 38"/>
            <p:cNvSpPr/>
            <p:nvPr/>
          </p:nvSpPr>
          <p:spPr>
            <a:xfrm>
              <a:off x="465174" y="449548"/>
              <a:ext cx="17333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2" y="0"/>
                  </a:moveTo>
                  <a:lnTo>
                    <a:pt x="16014" y="0"/>
                  </a:lnTo>
                  <a:lnTo>
                    <a:pt x="0" y="15487"/>
                  </a:lnTo>
                  <a:lnTo>
                    <a:pt x="1862" y="17525"/>
                  </a:lnTo>
                  <a:lnTo>
                    <a:pt x="17876" y="17525"/>
                  </a:lnTo>
                  <a:lnTo>
                    <a:pt x="1862" y="17525"/>
                  </a:lnTo>
                  <a:lnTo>
                    <a:pt x="5214" y="21600"/>
                  </a:lnTo>
                  <a:lnTo>
                    <a:pt x="10800" y="21600"/>
                  </a:lnTo>
                  <a:lnTo>
                    <a:pt x="14152" y="19562"/>
                  </a:lnTo>
                  <a:lnTo>
                    <a:pt x="17876" y="17525"/>
                  </a:lnTo>
                  <a:lnTo>
                    <a:pt x="19738" y="13449"/>
                  </a:lnTo>
                  <a:lnTo>
                    <a:pt x="21600" y="9781"/>
                  </a:lnTo>
                  <a:lnTo>
                    <a:pt x="19738" y="3668"/>
                  </a:lnTo>
                  <a:lnTo>
                    <a:pt x="17876" y="0"/>
                  </a:lnTo>
                  <a:lnTo>
                    <a:pt x="1862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10" name="Freeform 39"/>
            <p:cNvSpPr/>
            <p:nvPr/>
          </p:nvSpPr>
          <p:spPr>
            <a:xfrm>
              <a:off x="466668" y="409463"/>
              <a:ext cx="53184" cy="516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3263"/>
                  </a:moveTo>
                  <a:lnTo>
                    <a:pt x="15169" y="1125"/>
                  </a:lnTo>
                  <a:lnTo>
                    <a:pt x="0" y="16763"/>
                  </a:lnTo>
                  <a:lnTo>
                    <a:pt x="5218" y="21600"/>
                  </a:lnTo>
                  <a:lnTo>
                    <a:pt x="20387" y="5400"/>
                  </a:lnTo>
                  <a:lnTo>
                    <a:pt x="13955" y="3263"/>
                  </a:lnTo>
                  <a:lnTo>
                    <a:pt x="20387" y="5400"/>
                  </a:lnTo>
                  <a:lnTo>
                    <a:pt x="21600" y="4275"/>
                  </a:lnTo>
                  <a:lnTo>
                    <a:pt x="21600" y="3263"/>
                  </a:lnTo>
                  <a:lnTo>
                    <a:pt x="20993" y="1575"/>
                  </a:lnTo>
                  <a:lnTo>
                    <a:pt x="20387" y="1125"/>
                  </a:lnTo>
                  <a:lnTo>
                    <a:pt x="19173" y="0"/>
                  </a:lnTo>
                  <a:lnTo>
                    <a:pt x="16261" y="0"/>
                  </a:lnTo>
                  <a:lnTo>
                    <a:pt x="15169" y="1125"/>
                  </a:lnTo>
                  <a:lnTo>
                    <a:pt x="21600" y="326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11" name="Freeform 40"/>
            <p:cNvSpPr/>
            <p:nvPr/>
          </p:nvSpPr>
          <p:spPr>
            <a:xfrm>
              <a:off x="501026" y="417265"/>
              <a:ext cx="18826" cy="812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229" y="17523"/>
                  </a:moveTo>
                  <a:lnTo>
                    <a:pt x="21600" y="19597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9597"/>
                  </a:lnTo>
                  <a:lnTo>
                    <a:pt x="13029" y="21600"/>
                  </a:lnTo>
                  <a:lnTo>
                    <a:pt x="0" y="19597"/>
                  </a:lnTo>
                  <a:lnTo>
                    <a:pt x="1714" y="20599"/>
                  </a:lnTo>
                  <a:lnTo>
                    <a:pt x="3429" y="21314"/>
                  </a:lnTo>
                  <a:lnTo>
                    <a:pt x="6514" y="21600"/>
                  </a:lnTo>
                  <a:lnTo>
                    <a:pt x="14743" y="21600"/>
                  </a:lnTo>
                  <a:lnTo>
                    <a:pt x="18171" y="21314"/>
                  </a:lnTo>
                  <a:lnTo>
                    <a:pt x="19886" y="20599"/>
                  </a:lnTo>
                  <a:lnTo>
                    <a:pt x="21600" y="19597"/>
                  </a:lnTo>
                  <a:lnTo>
                    <a:pt x="8229" y="1752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12" name="Freeform 41"/>
            <p:cNvSpPr/>
            <p:nvPr/>
          </p:nvSpPr>
          <p:spPr>
            <a:xfrm>
              <a:off x="211224" y="383636"/>
              <a:ext cx="192111" cy="2453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66" y="0"/>
                  </a:moveTo>
                  <a:lnTo>
                    <a:pt x="21600" y="0"/>
                  </a:lnTo>
                  <a:lnTo>
                    <a:pt x="21600" y="17503"/>
                  </a:lnTo>
                  <a:lnTo>
                    <a:pt x="13706" y="19208"/>
                  </a:lnTo>
                  <a:lnTo>
                    <a:pt x="13706" y="14211"/>
                  </a:lnTo>
                  <a:lnTo>
                    <a:pt x="134" y="21482"/>
                  </a:lnTo>
                  <a:lnTo>
                    <a:pt x="0" y="21600"/>
                  </a:lnTo>
                  <a:lnTo>
                    <a:pt x="0" y="3292"/>
                  </a:lnTo>
                  <a:lnTo>
                    <a:pt x="7894" y="1587"/>
                  </a:lnTo>
                  <a:lnTo>
                    <a:pt x="7894" y="7389"/>
                  </a:lnTo>
                  <a:lnTo>
                    <a:pt x="21466" y="0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13" name="Freeform 42"/>
            <p:cNvSpPr/>
            <p:nvPr/>
          </p:nvSpPr>
          <p:spPr>
            <a:xfrm>
              <a:off x="393471" y="377180"/>
              <a:ext cx="17034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11" y="0"/>
                  </a:moveTo>
                  <a:lnTo>
                    <a:pt x="21600" y="9781"/>
                  </a:lnTo>
                  <a:lnTo>
                    <a:pt x="0" y="9781"/>
                  </a:lnTo>
                  <a:lnTo>
                    <a:pt x="18189" y="19562"/>
                  </a:lnTo>
                  <a:lnTo>
                    <a:pt x="0" y="9781"/>
                  </a:lnTo>
                  <a:lnTo>
                    <a:pt x="0" y="15487"/>
                  </a:lnTo>
                  <a:lnTo>
                    <a:pt x="3411" y="19562"/>
                  </a:lnTo>
                  <a:lnTo>
                    <a:pt x="7200" y="21600"/>
                  </a:lnTo>
                  <a:lnTo>
                    <a:pt x="14400" y="21600"/>
                  </a:lnTo>
                  <a:lnTo>
                    <a:pt x="18189" y="19562"/>
                  </a:lnTo>
                  <a:lnTo>
                    <a:pt x="21600" y="15487"/>
                  </a:lnTo>
                  <a:lnTo>
                    <a:pt x="21600" y="9781"/>
                  </a:lnTo>
                  <a:lnTo>
                    <a:pt x="3411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14" name="Freeform 43"/>
            <p:cNvSpPr/>
            <p:nvPr/>
          </p:nvSpPr>
          <p:spPr>
            <a:xfrm>
              <a:off x="393471" y="375835"/>
              <a:ext cx="18528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1819"/>
                  </a:moveTo>
                  <a:lnTo>
                    <a:pt x="3135" y="2038"/>
                  </a:lnTo>
                  <a:lnTo>
                    <a:pt x="16723" y="21600"/>
                  </a:lnTo>
                  <a:lnTo>
                    <a:pt x="18465" y="21600"/>
                  </a:lnTo>
                  <a:lnTo>
                    <a:pt x="0" y="11819"/>
                  </a:lnTo>
                  <a:lnTo>
                    <a:pt x="18465" y="21600"/>
                  </a:lnTo>
                  <a:lnTo>
                    <a:pt x="19858" y="15894"/>
                  </a:lnTo>
                  <a:lnTo>
                    <a:pt x="21600" y="11819"/>
                  </a:lnTo>
                  <a:lnTo>
                    <a:pt x="19858" y="7743"/>
                  </a:lnTo>
                  <a:lnTo>
                    <a:pt x="18465" y="4075"/>
                  </a:lnTo>
                  <a:lnTo>
                    <a:pt x="16723" y="0"/>
                  </a:lnTo>
                  <a:lnTo>
                    <a:pt x="8361" y="0"/>
                  </a:lnTo>
                  <a:lnTo>
                    <a:pt x="3135" y="2038"/>
                  </a:lnTo>
                  <a:lnTo>
                    <a:pt x="21600" y="1181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15" name="Freeform 44"/>
            <p:cNvSpPr/>
            <p:nvPr/>
          </p:nvSpPr>
          <p:spPr>
            <a:xfrm>
              <a:off x="393471" y="383636"/>
              <a:ext cx="18528" cy="206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39" y="21600"/>
                  </a:moveTo>
                  <a:lnTo>
                    <a:pt x="21600" y="20784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0784"/>
                  </a:lnTo>
                  <a:lnTo>
                    <a:pt x="8361" y="19997"/>
                  </a:lnTo>
                  <a:lnTo>
                    <a:pt x="0" y="20784"/>
                  </a:lnTo>
                  <a:lnTo>
                    <a:pt x="1394" y="21206"/>
                  </a:lnTo>
                  <a:lnTo>
                    <a:pt x="3135" y="21459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465" y="21459"/>
                  </a:lnTo>
                  <a:lnTo>
                    <a:pt x="19858" y="21206"/>
                  </a:lnTo>
                  <a:lnTo>
                    <a:pt x="21600" y="20784"/>
                  </a:lnTo>
                  <a:lnTo>
                    <a:pt x="13239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16" name="Freeform 45"/>
            <p:cNvSpPr/>
            <p:nvPr/>
          </p:nvSpPr>
          <p:spPr>
            <a:xfrm>
              <a:off x="324457" y="574914"/>
              <a:ext cx="80371" cy="347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744"/>
                  </a:moveTo>
                  <a:lnTo>
                    <a:pt x="3132" y="21600"/>
                  </a:lnTo>
                  <a:lnTo>
                    <a:pt x="21600" y="9544"/>
                  </a:lnTo>
                  <a:lnTo>
                    <a:pt x="20476" y="0"/>
                  </a:lnTo>
                  <a:lnTo>
                    <a:pt x="1526" y="12056"/>
                  </a:lnTo>
                  <a:lnTo>
                    <a:pt x="5059" y="16744"/>
                  </a:lnTo>
                  <a:lnTo>
                    <a:pt x="1526" y="12056"/>
                  </a:lnTo>
                  <a:lnTo>
                    <a:pt x="803" y="12726"/>
                  </a:lnTo>
                  <a:lnTo>
                    <a:pt x="401" y="14400"/>
                  </a:lnTo>
                  <a:lnTo>
                    <a:pt x="0" y="16744"/>
                  </a:lnTo>
                  <a:lnTo>
                    <a:pt x="0" y="18419"/>
                  </a:lnTo>
                  <a:lnTo>
                    <a:pt x="401" y="20093"/>
                  </a:lnTo>
                  <a:lnTo>
                    <a:pt x="1124" y="20763"/>
                  </a:lnTo>
                  <a:lnTo>
                    <a:pt x="1927" y="21600"/>
                  </a:lnTo>
                  <a:lnTo>
                    <a:pt x="3132" y="21600"/>
                  </a:lnTo>
                  <a:lnTo>
                    <a:pt x="0" y="16744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17" name="Freeform 46"/>
            <p:cNvSpPr/>
            <p:nvPr/>
          </p:nvSpPr>
          <p:spPr>
            <a:xfrm>
              <a:off x="324457" y="536174"/>
              <a:ext cx="18826" cy="656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457" y="5046"/>
                  </a:moveTo>
                  <a:lnTo>
                    <a:pt x="0" y="292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921"/>
                  </a:lnTo>
                  <a:lnTo>
                    <a:pt x="3429" y="797"/>
                  </a:lnTo>
                  <a:lnTo>
                    <a:pt x="21600" y="2921"/>
                  </a:lnTo>
                  <a:lnTo>
                    <a:pt x="19886" y="1682"/>
                  </a:lnTo>
                  <a:lnTo>
                    <a:pt x="18171" y="797"/>
                  </a:lnTo>
                  <a:lnTo>
                    <a:pt x="14743" y="354"/>
                  </a:lnTo>
                  <a:lnTo>
                    <a:pt x="9943" y="0"/>
                  </a:lnTo>
                  <a:lnTo>
                    <a:pt x="6514" y="354"/>
                  </a:lnTo>
                  <a:lnTo>
                    <a:pt x="3429" y="797"/>
                  </a:lnTo>
                  <a:lnTo>
                    <a:pt x="1714" y="1682"/>
                  </a:lnTo>
                  <a:lnTo>
                    <a:pt x="0" y="2921"/>
                  </a:lnTo>
                  <a:lnTo>
                    <a:pt x="16457" y="504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18" name="Freeform 47"/>
            <p:cNvSpPr/>
            <p:nvPr/>
          </p:nvSpPr>
          <p:spPr>
            <a:xfrm>
              <a:off x="203755" y="538596"/>
              <a:ext cx="135047" cy="982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342" y="21008"/>
                  </a:moveTo>
                  <a:lnTo>
                    <a:pt x="21600" y="2841"/>
                  </a:lnTo>
                  <a:lnTo>
                    <a:pt x="19784" y="0"/>
                  </a:lnTo>
                  <a:lnTo>
                    <a:pt x="478" y="18464"/>
                  </a:lnTo>
                  <a:lnTo>
                    <a:pt x="0" y="19055"/>
                  </a:lnTo>
                  <a:lnTo>
                    <a:pt x="0" y="20180"/>
                  </a:lnTo>
                  <a:lnTo>
                    <a:pt x="239" y="20772"/>
                  </a:lnTo>
                  <a:lnTo>
                    <a:pt x="717" y="21304"/>
                  </a:lnTo>
                  <a:lnTo>
                    <a:pt x="1195" y="21600"/>
                  </a:lnTo>
                  <a:lnTo>
                    <a:pt x="1625" y="21600"/>
                  </a:lnTo>
                  <a:lnTo>
                    <a:pt x="2342" y="2100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19" name="Freeform 48"/>
            <p:cNvSpPr/>
            <p:nvPr/>
          </p:nvSpPr>
          <p:spPr>
            <a:xfrm>
              <a:off x="202560" y="622532"/>
              <a:ext cx="18528" cy="156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938"/>
                  </a:moveTo>
                  <a:lnTo>
                    <a:pt x="16723" y="17876"/>
                  </a:lnTo>
                  <a:lnTo>
                    <a:pt x="18465" y="16014"/>
                  </a:lnTo>
                  <a:lnTo>
                    <a:pt x="4877" y="0"/>
                  </a:lnTo>
                  <a:lnTo>
                    <a:pt x="3135" y="1862"/>
                  </a:lnTo>
                  <a:lnTo>
                    <a:pt x="21600" y="8938"/>
                  </a:lnTo>
                  <a:lnTo>
                    <a:pt x="3135" y="1862"/>
                  </a:lnTo>
                  <a:lnTo>
                    <a:pt x="0" y="5586"/>
                  </a:lnTo>
                  <a:lnTo>
                    <a:pt x="0" y="12662"/>
                  </a:lnTo>
                  <a:lnTo>
                    <a:pt x="3135" y="16014"/>
                  </a:lnTo>
                  <a:lnTo>
                    <a:pt x="4877" y="19738"/>
                  </a:lnTo>
                  <a:lnTo>
                    <a:pt x="10103" y="21600"/>
                  </a:lnTo>
                  <a:lnTo>
                    <a:pt x="13239" y="19738"/>
                  </a:lnTo>
                  <a:lnTo>
                    <a:pt x="16723" y="17876"/>
                  </a:lnTo>
                  <a:lnTo>
                    <a:pt x="0" y="893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20" name="Freeform 49"/>
            <p:cNvSpPr/>
            <p:nvPr/>
          </p:nvSpPr>
          <p:spPr>
            <a:xfrm>
              <a:off x="202560" y="413229"/>
              <a:ext cx="18528" cy="2157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619" y="0"/>
                  </a:moveTo>
                  <a:lnTo>
                    <a:pt x="0" y="78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781"/>
                  </a:lnTo>
                  <a:lnTo>
                    <a:pt x="13239" y="1562"/>
                  </a:lnTo>
                  <a:lnTo>
                    <a:pt x="21600" y="781"/>
                  </a:lnTo>
                  <a:lnTo>
                    <a:pt x="19858" y="404"/>
                  </a:lnTo>
                  <a:lnTo>
                    <a:pt x="18465" y="269"/>
                  </a:lnTo>
                  <a:lnTo>
                    <a:pt x="14981" y="0"/>
                  </a:lnTo>
                  <a:lnTo>
                    <a:pt x="6619" y="0"/>
                  </a:lnTo>
                  <a:lnTo>
                    <a:pt x="1394" y="404"/>
                  </a:lnTo>
                  <a:lnTo>
                    <a:pt x="0" y="781"/>
                  </a:lnTo>
                  <a:lnTo>
                    <a:pt x="6619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21" name="Freeform 50"/>
            <p:cNvSpPr/>
            <p:nvPr/>
          </p:nvSpPr>
          <p:spPr>
            <a:xfrm>
              <a:off x="208237" y="393859"/>
              <a:ext cx="81865" cy="349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4818"/>
                  </a:moveTo>
                  <a:lnTo>
                    <a:pt x="18526" y="0"/>
                  </a:lnTo>
                  <a:lnTo>
                    <a:pt x="0" y="11963"/>
                  </a:lnTo>
                  <a:lnTo>
                    <a:pt x="1498" y="21600"/>
                  </a:lnTo>
                  <a:lnTo>
                    <a:pt x="19708" y="9637"/>
                  </a:lnTo>
                  <a:lnTo>
                    <a:pt x="16634" y="4818"/>
                  </a:lnTo>
                  <a:lnTo>
                    <a:pt x="19708" y="9637"/>
                  </a:lnTo>
                  <a:lnTo>
                    <a:pt x="20812" y="8806"/>
                  </a:lnTo>
                  <a:lnTo>
                    <a:pt x="21206" y="7311"/>
                  </a:lnTo>
                  <a:lnTo>
                    <a:pt x="21600" y="4818"/>
                  </a:lnTo>
                  <a:lnTo>
                    <a:pt x="21206" y="3323"/>
                  </a:lnTo>
                  <a:lnTo>
                    <a:pt x="20812" y="1662"/>
                  </a:lnTo>
                  <a:lnTo>
                    <a:pt x="20418" y="831"/>
                  </a:lnTo>
                  <a:lnTo>
                    <a:pt x="19314" y="0"/>
                  </a:lnTo>
                  <a:lnTo>
                    <a:pt x="18526" y="0"/>
                  </a:lnTo>
                  <a:lnTo>
                    <a:pt x="21600" y="481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22" name="Freeform 51"/>
            <p:cNvSpPr/>
            <p:nvPr/>
          </p:nvSpPr>
          <p:spPr>
            <a:xfrm>
              <a:off x="271276" y="401661"/>
              <a:ext cx="18826" cy="737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143" y="17422"/>
                  </a:moveTo>
                  <a:lnTo>
                    <a:pt x="21600" y="19314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9314"/>
                  </a:lnTo>
                  <a:lnTo>
                    <a:pt x="16457" y="21206"/>
                  </a:lnTo>
                  <a:lnTo>
                    <a:pt x="0" y="19314"/>
                  </a:lnTo>
                  <a:lnTo>
                    <a:pt x="1714" y="20102"/>
                  </a:lnTo>
                  <a:lnTo>
                    <a:pt x="3429" y="20812"/>
                  </a:lnTo>
                  <a:lnTo>
                    <a:pt x="6857" y="21600"/>
                  </a:lnTo>
                  <a:lnTo>
                    <a:pt x="15086" y="21600"/>
                  </a:lnTo>
                  <a:lnTo>
                    <a:pt x="18171" y="20812"/>
                  </a:lnTo>
                  <a:lnTo>
                    <a:pt x="19886" y="20102"/>
                  </a:lnTo>
                  <a:lnTo>
                    <a:pt x="21600" y="19314"/>
                  </a:lnTo>
                  <a:lnTo>
                    <a:pt x="5143" y="1742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23" name="Freeform 52"/>
            <p:cNvSpPr/>
            <p:nvPr/>
          </p:nvSpPr>
          <p:spPr>
            <a:xfrm>
              <a:off x="275757" y="375835"/>
              <a:ext cx="134748" cy="981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716"/>
                  </a:moveTo>
                  <a:lnTo>
                    <a:pt x="19301" y="296"/>
                  </a:lnTo>
                  <a:lnTo>
                    <a:pt x="0" y="18759"/>
                  </a:lnTo>
                  <a:lnTo>
                    <a:pt x="1580" y="21600"/>
                  </a:lnTo>
                  <a:lnTo>
                    <a:pt x="21169" y="3136"/>
                  </a:lnTo>
                  <a:lnTo>
                    <a:pt x="18870" y="1716"/>
                  </a:lnTo>
                  <a:lnTo>
                    <a:pt x="21169" y="3136"/>
                  </a:lnTo>
                  <a:lnTo>
                    <a:pt x="21600" y="2545"/>
                  </a:lnTo>
                  <a:lnTo>
                    <a:pt x="21600" y="1124"/>
                  </a:lnTo>
                  <a:lnTo>
                    <a:pt x="21408" y="592"/>
                  </a:lnTo>
                  <a:lnTo>
                    <a:pt x="20929" y="0"/>
                  </a:lnTo>
                  <a:lnTo>
                    <a:pt x="20020" y="0"/>
                  </a:lnTo>
                  <a:lnTo>
                    <a:pt x="19301" y="296"/>
                  </a:lnTo>
                  <a:lnTo>
                    <a:pt x="21600" y="171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24" name="Freeform 53"/>
            <p:cNvSpPr/>
            <p:nvPr/>
          </p:nvSpPr>
          <p:spPr>
            <a:xfrm>
              <a:off x="10157" y="9148"/>
              <a:ext cx="585582" cy="3408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065" y="12599"/>
                  </a:moveTo>
                  <a:lnTo>
                    <a:pt x="18525" y="13332"/>
                  </a:lnTo>
                  <a:lnTo>
                    <a:pt x="17996" y="13997"/>
                  </a:lnTo>
                  <a:lnTo>
                    <a:pt x="17522" y="14559"/>
                  </a:lnTo>
                  <a:lnTo>
                    <a:pt x="17049" y="14968"/>
                  </a:lnTo>
                  <a:lnTo>
                    <a:pt x="16520" y="15377"/>
                  </a:lnTo>
                  <a:lnTo>
                    <a:pt x="16046" y="15718"/>
                  </a:lnTo>
                  <a:lnTo>
                    <a:pt x="15616" y="15957"/>
                  </a:lnTo>
                  <a:lnTo>
                    <a:pt x="15142" y="16196"/>
                  </a:lnTo>
                  <a:lnTo>
                    <a:pt x="14238" y="16451"/>
                  </a:lnTo>
                  <a:lnTo>
                    <a:pt x="13346" y="16605"/>
                  </a:lnTo>
                  <a:lnTo>
                    <a:pt x="12497" y="16690"/>
                  </a:lnTo>
                  <a:lnTo>
                    <a:pt x="11649" y="16690"/>
                  </a:lnTo>
                  <a:lnTo>
                    <a:pt x="10800" y="16775"/>
                  </a:lnTo>
                  <a:lnTo>
                    <a:pt x="10007" y="16861"/>
                  </a:lnTo>
                  <a:lnTo>
                    <a:pt x="9632" y="16946"/>
                  </a:lnTo>
                  <a:lnTo>
                    <a:pt x="9268" y="17014"/>
                  </a:lnTo>
                  <a:lnTo>
                    <a:pt x="8838" y="17185"/>
                  </a:lnTo>
                  <a:lnTo>
                    <a:pt x="8475" y="17423"/>
                  </a:lnTo>
                  <a:lnTo>
                    <a:pt x="8100" y="17679"/>
                  </a:lnTo>
                  <a:lnTo>
                    <a:pt x="7725" y="18003"/>
                  </a:lnTo>
                  <a:lnTo>
                    <a:pt x="7362" y="18412"/>
                  </a:lnTo>
                  <a:lnTo>
                    <a:pt x="6987" y="18906"/>
                  </a:lnTo>
                  <a:lnTo>
                    <a:pt x="6667" y="19401"/>
                  </a:lnTo>
                  <a:lnTo>
                    <a:pt x="6304" y="20049"/>
                  </a:lnTo>
                  <a:lnTo>
                    <a:pt x="5929" y="20782"/>
                  </a:lnTo>
                  <a:lnTo>
                    <a:pt x="5609" y="21600"/>
                  </a:lnTo>
                  <a:lnTo>
                    <a:pt x="5080" y="21361"/>
                  </a:lnTo>
                  <a:lnTo>
                    <a:pt x="4607" y="21106"/>
                  </a:lnTo>
                  <a:lnTo>
                    <a:pt x="4133" y="20782"/>
                  </a:lnTo>
                  <a:lnTo>
                    <a:pt x="3703" y="20458"/>
                  </a:lnTo>
                  <a:lnTo>
                    <a:pt x="3284" y="20134"/>
                  </a:lnTo>
                  <a:lnTo>
                    <a:pt x="2854" y="19725"/>
                  </a:lnTo>
                  <a:lnTo>
                    <a:pt x="2491" y="19230"/>
                  </a:lnTo>
                  <a:lnTo>
                    <a:pt x="2116" y="18736"/>
                  </a:lnTo>
                  <a:lnTo>
                    <a:pt x="1796" y="18242"/>
                  </a:lnTo>
                  <a:lnTo>
                    <a:pt x="1477" y="17679"/>
                  </a:lnTo>
                  <a:lnTo>
                    <a:pt x="1212" y="17099"/>
                  </a:lnTo>
                  <a:lnTo>
                    <a:pt x="948" y="16537"/>
                  </a:lnTo>
                  <a:lnTo>
                    <a:pt x="738" y="15957"/>
                  </a:lnTo>
                  <a:lnTo>
                    <a:pt x="584" y="15309"/>
                  </a:lnTo>
                  <a:lnTo>
                    <a:pt x="364" y="14644"/>
                  </a:lnTo>
                  <a:lnTo>
                    <a:pt x="264" y="13997"/>
                  </a:lnTo>
                  <a:lnTo>
                    <a:pt x="154" y="13332"/>
                  </a:lnTo>
                  <a:lnTo>
                    <a:pt x="55" y="12599"/>
                  </a:lnTo>
                  <a:lnTo>
                    <a:pt x="0" y="11951"/>
                  </a:lnTo>
                  <a:lnTo>
                    <a:pt x="0" y="10468"/>
                  </a:lnTo>
                  <a:lnTo>
                    <a:pt x="55" y="9734"/>
                  </a:lnTo>
                  <a:lnTo>
                    <a:pt x="99" y="9001"/>
                  </a:lnTo>
                  <a:lnTo>
                    <a:pt x="209" y="8337"/>
                  </a:lnTo>
                  <a:lnTo>
                    <a:pt x="364" y="7603"/>
                  </a:lnTo>
                  <a:lnTo>
                    <a:pt x="529" y="6870"/>
                  </a:lnTo>
                  <a:lnTo>
                    <a:pt x="738" y="6137"/>
                  </a:lnTo>
                  <a:lnTo>
                    <a:pt x="1003" y="5472"/>
                  </a:lnTo>
                  <a:lnTo>
                    <a:pt x="1267" y="4739"/>
                  </a:lnTo>
                  <a:lnTo>
                    <a:pt x="1587" y="4092"/>
                  </a:lnTo>
                  <a:lnTo>
                    <a:pt x="1962" y="3427"/>
                  </a:lnTo>
                  <a:lnTo>
                    <a:pt x="2325" y="2779"/>
                  </a:lnTo>
                  <a:lnTo>
                    <a:pt x="2755" y="2131"/>
                  </a:lnTo>
                  <a:lnTo>
                    <a:pt x="3229" y="1637"/>
                  </a:lnTo>
                  <a:lnTo>
                    <a:pt x="3703" y="1227"/>
                  </a:lnTo>
                  <a:lnTo>
                    <a:pt x="4232" y="818"/>
                  </a:lnTo>
                  <a:lnTo>
                    <a:pt x="4761" y="563"/>
                  </a:lnTo>
                  <a:lnTo>
                    <a:pt x="5345" y="324"/>
                  </a:lnTo>
                  <a:lnTo>
                    <a:pt x="5929" y="153"/>
                  </a:lnTo>
                  <a:lnTo>
                    <a:pt x="6568" y="85"/>
                  </a:lnTo>
                  <a:lnTo>
                    <a:pt x="7836" y="0"/>
                  </a:lnTo>
                  <a:lnTo>
                    <a:pt x="9213" y="85"/>
                  </a:lnTo>
                  <a:lnTo>
                    <a:pt x="11968" y="563"/>
                  </a:lnTo>
                  <a:lnTo>
                    <a:pt x="13390" y="818"/>
                  </a:lnTo>
                  <a:lnTo>
                    <a:pt x="14767" y="1142"/>
                  </a:lnTo>
                  <a:lnTo>
                    <a:pt x="16090" y="1313"/>
                  </a:lnTo>
                  <a:lnTo>
                    <a:pt x="17368" y="1381"/>
                  </a:lnTo>
                  <a:lnTo>
                    <a:pt x="18580" y="1381"/>
                  </a:lnTo>
                  <a:lnTo>
                    <a:pt x="19164" y="1313"/>
                  </a:lnTo>
                  <a:lnTo>
                    <a:pt x="19749" y="1142"/>
                  </a:lnTo>
                  <a:lnTo>
                    <a:pt x="20222" y="972"/>
                  </a:lnTo>
                  <a:lnTo>
                    <a:pt x="20751" y="733"/>
                  </a:lnTo>
                  <a:lnTo>
                    <a:pt x="21181" y="409"/>
                  </a:lnTo>
                  <a:lnTo>
                    <a:pt x="21600" y="0"/>
                  </a:lnTo>
                  <a:lnTo>
                    <a:pt x="21126" y="972"/>
                  </a:lnTo>
                  <a:lnTo>
                    <a:pt x="20597" y="1875"/>
                  </a:lnTo>
                  <a:lnTo>
                    <a:pt x="20013" y="2608"/>
                  </a:lnTo>
                  <a:lnTo>
                    <a:pt x="19484" y="3273"/>
                  </a:lnTo>
                  <a:lnTo>
                    <a:pt x="18955" y="3836"/>
                  </a:lnTo>
                  <a:lnTo>
                    <a:pt x="18371" y="4330"/>
                  </a:lnTo>
                  <a:lnTo>
                    <a:pt x="17787" y="4654"/>
                  </a:lnTo>
                  <a:lnTo>
                    <a:pt x="17258" y="4995"/>
                  </a:lnTo>
                  <a:lnTo>
                    <a:pt x="16200" y="5404"/>
                  </a:lnTo>
                  <a:lnTo>
                    <a:pt x="15197" y="5728"/>
                  </a:lnTo>
                  <a:lnTo>
                    <a:pt x="14238" y="5967"/>
                  </a:lnTo>
                  <a:lnTo>
                    <a:pt x="13500" y="6223"/>
                  </a:lnTo>
                  <a:lnTo>
                    <a:pt x="14503" y="6700"/>
                  </a:lnTo>
                  <a:lnTo>
                    <a:pt x="15351" y="6956"/>
                  </a:lnTo>
                  <a:lnTo>
                    <a:pt x="16145" y="7109"/>
                  </a:lnTo>
                  <a:lnTo>
                    <a:pt x="16894" y="7109"/>
                  </a:lnTo>
                  <a:lnTo>
                    <a:pt x="17633" y="7041"/>
                  </a:lnTo>
                  <a:lnTo>
                    <a:pt x="18481" y="6785"/>
                  </a:lnTo>
                  <a:lnTo>
                    <a:pt x="19429" y="6546"/>
                  </a:lnTo>
                  <a:lnTo>
                    <a:pt x="20597" y="6223"/>
                  </a:lnTo>
                  <a:lnTo>
                    <a:pt x="20123" y="7109"/>
                  </a:lnTo>
                  <a:lnTo>
                    <a:pt x="19693" y="7859"/>
                  </a:lnTo>
                  <a:lnTo>
                    <a:pt x="19220" y="8592"/>
                  </a:lnTo>
                  <a:lnTo>
                    <a:pt x="18746" y="9155"/>
                  </a:lnTo>
                  <a:lnTo>
                    <a:pt x="18261" y="9734"/>
                  </a:lnTo>
                  <a:lnTo>
                    <a:pt x="17313" y="10553"/>
                  </a:lnTo>
                  <a:lnTo>
                    <a:pt x="16784" y="10877"/>
                  </a:lnTo>
                  <a:lnTo>
                    <a:pt x="16310" y="11132"/>
                  </a:lnTo>
                  <a:lnTo>
                    <a:pt x="15781" y="11371"/>
                  </a:lnTo>
                  <a:lnTo>
                    <a:pt x="15252" y="11542"/>
                  </a:lnTo>
                  <a:lnTo>
                    <a:pt x="14723" y="11627"/>
                  </a:lnTo>
                  <a:lnTo>
                    <a:pt x="13555" y="11866"/>
                  </a:lnTo>
                  <a:lnTo>
                    <a:pt x="12387" y="11951"/>
                  </a:lnTo>
                  <a:lnTo>
                    <a:pt x="13081" y="12360"/>
                  </a:lnTo>
                  <a:lnTo>
                    <a:pt x="13875" y="12684"/>
                  </a:lnTo>
                  <a:lnTo>
                    <a:pt x="14613" y="12922"/>
                  </a:lnTo>
                  <a:lnTo>
                    <a:pt x="15407" y="13093"/>
                  </a:lnTo>
                  <a:lnTo>
                    <a:pt x="16255" y="13093"/>
                  </a:lnTo>
                  <a:lnTo>
                    <a:pt x="17104" y="13008"/>
                  </a:lnTo>
                  <a:lnTo>
                    <a:pt x="18051" y="12854"/>
                  </a:lnTo>
                  <a:lnTo>
                    <a:pt x="19065" y="12599"/>
                  </a:lnTo>
                  <a:close/>
                </a:path>
              </a:pathLst>
            </a:custGeom>
            <a:solidFill>
              <a:srgbClr val="FF66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25" name="Freeform 54"/>
            <p:cNvSpPr/>
            <p:nvPr/>
          </p:nvSpPr>
          <p:spPr>
            <a:xfrm>
              <a:off x="152368" y="202848"/>
              <a:ext cx="380331" cy="1549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07" y="21600"/>
                  </a:moveTo>
                  <a:lnTo>
                    <a:pt x="967" y="21075"/>
                  </a:lnTo>
                  <a:lnTo>
                    <a:pt x="1459" y="19275"/>
                  </a:lnTo>
                  <a:lnTo>
                    <a:pt x="2036" y="17813"/>
                  </a:lnTo>
                  <a:lnTo>
                    <a:pt x="2511" y="16387"/>
                  </a:lnTo>
                  <a:lnTo>
                    <a:pt x="3088" y="15300"/>
                  </a:lnTo>
                  <a:lnTo>
                    <a:pt x="4072" y="13500"/>
                  </a:lnTo>
                  <a:lnTo>
                    <a:pt x="4632" y="12975"/>
                  </a:lnTo>
                  <a:lnTo>
                    <a:pt x="5209" y="12412"/>
                  </a:lnTo>
                  <a:lnTo>
                    <a:pt x="5701" y="11887"/>
                  </a:lnTo>
                  <a:lnTo>
                    <a:pt x="6261" y="11512"/>
                  </a:lnTo>
                  <a:lnTo>
                    <a:pt x="6838" y="11325"/>
                  </a:lnTo>
                  <a:lnTo>
                    <a:pt x="7415" y="11175"/>
                  </a:lnTo>
                  <a:lnTo>
                    <a:pt x="9858" y="10800"/>
                  </a:lnTo>
                  <a:lnTo>
                    <a:pt x="11165" y="10800"/>
                  </a:lnTo>
                  <a:lnTo>
                    <a:pt x="12471" y="10612"/>
                  </a:lnTo>
                  <a:lnTo>
                    <a:pt x="13931" y="10425"/>
                  </a:lnTo>
                  <a:lnTo>
                    <a:pt x="15322" y="9713"/>
                  </a:lnTo>
                  <a:lnTo>
                    <a:pt x="16136" y="9187"/>
                  </a:lnTo>
                  <a:lnTo>
                    <a:pt x="16866" y="8625"/>
                  </a:lnTo>
                  <a:lnTo>
                    <a:pt x="17596" y="7912"/>
                  </a:lnTo>
                  <a:lnTo>
                    <a:pt x="18410" y="7013"/>
                  </a:lnTo>
                  <a:lnTo>
                    <a:pt x="19157" y="5925"/>
                  </a:lnTo>
                  <a:lnTo>
                    <a:pt x="19971" y="4687"/>
                  </a:lnTo>
                  <a:lnTo>
                    <a:pt x="20786" y="3225"/>
                  </a:lnTo>
                  <a:lnTo>
                    <a:pt x="21600" y="1612"/>
                  </a:lnTo>
                  <a:lnTo>
                    <a:pt x="20870" y="0"/>
                  </a:lnTo>
                  <a:lnTo>
                    <a:pt x="20124" y="1425"/>
                  </a:lnTo>
                  <a:lnTo>
                    <a:pt x="19394" y="2887"/>
                  </a:lnTo>
                  <a:lnTo>
                    <a:pt x="18580" y="3975"/>
                  </a:lnTo>
                  <a:lnTo>
                    <a:pt x="17935" y="5025"/>
                  </a:lnTo>
                  <a:lnTo>
                    <a:pt x="17188" y="5775"/>
                  </a:lnTo>
                  <a:lnTo>
                    <a:pt x="16459" y="6487"/>
                  </a:lnTo>
                  <a:lnTo>
                    <a:pt x="15814" y="7013"/>
                  </a:lnTo>
                  <a:lnTo>
                    <a:pt x="15067" y="7575"/>
                  </a:lnTo>
                  <a:lnTo>
                    <a:pt x="13761" y="8100"/>
                  </a:lnTo>
                  <a:lnTo>
                    <a:pt x="12386" y="8475"/>
                  </a:lnTo>
                  <a:lnTo>
                    <a:pt x="11165" y="8625"/>
                  </a:lnTo>
                  <a:lnTo>
                    <a:pt x="8552" y="8625"/>
                  </a:lnTo>
                  <a:lnTo>
                    <a:pt x="7330" y="9000"/>
                  </a:lnTo>
                  <a:lnTo>
                    <a:pt x="6668" y="9187"/>
                  </a:lnTo>
                  <a:lnTo>
                    <a:pt x="6024" y="9375"/>
                  </a:lnTo>
                  <a:lnTo>
                    <a:pt x="5447" y="9713"/>
                  </a:lnTo>
                  <a:lnTo>
                    <a:pt x="4802" y="10275"/>
                  </a:lnTo>
                  <a:lnTo>
                    <a:pt x="4157" y="10988"/>
                  </a:lnTo>
                  <a:lnTo>
                    <a:pt x="3580" y="11700"/>
                  </a:lnTo>
                  <a:lnTo>
                    <a:pt x="2918" y="12600"/>
                  </a:lnTo>
                  <a:lnTo>
                    <a:pt x="2359" y="13687"/>
                  </a:lnTo>
                  <a:lnTo>
                    <a:pt x="1782" y="14925"/>
                  </a:lnTo>
                  <a:lnTo>
                    <a:pt x="1222" y="16387"/>
                  </a:lnTo>
                  <a:lnTo>
                    <a:pt x="645" y="18000"/>
                  </a:lnTo>
                  <a:lnTo>
                    <a:pt x="68" y="19800"/>
                  </a:lnTo>
                  <a:lnTo>
                    <a:pt x="645" y="19275"/>
                  </a:lnTo>
                  <a:lnTo>
                    <a:pt x="68" y="19800"/>
                  </a:lnTo>
                  <a:lnTo>
                    <a:pt x="0" y="20325"/>
                  </a:lnTo>
                  <a:lnTo>
                    <a:pt x="0" y="20700"/>
                  </a:lnTo>
                  <a:lnTo>
                    <a:pt x="153" y="21075"/>
                  </a:lnTo>
                  <a:lnTo>
                    <a:pt x="238" y="21412"/>
                  </a:lnTo>
                  <a:lnTo>
                    <a:pt x="407" y="21600"/>
                  </a:lnTo>
                  <a:lnTo>
                    <a:pt x="645" y="21600"/>
                  </a:lnTo>
                  <a:lnTo>
                    <a:pt x="814" y="21412"/>
                  </a:lnTo>
                  <a:lnTo>
                    <a:pt x="967" y="21075"/>
                  </a:lnTo>
                  <a:lnTo>
                    <a:pt x="407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26" name="Freeform 55"/>
            <p:cNvSpPr/>
            <p:nvPr/>
          </p:nvSpPr>
          <p:spPr>
            <a:xfrm>
              <a:off x="-2" y="46543"/>
              <a:ext cx="163727" cy="3112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908" y="0"/>
                  </a:moveTo>
                  <a:lnTo>
                    <a:pt x="7410" y="803"/>
                  </a:lnTo>
                  <a:lnTo>
                    <a:pt x="6070" y="1531"/>
                  </a:lnTo>
                  <a:lnTo>
                    <a:pt x="4927" y="2334"/>
                  </a:lnTo>
                  <a:lnTo>
                    <a:pt x="3784" y="3043"/>
                  </a:lnTo>
                  <a:lnTo>
                    <a:pt x="2838" y="3846"/>
                  </a:lnTo>
                  <a:lnTo>
                    <a:pt x="2089" y="4742"/>
                  </a:lnTo>
                  <a:lnTo>
                    <a:pt x="1537" y="5563"/>
                  </a:lnTo>
                  <a:lnTo>
                    <a:pt x="946" y="6366"/>
                  </a:lnTo>
                  <a:lnTo>
                    <a:pt x="591" y="7169"/>
                  </a:lnTo>
                  <a:lnTo>
                    <a:pt x="394" y="7972"/>
                  </a:lnTo>
                  <a:lnTo>
                    <a:pt x="197" y="8868"/>
                  </a:lnTo>
                  <a:lnTo>
                    <a:pt x="0" y="9689"/>
                  </a:lnTo>
                  <a:lnTo>
                    <a:pt x="394" y="11295"/>
                  </a:lnTo>
                  <a:lnTo>
                    <a:pt x="749" y="12097"/>
                  </a:lnTo>
                  <a:lnTo>
                    <a:pt x="1143" y="12900"/>
                  </a:lnTo>
                  <a:lnTo>
                    <a:pt x="1537" y="13628"/>
                  </a:lnTo>
                  <a:lnTo>
                    <a:pt x="2286" y="14431"/>
                  </a:lnTo>
                  <a:lnTo>
                    <a:pt x="3035" y="15141"/>
                  </a:lnTo>
                  <a:lnTo>
                    <a:pt x="3784" y="15869"/>
                  </a:lnTo>
                  <a:lnTo>
                    <a:pt x="4730" y="16485"/>
                  </a:lnTo>
                  <a:lnTo>
                    <a:pt x="7016" y="17754"/>
                  </a:lnTo>
                  <a:lnTo>
                    <a:pt x="8159" y="18370"/>
                  </a:lnTo>
                  <a:lnTo>
                    <a:pt x="9460" y="18912"/>
                  </a:lnTo>
                  <a:lnTo>
                    <a:pt x="10800" y="19453"/>
                  </a:lnTo>
                  <a:lnTo>
                    <a:pt x="12337" y="19901"/>
                  </a:lnTo>
                  <a:lnTo>
                    <a:pt x="14032" y="20349"/>
                  </a:lnTo>
                  <a:lnTo>
                    <a:pt x="15530" y="20704"/>
                  </a:lnTo>
                  <a:lnTo>
                    <a:pt x="17422" y="21059"/>
                  </a:lnTo>
                  <a:lnTo>
                    <a:pt x="19117" y="21339"/>
                  </a:lnTo>
                  <a:lnTo>
                    <a:pt x="21048" y="21600"/>
                  </a:lnTo>
                  <a:lnTo>
                    <a:pt x="21600" y="20443"/>
                  </a:lnTo>
                  <a:lnTo>
                    <a:pt x="19905" y="20256"/>
                  </a:lnTo>
                  <a:lnTo>
                    <a:pt x="18171" y="19994"/>
                  </a:lnTo>
                  <a:lnTo>
                    <a:pt x="16476" y="19714"/>
                  </a:lnTo>
                  <a:lnTo>
                    <a:pt x="14978" y="19360"/>
                  </a:lnTo>
                  <a:lnTo>
                    <a:pt x="13638" y="18912"/>
                  </a:lnTo>
                  <a:lnTo>
                    <a:pt x="12337" y="18464"/>
                  </a:lnTo>
                  <a:lnTo>
                    <a:pt x="10997" y="18016"/>
                  </a:lnTo>
                  <a:lnTo>
                    <a:pt x="9854" y="17568"/>
                  </a:lnTo>
                  <a:lnTo>
                    <a:pt x="8711" y="17026"/>
                  </a:lnTo>
                  <a:lnTo>
                    <a:pt x="7568" y="16410"/>
                  </a:lnTo>
                  <a:lnTo>
                    <a:pt x="6622" y="15869"/>
                  </a:lnTo>
                  <a:lnTo>
                    <a:pt x="5873" y="15234"/>
                  </a:lnTo>
                  <a:lnTo>
                    <a:pt x="5124" y="14618"/>
                  </a:lnTo>
                  <a:lnTo>
                    <a:pt x="4375" y="13983"/>
                  </a:lnTo>
                  <a:lnTo>
                    <a:pt x="3784" y="13274"/>
                  </a:lnTo>
                  <a:lnTo>
                    <a:pt x="3429" y="12546"/>
                  </a:lnTo>
                  <a:lnTo>
                    <a:pt x="3035" y="11836"/>
                  </a:lnTo>
                  <a:lnTo>
                    <a:pt x="2641" y="11108"/>
                  </a:lnTo>
                  <a:lnTo>
                    <a:pt x="2483" y="10399"/>
                  </a:lnTo>
                  <a:lnTo>
                    <a:pt x="2483" y="8868"/>
                  </a:lnTo>
                  <a:lnTo>
                    <a:pt x="2641" y="8158"/>
                  </a:lnTo>
                  <a:lnTo>
                    <a:pt x="2838" y="7430"/>
                  </a:lnTo>
                  <a:lnTo>
                    <a:pt x="3232" y="6627"/>
                  </a:lnTo>
                  <a:lnTo>
                    <a:pt x="3784" y="5918"/>
                  </a:lnTo>
                  <a:lnTo>
                    <a:pt x="4375" y="5115"/>
                  </a:lnTo>
                  <a:lnTo>
                    <a:pt x="5124" y="4387"/>
                  </a:lnTo>
                  <a:lnTo>
                    <a:pt x="5873" y="3678"/>
                  </a:lnTo>
                  <a:lnTo>
                    <a:pt x="6819" y="2950"/>
                  </a:lnTo>
                  <a:lnTo>
                    <a:pt x="9105" y="1531"/>
                  </a:lnTo>
                  <a:lnTo>
                    <a:pt x="10406" y="803"/>
                  </a:lnTo>
                  <a:lnTo>
                    <a:pt x="8908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27" name="Freeform 56"/>
            <p:cNvSpPr/>
            <p:nvPr/>
          </p:nvSpPr>
          <p:spPr>
            <a:xfrm>
              <a:off x="67520" y="-1"/>
              <a:ext cx="538377" cy="581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80" y="4800"/>
                  </a:moveTo>
                  <a:lnTo>
                    <a:pt x="21025" y="1000"/>
                  </a:lnTo>
                  <a:lnTo>
                    <a:pt x="20557" y="2900"/>
                  </a:lnTo>
                  <a:lnTo>
                    <a:pt x="20102" y="4800"/>
                  </a:lnTo>
                  <a:lnTo>
                    <a:pt x="19634" y="6300"/>
                  </a:lnTo>
                  <a:lnTo>
                    <a:pt x="19059" y="7200"/>
                  </a:lnTo>
                  <a:lnTo>
                    <a:pt x="18483" y="8200"/>
                  </a:lnTo>
                  <a:lnTo>
                    <a:pt x="17908" y="8700"/>
                  </a:lnTo>
                  <a:lnTo>
                    <a:pt x="16649" y="8700"/>
                  </a:lnTo>
                  <a:lnTo>
                    <a:pt x="15259" y="8200"/>
                  </a:lnTo>
                  <a:lnTo>
                    <a:pt x="13761" y="6700"/>
                  </a:lnTo>
                  <a:lnTo>
                    <a:pt x="12322" y="5300"/>
                  </a:lnTo>
                  <a:lnTo>
                    <a:pt x="10776" y="3900"/>
                  </a:lnTo>
                  <a:lnTo>
                    <a:pt x="9278" y="1900"/>
                  </a:lnTo>
                  <a:lnTo>
                    <a:pt x="7719" y="1000"/>
                  </a:lnTo>
                  <a:lnTo>
                    <a:pt x="6221" y="500"/>
                  </a:lnTo>
                  <a:lnTo>
                    <a:pt x="4843" y="1000"/>
                  </a:lnTo>
                  <a:lnTo>
                    <a:pt x="4147" y="1500"/>
                  </a:lnTo>
                  <a:lnTo>
                    <a:pt x="3452" y="2400"/>
                  </a:lnTo>
                  <a:lnTo>
                    <a:pt x="2817" y="3900"/>
                  </a:lnTo>
                  <a:lnTo>
                    <a:pt x="2194" y="5800"/>
                  </a:lnTo>
                  <a:lnTo>
                    <a:pt x="1558" y="7700"/>
                  </a:lnTo>
                  <a:lnTo>
                    <a:pt x="983" y="10600"/>
                  </a:lnTo>
                  <a:lnTo>
                    <a:pt x="455" y="13500"/>
                  </a:lnTo>
                  <a:lnTo>
                    <a:pt x="0" y="17300"/>
                  </a:lnTo>
                  <a:lnTo>
                    <a:pt x="455" y="21600"/>
                  </a:lnTo>
                  <a:lnTo>
                    <a:pt x="923" y="18300"/>
                  </a:lnTo>
                  <a:lnTo>
                    <a:pt x="1378" y="15400"/>
                  </a:lnTo>
                  <a:lnTo>
                    <a:pt x="1906" y="13000"/>
                  </a:lnTo>
                  <a:lnTo>
                    <a:pt x="2421" y="11100"/>
                  </a:lnTo>
                  <a:lnTo>
                    <a:pt x="2997" y="9600"/>
                  </a:lnTo>
                  <a:lnTo>
                    <a:pt x="3572" y="8200"/>
                  </a:lnTo>
                  <a:lnTo>
                    <a:pt x="4207" y="7700"/>
                  </a:lnTo>
                  <a:lnTo>
                    <a:pt x="4843" y="6700"/>
                  </a:lnTo>
                  <a:lnTo>
                    <a:pt x="6221" y="6300"/>
                  </a:lnTo>
                  <a:lnTo>
                    <a:pt x="7659" y="6700"/>
                  </a:lnTo>
                  <a:lnTo>
                    <a:pt x="9158" y="8200"/>
                  </a:lnTo>
                  <a:lnTo>
                    <a:pt x="10716" y="9600"/>
                  </a:lnTo>
                  <a:lnTo>
                    <a:pt x="12214" y="11100"/>
                  </a:lnTo>
                  <a:lnTo>
                    <a:pt x="13713" y="13000"/>
                  </a:lnTo>
                  <a:lnTo>
                    <a:pt x="15199" y="13900"/>
                  </a:lnTo>
                  <a:lnTo>
                    <a:pt x="16590" y="14900"/>
                  </a:lnTo>
                  <a:lnTo>
                    <a:pt x="17273" y="14900"/>
                  </a:lnTo>
                  <a:lnTo>
                    <a:pt x="17968" y="14400"/>
                  </a:lnTo>
                  <a:lnTo>
                    <a:pt x="18603" y="13900"/>
                  </a:lnTo>
                  <a:lnTo>
                    <a:pt x="19239" y="13000"/>
                  </a:lnTo>
                  <a:lnTo>
                    <a:pt x="19814" y="12000"/>
                  </a:lnTo>
                  <a:lnTo>
                    <a:pt x="20389" y="10100"/>
                  </a:lnTo>
                  <a:lnTo>
                    <a:pt x="20905" y="8200"/>
                  </a:lnTo>
                  <a:lnTo>
                    <a:pt x="21420" y="5800"/>
                  </a:lnTo>
                  <a:lnTo>
                    <a:pt x="20905" y="1500"/>
                  </a:lnTo>
                  <a:lnTo>
                    <a:pt x="21420" y="5800"/>
                  </a:lnTo>
                  <a:lnTo>
                    <a:pt x="21540" y="4800"/>
                  </a:lnTo>
                  <a:lnTo>
                    <a:pt x="21600" y="3900"/>
                  </a:lnTo>
                  <a:lnTo>
                    <a:pt x="21540" y="2400"/>
                  </a:lnTo>
                  <a:lnTo>
                    <a:pt x="21480" y="1500"/>
                  </a:lnTo>
                  <a:lnTo>
                    <a:pt x="21420" y="1000"/>
                  </a:lnTo>
                  <a:lnTo>
                    <a:pt x="21312" y="500"/>
                  </a:lnTo>
                  <a:lnTo>
                    <a:pt x="21133" y="0"/>
                  </a:lnTo>
                  <a:lnTo>
                    <a:pt x="21025" y="1000"/>
                  </a:lnTo>
                  <a:lnTo>
                    <a:pt x="21480" y="48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28" name="Freeform 57"/>
            <p:cNvSpPr/>
            <p:nvPr/>
          </p:nvSpPr>
          <p:spPr>
            <a:xfrm>
              <a:off x="367479" y="4037"/>
              <a:ext cx="235431" cy="1108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9" y="18612"/>
                  </a:moveTo>
                  <a:lnTo>
                    <a:pt x="932" y="21600"/>
                  </a:lnTo>
                  <a:lnTo>
                    <a:pt x="2906" y="20866"/>
                  </a:lnTo>
                  <a:lnTo>
                    <a:pt x="5153" y="20132"/>
                  </a:lnTo>
                  <a:lnTo>
                    <a:pt x="7648" y="19083"/>
                  </a:lnTo>
                  <a:lnTo>
                    <a:pt x="10416" y="17825"/>
                  </a:lnTo>
                  <a:lnTo>
                    <a:pt x="11869" y="16829"/>
                  </a:lnTo>
                  <a:lnTo>
                    <a:pt x="13294" y="15571"/>
                  </a:lnTo>
                  <a:lnTo>
                    <a:pt x="14747" y="14050"/>
                  </a:lnTo>
                  <a:lnTo>
                    <a:pt x="16200" y="12320"/>
                  </a:lnTo>
                  <a:lnTo>
                    <a:pt x="17516" y="10276"/>
                  </a:lnTo>
                  <a:lnTo>
                    <a:pt x="18969" y="7759"/>
                  </a:lnTo>
                  <a:lnTo>
                    <a:pt x="20284" y="5033"/>
                  </a:lnTo>
                  <a:lnTo>
                    <a:pt x="21600" y="1730"/>
                  </a:lnTo>
                  <a:lnTo>
                    <a:pt x="20284" y="0"/>
                  </a:lnTo>
                  <a:lnTo>
                    <a:pt x="19106" y="2988"/>
                  </a:lnTo>
                  <a:lnTo>
                    <a:pt x="17790" y="5767"/>
                  </a:lnTo>
                  <a:lnTo>
                    <a:pt x="16474" y="8021"/>
                  </a:lnTo>
                  <a:lnTo>
                    <a:pt x="15295" y="9804"/>
                  </a:lnTo>
                  <a:lnTo>
                    <a:pt x="13843" y="11534"/>
                  </a:lnTo>
                  <a:lnTo>
                    <a:pt x="12527" y="12792"/>
                  </a:lnTo>
                  <a:lnTo>
                    <a:pt x="11211" y="13841"/>
                  </a:lnTo>
                  <a:lnTo>
                    <a:pt x="9895" y="14837"/>
                  </a:lnTo>
                  <a:lnTo>
                    <a:pt x="7237" y="16095"/>
                  </a:lnTo>
                  <a:lnTo>
                    <a:pt x="4879" y="17091"/>
                  </a:lnTo>
                  <a:lnTo>
                    <a:pt x="2494" y="17825"/>
                  </a:lnTo>
                  <a:lnTo>
                    <a:pt x="521" y="18612"/>
                  </a:lnTo>
                  <a:lnTo>
                    <a:pt x="521" y="21600"/>
                  </a:lnTo>
                  <a:lnTo>
                    <a:pt x="521" y="18612"/>
                  </a:lnTo>
                  <a:lnTo>
                    <a:pt x="274" y="18874"/>
                  </a:lnTo>
                  <a:lnTo>
                    <a:pt x="0" y="19346"/>
                  </a:lnTo>
                  <a:lnTo>
                    <a:pt x="0" y="20604"/>
                  </a:lnTo>
                  <a:lnTo>
                    <a:pt x="137" y="21128"/>
                  </a:lnTo>
                  <a:lnTo>
                    <a:pt x="274" y="21390"/>
                  </a:lnTo>
                  <a:lnTo>
                    <a:pt x="658" y="21600"/>
                  </a:lnTo>
                  <a:lnTo>
                    <a:pt x="932" y="21600"/>
                  </a:lnTo>
                  <a:lnTo>
                    <a:pt x="1069" y="1861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29" name="Freeform 58"/>
            <p:cNvSpPr/>
            <p:nvPr/>
          </p:nvSpPr>
          <p:spPr>
            <a:xfrm>
              <a:off x="373156" y="99541"/>
              <a:ext cx="204058" cy="295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42" y="9425"/>
                  </a:moveTo>
                  <a:lnTo>
                    <a:pt x="20525" y="0"/>
                  </a:lnTo>
                  <a:lnTo>
                    <a:pt x="17172" y="3731"/>
                  </a:lnTo>
                  <a:lnTo>
                    <a:pt x="14453" y="6480"/>
                  </a:lnTo>
                  <a:lnTo>
                    <a:pt x="12018" y="9425"/>
                  </a:lnTo>
                  <a:lnTo>
                    <a:pt x="10057" y="10407"/>
                  </a:lnTo>
                  <a:lnTo>
                    <a:pt x="7906" y="10407"/>
                  </a:lnTo>
                  <a:lnTo>
                    <a:pt x="5787" y="8444"/>
                  </a:lnTo>
                  <a:lnTo>
                    <a:pt x="3352" y="5695"/>
                  </a:lnTo>
                  <a:lnTo>
                    <a:pt x="633" y="0"/>
                  </a:lnTo>
                  <a:lnTo>
                    <a:pt x="0" y="11193"/>
                  </a:lnTo>
                  <a:lnTo>
                    <a:pt x="2910" y="16887"/>
                  </a:lnTo>
                  <a:lnTo>
                    <a:pt x="5471" y="19833"/>
                  </a:lnTo>
                  <a:lnTo>
                    <a:pt x="7748" y="21600"/>
                  </a:lnTo>
                  <a:lnTo>
                    <a:pt x="10057" y="21600"/>
                  </a:lnTo>
                  <a:lnTo>
                    <a:pt x="12334" y="20618"/>
                  </a:lnTo>
                  <a:lnTo>
                    <a:pt x="14737" y="18851"/>
                  </a:lnTo>
                  <a:lnTo>
                    <a:pt x="17489" y="15120"/>
                  </a:lnTo>
                  <a:lnTo>
                    <a:pt x="20841" y="11193"/>
                  </a:lnTo>
                  <a:lnTo>
                    <a:pt x="19924" y="1767"/>
                  </a:lnTo>
                  <a:lnTo>
                    <a:pt x="20841" y="11193"/>
                  </a:lnTo>
                  <a:lnTo>
                    <a:pt x="21284" y="10407"/>
                  </a:lnTo>
                  <a:lnTo>
                    <a:pt x="21600" y="8444"/>
                  </a:lnTo>
                  <a:lnTo>
                    <a:pt x="21600" y="2749"/>
                  </a:lnTo>
                  <a:lnTo>
                    <a:pt x="21284" y="982"/>
                  </a:lnTo>
                  <a:lnTo>
                    <a:pt x="20967" y="0"/>
                  </a:lnTo>
                  <a:lnTo>
                    <a:pt x="20525" y="0"/>
                  </a:lnTo>
                  <a:lnTo>
                    <a:pt x="21442" y="942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30" name="Freeform 59"/>
            <p:cNvSpPr/>
            <p:nvPr/>
          </p:nvSpPr>
          <p:spPr>
            <a:xfrm>
              <a:off x="336109" y="101963"/>
              <a:ext cx="239612" cy="1035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58" y="18346"/>
                  </a:moveTo>
                  <a:lnTo>
                    <a:pt x="889" y="21600"/>
                  </a:lnTo>
                  <a:lnTo>
                    <a:pt x="3878" y="21319"/>
                  </a:lnTo>
                  <a:lnTo>
                    <a:pt x="6706" y="20758"/>
                  </a:lnTo>
                  <a:lnTo>
                    <a:pt x="7999" y="20254"/>
                  </a:lnTo>
                  <a:lnTo>
                    <a:pt x="9426" y="19692"/>
                  </a:lnTo>
                  <a:lnTo>
                    <a:pt x="10719" y="18907"/>
                  </a:lnTo>
                  <a:lnTo>
                    <a:pt x="12012" y="18065"/>
                  </a:lnTo>
                  <a:lnTo>
                    <a:pt x="13197" y="16999"/>
                  </a:lnTo>
                  <a:lnTo>
                    <a:pt x="14490" y="15653"/>
                  </a:lnTo>
                  <a:lnTo>
                    <a:pt x="15648" y="14026"/>
                  </a:lnTo>
                  <a:lnTo>
                    <a:pt x="16941" y="12175"/>
                  </a:lnTo>
                  <a:lnTo>
                    <a:pt x="18099" y="10267"/>
                  </a:lnTo>
                  <a:lnTo>
                    <a:pt x="19257" y="7855"/>
                  </a:lnTo>
                  <a:lnTo>
                    <a:pt x="20442" y="5162"/>
                  </a:lnTo>
                  <a:lnTo>
                    <a:pt x="21600" y="2188"/>
                  </a:lnTo>
                  <a:lnTo>
                    <a:pt x="20307" y="0"/>
                  </a:lnTo>
                  <a:lnTo>
                    <a:pt x="19257" y="2974"/>
                  </a:lnTo>
                  <a:lnTo>
                    <a:pt x="18099" y="5386"/>
                  </a:lnTo>
                  <a:lnTo>
                    <a:pt x="17075" y="7574"/>
                  </a:lnTo>
                  <a:lnTo>
                    <a:pt x="15890" y="9425"/>
                  </a:lnTo>
                  <a:lnTo>
                    <a:pt x="14867" y="11333"/>
                  </a:lnTo>
                  <a:lnTo>
                    <a:pt x="13709" y="12679"/>
                  </a:lnTo>
                  <a:lnTo>
                    <a:pt x="12551" y="13745"/>
                  </a:lnTo>
                  <a:lnTo>
                    <a:pt x="11366" y="14868"/>
                  </a:lnTo>
                  <a:lnTo>
                    <a:pt x="9049" y="16438"/>
                  </a:lnTo>
                  <a:lnTo>
                    <a:pt x="7757" y="16999"/>
                  </a:lnTo>
                  <a:lnTo>
                    <a:pt x="6464" y="17280"/>
                  </a:lnTo>
                  <a:lnTo>
                    <a:pt x="3744" y="17785"/>
                  </a:lnTo>
                  <a:lnTo>
                    <a:pt x="754" y="18346"/>
                  </a:lnTo>
                  <a:lnTo>
                    <a:pt x="512" y="21600"/>
                  </a:lnTo>
                  <a:lnTo>
                    <a:pt x="754" y="18346"/>
                  </a:lnTo>
                  <a:lnTo>
                    <a:pt x="512" y="18346"/>
                  </a:lnTo>
                  <a:lnTo>
                    <a:pt x="242" y="18907"/>
                  </a:lnTo>
                  <a:lnTo>
                    <a:pt x="108" y="19412"/>
                  </a:lnTo>
                  <a:lnTo>
                    <a:pt x="0" y="19973"/>
                  </a:lnTo>
                  <a:lnTo>
                    <a:pt x="108" y="20478"/>
                  </a:lnTo>
                  <a:lnTo>
                    <a:pt x="242" y="21039"/>
                  </a:lnTo>
                  <a:lnTo>
                    <a:pt x="512" y="21600"/>
                  </a:lnTo>
                  <a:lnTo>
                    <a:pt x="889" y="21600"/>
                  </a:lnTo>
                  <a:lnTo>
                    <a:pt x="1158" y="1834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31" name="Freeform 60"/>
            <p:cNvSpPr/>
            <p:nvPr/>
          </p:nvSpPr>
          <p:spPr>
            <a:xfrm>
              <a:off x="341786" y="189934"/>
              <a:ext cx="193602" cy="33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300" y="15725"/>
                  </a:moveTo>
                  <a:lnTo>
                    <a:pt x="20500" y="6566"/>
                  </a:lnTo>
                  <a:lnTo>
                    <a:pt x="17433" y="9158"/>
                  </a:lnTo>
                  <a:lnTo>
                    <a:pt x="14733" y="10714"/>
                  </a:lnTo>
                  <a:lnTo>
                    <a:pt x="12167" y="11578"/>
                  </a:lnTo>
                  <a:lnTo>
                    <a:pt x="9600" y="10714"/>
                  </a:lnTo>
                  <a:lnTo>
                    <a:pt x="7367" y="10022"/>
                  </a:lnTo>
                  <a:lnTo>
                    <a:pt x="5100" y="7430"/>
                  </a:lnTo>
                  <a:lnTo>
                    <a:pt x="2867" y="5011"/>
                  </a:lnTo>
                  <a:lnTo>
                    <a:pt x="800" y="0"/>
                  </a:lnTo>
                  <a:lnTo>
                    <a:pt x="0" y="10022"/>
                  </a:lnTo>
                  <a:lnTo>
                    <a:pt x="2233" y="14170"/>
                  </a:lnTo>
                  <a:lnTo>
                    <a:pt x="4633" y="18317"/>
                  </a:lnTo>
                  <a:lnTo>
                    <a:pt x="7033" y="19872"/>
                  </a:lnTo>
                  <a:lnTo>
                    <a:pt x="9600" y="21600"/>
                  </a:lnTo>
                  <a:lnTo>
                    <a:pt x="12167" y="21600"/>
                  </a:lnTo>
                  <a:lnTo>
                    <a:pt x="14900" y="20736"/>
                  </a:lnTo>
                  <a:lnTo>
                    <a:pt x="17767" y="19008"/>
                  </a:lnTo>
                  <a:lnTo>
                    <a:pt x="20800" y="17453"/>
                  </a:lnTo>
                  <a:lnTo>
                    <a:pt x="19867" y="8294"/>
                  </a:lnTo>
                  <a:lnTo>
                    <a:pt x="20800" y="17453"/>
                  </a:lnTo>
                  <a:lnTo>
                    <a:pt x="21133" y="16589"/>
                  </a:lnTo>
                  <a:lnTo>
                    <a:pt x="21467" y="14861"/>
                  </a:lnTo>
                  <a:lnTo>
                    <a:pt x="21600" y="13306"/>
                  </a:lnTo>
                  <a:lnTo>
                    <a:pt x="21600" y="10714"/>
                  </a:lnTo>
                  <a:lnTo>
                    <a:pt x="21467" y="9158"/>
                  </a:lnTo>
                  <a:lnTo>
                    <a:pt x="21133" y="7430"/>
                  </a:lnTo>
                  <a:lnTo>
                    <a:pt x="20800" y="6566"/>
                  </a:lnTo>
                  <a:lnTo>
                    <a:pt x="20500" y="6566"/>
                  </a:lnTo>
                  <a:lnTo>
                    <a:pt x="21300" y="1572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433" name="Прямая соединительная линия 3098"/>
          <p:cNvSpPr/>
          <p:nvPr/>
        </p:nvSpPr>
        <p:spPr>
          <a:xfrm>
            <a:off x="2055324" y="732470"/>
            <a:ext cx="9141764" cy="4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34" name="Проектирование базы данных"/>
          <p:cNvSpPr txBox="1"/>
          <p:nvPr/>
        </p:nvSpPr>
        <p:spPr>
          <a:xfrm>
            <a:off x="457265" y="1057907"/>
            <a:ext cx="6920801" cy="6463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ru-RU" b="1" noProof="0" dirty="0">
                <a:latin typeface="Aptos (Основной текст)"/>
                <a:ea typeface="+mj-ea"/>
              </a:rPr>
              <a:t>Функциональное моделирование</a:t>
            </a:r>
          </a:p>
        </p:txBody>
      </p:sp>
      <p:sp>
        <p:nvSpPr>
          <p:cNvPr id="435" name="Усовершенствованная репликация: MariaDB имеет более развитую репликацию, чем MySQL. Она позволяет настроить множество разных типов репликации, включая мастер-мастер и мастер-слейв.…"/>
          <p:cNvSpPr txBox="1"/>
          <p:nvPr/>
        </p:nvSpPr>
        <p:spPr>
          <a:xfrm>
            <a:off x="457267" y="2121996"/>
            <a:ext cx="6967660" cy="78482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buSzPct val="100000"/>
              <a:defRPr sz="1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ru-RU" dirty="0">
                <a:latin typeface="+mj-ea"/>
                <a:ea typeface="+mj-ea"/>
              </a:rPr>
              <a:t>Логика работы системы была формализована с использованием нотации IDEF0. Это позволило описать полный цикл обработки данных от ввода параметров до получения итоговых результатов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251C96E-2115-4C02-94E7-2A5DDA063F4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095181" y="6414762"/>
            <a:ext cx="258620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888888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fld id="{86CB4B4D-7CA3-9044-876B-883B54F8677D}" type="slidenum">
              <a:rPr lang="ru-RU" smtClean="0"/>
              <a:pPr/>
              <a:t>7</a:t>
            </a:fld>
            <a:endParaRPr lang="ru-RU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940FFE3-2C8B-44DA-816D-E882969E80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4365" y="1322070"/>
            <a:ext cx="3029436" cy="3029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Рисунок 1">
            <a:extLst>
              <a:ext uri="{FF2B5EF4-FFF2-40B4-BE49-F238E27FC236}">
                <a16:creationId xmlns:a16="http://schemas.microsoft.com/office/drawing/2014/main" id="{338B3795-D69D-44CD-BE2F-FB3AD3A274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029642" y="2530392"/>
            <a:ext cx="3121058" cy="452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1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7" y="12115"/>
            <a:ext cx="2034240" cy="68893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89" name="Group 13"/>
          <p:cNvGrpSpPr/>
          <p:nvPr/>
        </p:nvGrpSpPr>
        <p:grpSpPr>
          <a:xfrm>
            <a:off x="11407140" y="93998"/>
            <a:ext cx="605898" cy="638143"/>
            <a:chOff x="-1" y="0"/>
            <a:chExt cx="605897" cy="638142"/>
          </a:xfrm>
        </p:grpSpPr>
        <p:sp>
          <p:nvSpPr>
            <p:cNvPr id="442" name="Freeform 14"/>
            <p:cNvSpPr/>
            <p:nvPr/>
          </p:nvSpPr>
          <p:spPr>
            <a:xfrm>
              <a:off x="87537" y="343551"/>
              <a:ext cx="182249" cy="2453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4784"/>
                  </a:moveTo>
                  <a:lnTo>
                    <a:pt x="21600" y="0"/>
                  </a:lnTo>
                  <a:lnTo>
                    <a:pt x="21600" y="5116"/>
                  </a:lnTo>
                  <a:lnTo>
                    <a:pt x="14483" y="6703"/>
                  </a:lnTo>
                  <a:lnTo>
                    <a:pt x="14660" y="20250"/>
                  </a:lnTo>
                  <a:lnTo>
                    <a:pt x="6976" y="21600"/>
                  </a:lnTo>
                  <a:lnTo>
                    <a:pt x="6976" y="8408"/>
                  </a:lnTo>
                  <a:lnTo>
                    <a:pt x="0" y="10018"/>
                  </a:lnTo>
                  <a:lnTo>
                    <a:pt x="0" y="4784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43" name="Freeform 15"/>
            <p:cNvSpPr/>
            <p:nvPr/>
          </p:nvSpPr>
          <p:spPr>
            <a:xfrm>
              <a:off x="84848" y="335750"/>
              <a:ext cx="193602" cy="699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409"/>
                  </a:moveTo>
                  <a:lnTo>
                    <a:pt x="20333" y="0"/>
                  </a:lnTo>
                  <a:lnTo>
                    <a:pt x="0" y="16782"/>
                  </a:lnTo>
                  <a:lnTo>
                    <a:pt x="633" y="21600"/>
                  </a:lnTo>
                  <a:lnTo>
                    <a:pt x="20967" y="4818"/>
                  </a:lnTo>
                  <a:lnTo>
                    <a:pt x="19700" y="2409"/>
                  </a:lnTo>
                  <a:lnTo>
                    <a:pt x="20967" y="4818"/>
                  </a:lnTo>
                  <a:lnTo>
                    <a:pt x="21300" y="4403"/>
                  </a:lnTo>
                  <a:lnTo>
                    <a:pt x="21600" y="3655"/>
                  </a:lnTo>
                  <a:lnTo>
                    <a:pt x="21600" y="1662"/>
                  </a:lnTo>
                  <a:lnTo>
                    <a:pt x="21467" y="831"/>
                  </a:lnTo>
                  <a:lnTo>
                    <a:pt x="20800" y="0"/>
                  </a:lnTo>
                  <a:lnTo>
                    <a:pt x="20333" y="0"/>
                  </a:lnTo>
                  <a:lnTo>
                    <a:pt x="21600" y="240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44" name="Freeform 16"/>
            <p:cNvSpPr/>
            <p:nvPr/>
          </p:nvSpPr>
          <p:spPr>
            <a:xfrm>
              <a:off x="261417" y="343551"/>
              <a:ext cx="17033" cy="67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400" y="21168"/>
                  </a:moveTo>
                  <a:lnTo>
                    <a:pt x="21600" y="18662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8662"/>
                  </a:lnTo>
                  <a:lnTo>
                    <a:pt x="7200" y="16157"/>
                  </a:lnTo>
                  <a:lnTo>
                    <a:pt x="0" y="18662"/>
                  </a:lnTo>
                  <a:lnTo>
                    <a:pt x="0" y="19958"/>
                  </a:lnTo>
                  <a:lnTo>
                    <a:pt x="3411" y="20736"/>
                  </a:lnTo>
                  <a:lnTo>
                    <a:pt x="7200" y="21168"/>
                  </a:lnTo>
                  <a:lnTo>
                    <a:pt x="10611" y="21600"/>
                  </a:lnTo>
                  <a:lnTo>
                    <a:pt x="18189" y="20736"/>
                  </a:lnTo>
                  <a:lnTo>
                    <a:pt x="21600" y="19958"/>
                  </a:lnTo>
                  <a:lnTo>
                    <a:pt x="21600" y="18662"/>
                  </a:lnTo>
                  <a:lnTo>
                    <a:pt x="14400" y="2116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45" name="Freeform 17"/>
            <p:cNvSpPr/>
            <p:nvPr/>
          </p:nvSpPr>
          <p:spPr>
            <a:xfrm>
              <a:off x="201067" y="393859"/>
              <a:ext cx="71707" cy="33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220" y="16589"/>
                  </a:moveTo>
                  <a:lnTo>
                    <a:pt x="3420" y="21600"/>
                  </a:lnTo>
                  <a:lnTo>
                    <a:pt x="21600" y="10022"/>
                  </a:lnTo>
                  <a:lnTo>
                    <a:pt x="19890" y="0"/>
                  </a:lnTo>
                  <a:lnTo>
                    <a:pt x="1710" y="11750"/>
                  </a:lnTo>
                  <a:lnTo>
                    <a:pt x="0" y="16589"/>
                  </a:lnTo>
                  <a:lnTo>
                    <a:pt x="1710" y="11750"/>
                  </a:lnTo>
                  <a:lnTo>
                    <a:pt x="810" y="13306"/>
                  </a:lnTo>
                  <a:lnTo>
                    <a:pt x="0" y="15034"/>
                  </a:lnTo>
                  <a:lnTo>
                    <a:pt x="0" y="18317"/>
                  </a:lnTo>
                  <a:lnTo>
                    <a:pt x="450" y="20045"/>
                  </a:lnTo>
                  <a:lnTo>
                    <a:pt x="1260" y="21600"/>
                  </a:lnTo>
                  <a:lnTo>
                    <a:pt x="3420" y="21600"/>
                  </a:lnTo>
                  <a:lnTo>
                    <a:pt x="5220" y="165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46" name="Freeform 18"/>
            <p:cNvSpPr/>
            <p:nvPr/>
          </p:nvSpPr>
          <p:spPr>
            <a:xfrm>
              <a:off x="201067" y="419686"/>
              <a:ext cx="18527" cy="1616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981" y="21600"/>
                  </a:moveTo>
                  <a:lnTo>
                    <a:pt x="21600" y="20558"/>
                  </a:lnTo>
                  <a:lnTo>
                    <a:pt x="20206" y="0"/>
                  </a:lnTo>
                  <a:lnTo>
                    <a:pt x="0" y="0"/>
                  </a:lnTo>
                  <a:lnTo>
                    <a:pt x="1742" y="20558"/>
                  </a:lnTo>
                  <a:lnTo>
                    <a:pt x="8361" y="19515"/>
                  </a:lnTo>
                  <a:lnTo>
                    <a:pt x="1742" y="20558"/>
                  </a:lnTo>
                  <a:lnTo>
                    <a:pt x="1742" y="21061"/>
                  </a:lnTo>
                  <a:lnTo>
                    <a:pt x="4877" y="21420"/>
                  </a:lnTo>
                  <a:lnTo>
                    <a:pt x="8361" y="21600"/>
                  </a:lnTo>
                  <a:lnTo>
                    <a:pt x="14981" y="21600"/>
                  </a:lnTo>
                  <a:lnTo>
                    <a:pt x="18465" y="21420"/>
                  </a:lnTo>
                  <a:lnTo>
                    <a:pt x="21600" y="21061"/>
                  </a:lnTo>
                  <a:lnTo>
                    <a:pt x="21600" y="20558"/>
                  </a:lnTo>
                  <a:lnTo>
                    <a:pt x="14981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47" name="Freeform 19"/>
            <p:cNvSpPr/>
            <p:nvPr/>
          </p:nvSpPr>
          <p:spPr>
            <a:xfrm>
              <a:off x="136534" y="565767"/>
              <a:ext cx="77383" cy="322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5480"/>
                  </a:moveTo>
                  <a:lnTo>
                    <a:pt x="3169" y="20700"/>
                  </a:lnTo>
                  <a:lnTo>
                    <a:pt x="21600" y="10440"/>
                  </a:lnTo>
                  <a:lnTo>
                    <a:pt x="20015" y="0"/>
                  </a:lnTo>
                  <a:lnTo>
                    <a:pt x="2002" y="10440"/>
                  </a:lnTo>
                  <a:lnTo>
                    <a:pt x="5171" y="15480"/>
                  </a:lnTo>
                  <a:lnTo>
                    <a:pt x="2002" y="10440"/>
                  </a:lnTo>
                  <a:lnTo>
                    <a:pt x="751" y="12060"/>
                  </a:lnTo>
                  <a:lnTo>
                    <a:pt x="334" y="12960"/>
                  </a:lnTo>
                  <a:lnTo>
                    <a:pt x="0" y="15480"/>
                  </a:lnTo>
                  <a:lnTo>
                    <a:pt x="334" y="17280"/>
                  </a:lnTo>
                  <a:lnTo>
                    <a:pt x="334" y="19080"/>
                  </a:lnTo>
                  <a:lnTo>
                    <a:pt x="1168" y="20700"/>
                  </a:lnTo>
                  <a:lnTo>
                    <a:pt x="2002" y="21600"/>
                  </a:lnTo>
                  <a:lnTo>
                    <a:pt x="3169" y="20700"/>
                  </a:lnTo>
                  <a:lnTo>
                    <a:pt x="0" y="1548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48" name="Freeform 20"/>
            <p:cNvSpPr/>
            <p:nvPr/>
          </p:nvSpPr>
          <p:spPr>
            <a:xfrm>
              <a:off x="136534" y="431523"/>
              <a:ext cx="18527" cy="1573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39" y="2105"/>
                  </a:moveTo>
                  <a:lnTo>
                    <a:pt x="0" y="1034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034"/>
                  </a:lnTo>
                  <a:lnTo>
                    <a:pt x="8361" y="0"/>
                  </a:lnTo>
                  <a:lnTo>
                    <a:pt x="21600" y="1034"/>
                  </a:lnTo>
                  <a:lnTo>
                    <a:pt x="19858" y="517"/>
                  </a:lnTo>
                  <a:lnTo>
                    <a:pt x="18465" y="148"/>
                  </a:lnTo>
                  <a:lnTo>
                    <a:pt x="14981" y="0"/>
                  </a:lnTo>
                  <a:lnTo>
                    <a:pt x="6619" y="0"/>
                  </a:lnTo>
                  <a:lnTo>
                    <a:pt x="3135" y="148"/>
                  </a:lnTo>
                  <a:lnTo>
                    <a:pt x="1394" y="517"/>
                  </a:lnTo>
                  <a:lnTo>
                    <a:pt x="0" y="1034"/>
                  </a:lnTo>
                  <a:lnTo>
                    <a:pt x="13239" y="210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49" name="Freeform 21"/>
            <p:cNvSpPr/>
            <p:nvPr/>
          </p:nvSpPr>
          <p:spPr>
            <a:xfrm>
              <a:off x="78873" y="431523"/>
              <a:ext cx="69018" cy="333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723"/>
                  </a:moveTo>
                  <a:lnTo>
                    <a:pt x="3647" y="20903"/>
                  </a:lnTo>
                  <a:lnTo>
                    <a:pt x="21600" y="9929"/>
                  </a:lnTo>
                  <a:lnTo>
                    <a:pt x="20291" y="0"/>
                  </a:lnTo>
                  <a:lnTo>
                    <a:pt x="1870" y="11671"/>
                  </a:lnTo>
                  <a:lnTo>
                    <a:pt x="5423" y="16723"/>
                  </a:lnTo>
                  <a:lnTo>
                    <a:pt x="1870" y="11671"/>
                  </a:lnTo>
                  <a:lnTo>
                    <a:pt x="935" y="12542"/>
                  </a:lnTo>
                  <a:lnTo>
                    <a:pt x="0" y="14110"/>
                  </a:lnTo>
                  <a:lnTo>
                    <a:pt x="0" y="18290"/>
                  </a:lnTo>
                  <a:lnTo>
                    <a:pt x="468" y="20032"/>
                  </a:lnTo>
                  <a:lnTo>
                    <a:pt x="1403" y="20903"/>
                  </a:lnTo>
                  <a:lnTo>
                    <a:pt x="2244" y="21600"/>
                  </a:lnTo>
                  <a:lnTo>
                    <a:pt x="3647" y="20903"/>
                  </a:lnTo>
                  <a:lnTo>
                    <a:pt x="0" y="1672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50" name="Freeform 22"/>
            <p:cNvSpPr/>
            <p:nvPr/>
          </p:nvSpPr>
          <p:spPr>
            <a:xfrm>
              <a:off x="78873" y="390093"/>
              <a:ext cx="17332" cy="67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448" y="0"/>
                  </a:moveTo>
                  <a:lnTo>
                    <a:pt x="0" y="2506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506"/>
                  </a:lnTo>
                  <a:lnTo>
                    <a:pt x="14524" y="5011"/>
                  </a:lnTo>
                  <a:lnTo>
                    <a:pt x="21600" y="2506"/>
                  </a:lnTo>
                  <a:lnTo>
                    <a:pt x="21600" y="1642"/>
                  </a:lnTo>
                  <a:lnTo>
                    <a:pt x="14524" y="0"/>
                  </a:lnTo>
                  <a:lnTo>
                    <a:pt x="7448" y="0"/>
                  </a:lnTo>
                  <a:lnTo>
                    <a:pt x="3724" y="864"/>
                  </a:lnTo>
                  <a:lnTo>
                    <a:pt x="0" y="1642"/>
                  </a:lnTo>
                  <a:lnTo>
                    <a:pt x="0" y="2506"/>
                  </a:lnTo>
                  <a:lnTo>
                    <a:pt x="7448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51" name="Freeform 23"/>
            <p:cNvSpPr/>
            <p:nvPr/>
          </p:nvSpPr>
          <p:spPr>
            <a:xfrm>
              <a:off x="367479" y="260957"/>
              <a:ext cx="212424" cy="2698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613" y="18413"/>
                  </a:moveTo>
                  <a:lnTo>
                    <a:pt x="21600" y="17056"/>
                  </a:lnTo>
                  <a:lnTo>
                    <a:pt x="21600" y="0"/>
                  </a:lnTo>
                  <a:lnTo>
                    <a:pt x="21327" y="215"/>
                  </a:lnTo>
                  <a:lnTo>
                    <a:pt x="10359" y="8786"/>
                  </a:lnTo>
                  <a:lnTo>
                    <a:pt x="0" y="3833"/>
                  </a:lnTo>
                  <a:lnTo>
                    <a:pt x="0" y="3919"/>
                  </a:lnTo>
                  <a:lnTo>
                    <a:pt x="0" y="3833"/>
                  </a:lnTo>
                  <a:lnTo>
                    <a:pt x="0" y="21600"/>
                  </a:lnTo>
                  <a:lnTo>
                    <a:pt x="7018" y="20265"/>
                  </a:lnTo>
                  <a:lnTo>
                    <a:pt x="7018" y="13740"/>
                  </a:lnTo>
                  <a:lnTo>
                    <a:pt x="10663" y="15505"/>
                  </a:lnTo>
                  <a:lnTo>
                    <a:pt x="10663" y="15613"/>
                  </a:lnTo>
                  <a:lnTo>
                    <a:pt x="14613" y="12512"/>
                  </a:lnTo>
                  <a:lnTo>
                    <a:pt x="14613" y="18413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52" name="Freeform 24"/>
            <p:cNvSpPr/>
            <p:nvPr/>
          </p:nvSpPr>
          <p:spPr>
            <a:xfrm>
              <a:off x="508196" y="466228"/>
              <a:ext cx="80371" cy="322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43" y="5220"/>
                  </a:moveTo>
                  <a:lnTo>
                    <a:pt x="18549" y="0"/>
                  </a:lnTo>
                  <a:lnTo>
                    <a:pt x="0" y="11340"/>
                  </a:lnTo>
                  <a:lnTo>
                    <a:pt x="1124" y="21600"/>
                  </a:lnTo>
                  <a:lnTo>
                    <a:pt x="20074" y="10440"/>
                  </a:lnTo>
                  <a:lnTo>
                    <a:pt x="21600" y="5220"/>
                  </a:lnTo>
                  <a:lnTo>
                    <a:pt x="20074" y="10440"/>
                  </a:lnTo>
                  <a:lnTo>
                    <a:pt x="20877" y="9540"/>
                  </a:lnTo>
                  <a:lnTo>
                    <a:pt x="21600" y="7740"/>
                  </a:lnTo>
                  <a:lnTo>
                    <a:pt x="21600" y="4320"/>
                  </a:lnTo>
                  <a:lnTo>
                    <a:pt x="21199" y="2700"/>
                  </a:lnTo>
                  <a:lnTo>
                    <a:pt x="20476" y="900"/>
                  </a:lnTo>
                  <a:lnTo>
                    <a:pt x="19673" y="0"/>
                  </a:lnTo>
                  <a:lnTo>
                    <a:pt x="18549" y="0"/>
                  </a:lnTo>
                  <a:lnTo>
                    <a:pt x="16943" y="52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53" name="Freeform 25"/>
            <p:cNvSpPr/>
            <p:nvPr/>
          </p:nvSpPr>
          <p:spPr>
            <a:xfrm>
              <a:off x="571235" y="255846"/>
              <a:ext cx="17332" cy="218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772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506"/>
                  </a:lnTo>
                  <a:lnTo>
                    <a:pt x="18248" y="240"/>
                  </a:lnTo>
                  <a:lnTo>
                    <a:pt x="14524" y="133"/>
                  </a:lnTo>
                  <a:lnTo>
                    <a:pt x="10800" y="0"/>
                  </a:lnTo>
                  <a:lnTo>
                    <a:pt x="7448" y="133"/>
                  </a:lnTo>
                  <a:lnTo>
                    <a:pt x="3724" y="240"/>
                  </a:lnTo>
                  <a:lnTo>
                    <a:pt x="0" y="506"/>
                  </a:lnTo>
                  <a:lnTo>
                    <a:pt x="0" y="77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54" name="Freeform 26"/>
            <p:cNvSpPr/>
            <p:nvPr/>
          </p:nvSpPr>
          <p:spPr>
            <a:xfrm>
              <a:off x="571235" y="251810"/>
              <a:ext cx="17332" cy="142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38" y="21600"/>
                  </a:moveTo>
                  <a:lnTo>
                    <a:pt x="0" y="11819"/>
                  </a:lnTo>
                  <a:lnTo>
                    <a:pt x="0" y="17932"/>
                  </a:lnTo>
                  <a:lnTo>
                    <a:pt x="21600" y="19562"/>
                  </a:lnTo>
                  <a:lnTo>
                    <a:pt x="21600" y="13857"/>
                  </a:lnTo>
                  <a:lnTo>
                    <a:pt x="1862" y="6113"/>
                  </a:lnTo>
                  <a:lnTo>
                    <a:pt x="21600" y="13857"/>
                  </a:lnTo>
                  <a:lnTo>
                    <a:pt x="21600" y="8151"/>
                  </a:lnTo>
                  <a:lnTo>
                    <a:pt x="19738" y="4075"/>
                  </a:lnTo>
                  <a:lnTo>
                    <a:pt x="16386" y="2038"/>
                  </a:lnTo>
                  <a:lnTo>
                    <a:pt x="10800" y="0"/>
                  </a:lnTo>
                  <a:lnTo>
                    <a:pt x="7448" y="2038"/>
                  </a:lnTo>
                  <a:lnTo>
                    <a:pt x="3724" y="4075"/>
                  </a:lnTo>
                  <a:lnTo>
                    <a:pt x="1862" y="8151"/>
                  </a:lnTo>
                  <a:lnTo>
                    <a:pt x="0" y="11819"/>
                  </a:lnTo>
                  <a:lnTo>
                    <a:pt x="19738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55" name="Freeform 27"/>
            <p:cNvSpPr/>
            <p:nvPr/>
          </p:nvSpPr>
          <p:spPr>
            <a:xfrm>
              <a:off x="571235" y="255846"/>
              <a:ext cx="17332" cy="129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550"/>
                  </a:moveTo>
                  <a:lnTo>
                    <a:pt x="19738" y="17100"/>
                  </a:lnTo>
                  <a:lnTo>
                    <a:pt x="1862" y="0"/>
                  </a:lnTo>
                  <a:lnTo>
                    <a:pt x="21600" y="8550"/>
                  </a:lnTo>
                  <a:lnTo>
                    <a:pt x="1862" y="0"/>
                  </a:lnTo>
                  <a:lnTo>
                    <a:pt x="0" y="4050"/>
                  </a:lnTo>
                  <a:lnTo>
                    <a:pt x="0" y="14850"/>
                  </a:lnTo>
                  <a:lnTo>
                    <a:pt x="3724" y="19350"/>
                  </a:lnTo>
                  <a:lnTo>
                    <a:pt x="7448" y="21600"/>
                  </a:lnTo>
                  <a:lnTo>
                    <a:pt x="16386" y="21600"/>
                  </a:lnTo>
                  <a:lnTo>
                    <a:pt x="19738" y="17100"/>
                  </a:lnTo>
                  <a:lnTo>
                    <a:pt x="0" y="855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56" name="Freeform 28"/>
            <p:cNvSpPr/>
            <p:nvPr/>
          </p:nvSpPr>
          <p:spPr>
            <a:xfrm>
              <a:off x="571235" y="251810"/>
              <a:ext cx="17332" cy="142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38" y="21600"/>
                  </a:moveTo>
                  <a:lnTo>
                    <a:pt x="0" y="13857"/>
                  </a:lnTo>
                  <a:lnTo>
                    <a:pt x="21600" y="13857"/>
                  </a:lnTo>
                  <a:lnTo>
                    <a:pt x="1862" y="6113"/>
                  </a:lnTo>
                  <a:lnTo>
                    <a:pt x="21600" y="13857"/>
                  </a:lnTo>
                  <a:lnTo>
                    <a:pt x="21600" y="8151"/>
                  </a:lnTo>
                  <a:lnTo>
                    <a:pt x="18248" y="4075"/>
                  </a:lnTo>
                  <a:lnTo>
                    <a:pt x="10800" y="0"/>
                  </a:lnTo>
                  <a:lnTo>
                    <a:pt x="7448" y="2038"/>
                  </a:lnTo>
                  <a:lnTo>
                    <a:pt x="3724" y="4075"/>
                  </a:lnTo>
                  <a:lnTo>
                    <a:pt x="0" y="8151"/>
                  </a:lnTo>
                  <a:lnTo>
                    <a:pt x="0" y="13857"/>
                  </a:lnTo>
                  <a:lnTo>
                    <a:pt x="19738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57" name="Freeform 29"/>
            <p:cNvSpPr/>
            <p:nvPr/>
          </p:nvSpPr>
          <p:spPr>
            <a:xfrm>
              <a:off x="568546" y="255846"/>
              <a:ext cx="18527" cy="153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465" y="18189"/>
                  </a:moveTo>
                  <a:lnTo>
                    <a:pt x="21600" y="14400"/>
                  </a:lnTo>
                  <a:lnTo>
                    <a:pt x="4877" y="0"/>
                  </a:lnTo>
                  <a:lnTo>
                    <a:pt x="1742" y="3411"/>
                  </a:lnTo>
                  <a:lnTo>
                    <a:pt x="0" y="7200"/>
                  </a:lnTo>
                  <a:lnTo>
                    <a:pt x="0" y="12505"/>
                  </a:lnTo>
                  <a:lnTo>
                    <a:pt x="1742" y="16295"/>
                  </a:lnTo>
                  <a:lnTo>
                    <a:pt x="3135" y="20084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465" y="181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58" name="Freeform 30"/>
            <p:cNvSpPr/>
            <p:nvPr/>
          </p:nvSpPr>
          <p:spPr>
            <a:xfrm>
              <a:off x="460992" y="258267"/>
              <a:ext cx="123393" cy="1216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32" y="21122"/>
                  </a:moveTo>
                  <a:lnTo>
                    <a:pt x="2720" y="20883"/>
                  </a:lnTo>
                  <a:lnTo>
                    <a:pt x="21600" y="1864"/>
                  </a:lnTo>
                  <a:lnTo>
                    <a:pt x="19090" y="0"/>
                  </a:lnTo>
                  <a:lnTo>
                    <a:pt x="471" y="19067"/>
                  </a:lnTo>
                  <a:lnTo>
                    <a:pt x="2510" y="18828"/>
                  </a:lnTo>
                  <a:lnTo>
                    <a:pt x="471" y="19067"/>
                  </a:lnTo>
                  <a:lnTo>
                    <a:pt x="0" y="19497"/>
                  </a:lnTo>
                  <a:lnTo>
                    <a:pt x="0" y="20214"/>
                  </a:lnTo>
                  <a:lnTo>
                    <a:pt x="209" y="20644"/>
                  </a:lnTo>
                  <a:lnTo>
                    <a:pt x="471" y="21122"/>
                  </a:lnTo>
                  <a:lnTo>
                    <a:pt x="994" y="21361"/>
                  </a:lnTo>
                  <a:lnTo>
                    <a:pt x="1464" y="21600"/>
                  </a:lnTo>
                  <a:lnTo>
                    <a:pt x="2249" y="21361"/>
                  </a:lnTo>
                  <a:lnTo>
                    <a:pt x="2720" y="20883"/>
                  </a:lnTo>
                  <a:lnTo>
                    <a:pt x="732" y="2112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59" name="Freeform 31"/>
            <p:cNvSpPr/>
            <p:nvPr/>
          </p:nvSpPr>
          <p:spPr>
            <a:xfrm>
              <a:off x="358815" y="301042"/>
              <a:ext cx="116521" cy="761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212" y="2213"/>
                  </a:moveTo>
                  <a:lnTo>
                    <a:pt x="831" y="4045"/>
                  </a:lnTo>
                  <a:lnTo>
                    <a:pt x="19717" y="21600"/>
                  </a:lnTo>
                  <a:lnTo>
                    <a:pt x="21600" y="17936"/>
                  </a:lnTo>
                  <a:lnTo>
                    <a:pt x="2658" y="382"/>
                  </a:lnTo>
                  <a:lnTo>
                    <a:pt x="0" y="2213"/>
                  </a:lnTo>
                  <a:lnTo>
                    <a:pt x="2658" y="382"/>
                  </a:lnTo>
                  <a:lnTo>
                    <a:pt x="1883" y="0"/>
                  </a:lnTo>
                  <a:lnTo>
                    <a:pt x="1329" y="0"/>
                  </a:lnTo>
                  <a:lnTo>
                    <a:pt x="554" y="382"/>
                  </a:lnTo>
                  <a:lnTo>
                    <a:pt x="277" y="1069"/>
                  </a:lnTo>
                  <a:lnTo>
                    <a:pt x="0" y="1832"/>
                  </a:lnTo>
                  <a:lnTo>
                    <a:pt x="0" y="2519"/>
                  </a:lnTo>
                  <a:lnTo>
                    <a:pt x="277" y="3282"/>
                  </a:lnTo>
                  <a:lnTo>
                    <a:pt x="831" y="4045"/>
                  </a:lnTo>
                  <a:lnTo>
                    <a:pt x="3212" y="221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60" name="Freeform 32"/>
            <p:cNvSpPr/>
            <p:nvPr/>
          </p:nvSpPr>
          <p:spPr>
            <a:xfrm>
              <a:off x="358815" y="302387"/>
              <a:ext cx="17332" cy="15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724" y="19705"/>
                  </a:moveTo>
                  <a:lnTo>
                    <a:pt x="21600" y="9095"/>
                  </a:lnTo>
                  <a:lnTo>
                    <a:pt x="0" y="9095"/>
                  </a:lnTo>
                  <a:lnTo>
                    <a:pt x="0" y="10611"/>
                  </a:lnTo>
                  <a:lnTo>
                    <a:pt x="17876" y="0"/>
                  </a:lnTo>
                  <a:lnTo>
                    <a:pt x="0" y="10611"/>
                  </a:lnTo>
                  <a:lnTo>
                    <a:pt x="0" y="14400"/>
                  </a:lnTo>
                  <a:lnTo>
                    <a:pt x="3724" y="18189"/>
                  </a:lnTo>
                  <a:lnTo>
                    <a:pt x="7448" y="19705"/>
                  </a:lnTo>
                  <a:lnTo>
                    <a:pt x="10800" y="21600"/>
                  </a:lnTo>
                  <a:lnTo>
                    <a:pt x="14524" y="19705"/>
                  </a:lnTo>
                  <a:lnTo>
                    <a:pt x="17876" y="18189"/>
                  </a:lnTo>
                  <a:lnTo>
                    <a:pt x="21600" y="14400"/>
                  </a:lnTo>
                  <a:lnTo>
                    <a:pt x="21600" y="9095"/>
                  </a:lnTo>
                  <a:lnTo>
                    <a:pt x="3724" y="1970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61" name="Freeform 33"/>
            <p:cNvSpPr/>
            <p:nvPr/>
          </p:nvSpPr>
          <p:spPr>
            <a:xfrm>
              <a:off x="357620" y="301042"/>
              <a:ext cx="18527" cy="15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989"/>
                  </a:moveTo>
                  <a:lnTo>
                    <a:pt x="4877" y="20084"/>
                  </a:lnTo>
                  <a:lnTo>
                    <a:pt x="4877" y="21600"/>
                  </a:lnTo>
                  <a:lnTo>
                    <a:pt x="18116" y="1895"/>
                  </a:lnTo>
                  <a:lnTo>
                    <a:pt x="16723" y="1895"/>
                  </a:lnTo>
                  <a:lnTo>
                    <a:pt x="0" y="10989"/>
                  </a:lnTo>
                  <a:lnTo>
                    <a:pt x="16723" y="1895"/>
                  </a:lnTo>
                  <a:lnTo>
                    <a:pt x="13239" y="0"/>
                  </a:lnTo>
                  <a:lnTo>
                    <a:pt x="8361" y="0"/>
                  </a:lnTo>
                  <a:lnTo>
                    <a:pt x="4877" y="1895"/>
                  </a:lnTo>
                  <a:lnTo>
                    <a:pt x="3135" y="3411"/>
                  </a:lnTo>
                  <a:lnTo>
                    <a:pt x="1394" y="9095"/>
                  </a:lnTo>
                  <a:lnTo>
                    <a:pt x="0" y="12505"/>
                  </a:lnTo>
                  <a:lnTo>
                    <a:pt x="1394" y="16295"/>
                  </a:lnTo>
                  <a:lnTo>
                    <a:pt x="4877" y="20084"/>
                  </a:lnTo>
                  <a:lnTo>
                    <a:pt x="21600" y="109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62" name="Freeform 34"/>
            <p:cNvSpPr/>
            <p:nvPr/>
          </p:nvSpPr>
          <p:spPr>
            <a:xfrm>
              <a:off x="357620" y="308844"/>
              <a:ext cx="18527" cy="2297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361" y="20158"/>
                  </a:moveTo>
                  <a:lnTo>
                    <a:pt x="21600" y="20867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0867"/>
                  </a:lnTo>
                  <a:lnTo>
                    <a:pt x="13239" y="21600"/>
                  </a:lnTo>
                  <a:lnTo>
                    <a:pt x="0" y="20867"/>
                  </a:lnTo>
                  <a:lnTo>
                    <a:pt x="1394" y="21246"/>
                  </a:lnTo>
                  <a:lnTo>
                    <a:pt x="3135" y="21474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116" y="21474"/>
                  </a:lnTo>
                  <a:lnTo>
                    <a:pt x="19858" y="21246"/>
                  </a:lnTo>
                  <a:lnTo>
                    <a:pt x="21600" y="20867"/>
                  </a:lnTo>
                  <a:lnTo>
                    <a:pt x="8361" y="2015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63" name="Freeform 35"/>
            <p:cNvSpPr/>
            <p:nvPr/>
          </p:nvSpPr>
          <p:spPr>
            <a:xfrm>
              <a:off x="364790" y="506313"/>
              <a:ext cx="80371" cy="322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43" y="5220"/>
                  </a:moveTo>
                  <a:lnTo>
                    <a:pt x="18468" y="0"/>
                  </a:lnTo>
                  <a:lnTo>
                    <a:pt x="0" y="11340"/>
                  </a:lnTo>
                  <a:lnTo>
                    <a:pt x="1124" y="21600"/>
                  </a:lnTo>
                  <a:lnTo>
                    <a:pt x="19994" y="10440"/>
                  </a:lnTo>
                  <a:lnTo>
                    <a:pt x="21600" y="5220"/>
                  </a:lnTo>
                  <a:lnTo>
                    <a:pt x="19994" y="10440"/>
                  </a:lnTo>
                  <a:lnTo>
                    <a:pt x="20797" y="9540"/>
                  </a:lnTo>
                  <a:lnTo>
                    <a:pt x="21600" y="7740"/>
                  </a:lnTo>
                  <a:lnTo>
                    <a:pt x="21600" y="3420"/>
                  </a:lnTo>
                  <a:lnTo>
                    <a:pt x="21199" y="1800"/>
                  </a:lnTo>
                  <a:lnTo>
                    <a:pt x="20396" y="900"/>
                  </a:lnTo>
                  <a:lnTo>
                    <a:pt x="19673" y="0"/>
                  </a:lnTo>
                  <a:lnTo>
                    <a:pt x="18468" y="0"/>
                  </a:lnTo>
                  <a:lnTo>
                    <a:pt x="16943" y="52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64" name="Freeform 36"/>
            <p:cNvSpPr/>
            <p:nvPr/>
          </p:nvSpPr>
          <p:spPr>
            <a:xfrm>
              <a:off x="427829" y="425066"/>
              <a:ext cx="17332" cy="890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014" y="261"/>
                  </a:moveTo>
                  <a:lnTo>
                    <a:pt x="0" y="1827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827"/>
                  </a:lnTo>
                  <a:lnTo>
                    <a:pt x="3724" y="3393"/>
                  </a:lnTo>
                  <a:lnTo>
                    <a:pt x="21600" y="1827"/>
                  </a:lnTo>
                  <a:lnTo>
                    <a:pt x="21600" y="1240"/>
                  </a:lnTo>
                  <a:lnTo>
                    <a:pt x="17876" y="587"/>
                  </a:lnTo>
                  <a:lnTo>
                    <a:pt x="14152" y="0"/>
                  </a:lnTo>
                  <a:lnTo>
                    <a:pt x="7076" y="0"/>
                  </a:lnTo>
                  <a:lnTo>
                    <a:pt x="0" y="1240"/>
                  </a:lnTo>
                  <a:lnTo>
                    <a:pt x="0" y="1827"/>
                  </a:lnTo>
                  <a:lnTo>
                    <a:pt x="16014" y="261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65" name="Freeform 37"/>
            <p:cNvSpPr/>
            <p:nvPr/>
          </p:nvSpPr>
          <p:spPr>
            <a:xfrm>
              <a:off x="430817" y="426143"/>
              <a:ext cx="50196" cy="363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314" y="13920"/>
                  </a:moveTo>
                  <a:lnTo>
                    <a:pt x="19671" y="13120"/>
                  </a:lnTo>
                  <a:lnTo>
                    <a:pt x="4243" y="0"/>
                  </a:lnTo>
                  <a:lnTo>
                    <a:pt x="0" y="7680"/>
                  </a:lnTo>
                  <a:lnTo>
                    <a:pt x="15429" y="20800"/>
                  </a:lnTo>
                  <a:lnTo>
                    <a:pt x="14786" y="20000"/>
                  </a:lnTo>
                  <a:lnTo>
                    <a:pt x="15429" y="20800"/>
                  </a:lnTo>
                  <a:lnTo>
                    <a:pt x="17229" y="21600"/>
                  </a:lnTo>
                  <a:lnTo>
                    <a:pt x="18514" y="21600"/>
                  </a:lnTo>
                  <a:lnTo>
                    <a:pt x="19671" y="20800"/>
                  </a:lnTo>
                  <a:lnTo>
                    <a:pt x="20957" y="19200"/>
                  </a:lnTo>
                  <a:lnTo>
                    <a:pt x="21600" y="17760"/>
                  </a:lnTo>
                  <a:lnTo>
                    <a:pt x="21600" y="16160"/>
                  </a:lnTo>
                  <a:lnTo>
                    <a:pt x="20957" y="14720"/>
                  </a:lnTo>
                  <a:lnTo>
                    <a:pt x="20314" y="139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66" name="Freeform 38"/>
            <p:cNvSpPr/>
            <p:nvPr/>
          </p:nvSpPr>
          <p:spPr>
            <a:xfrm>
              <a:off x="465174" y="449548"/>
              <a:ext cx="17333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2" y="0"/>
                  </a:moveTo>
                  <a:lnTo>
                    <a:pt x="16014" y="0"/>
                  </a:lnTo>
                  <a:lnTo>
                    <a:pt x="0" y="15487"/>
                  </a:lnTo>
                  <a:lnTo>
                    <a:pt x="1862" y="17525"/>
                  </a:lnTo>
                  <a:lnTo>
                    <a:pt x="17876" y="17525"/>
                  </a:lnTo>
                  <a:lnTo>
                    <a:pt x="1862" y="17525"/>
                  </a:lnTo>
                  <a:lnTo>
                    <a:pt x="5214" y="21600"/>
                  </a:lnTo>
                  <a:lnTo>
                    <a:pt x="10800" y="21600"/>
                  </a:lnTo>
                  <a:lnTo>
                    <a:pt x="14152" y="19562"/>
                  </a:lnTo>
                  <a:lnTo>
                    <a:pt x="17876" y="17525"/>
                  </a:lnTo>
                  <a:lnTo>
                    <a:pt x="19738" y="13449"/>
                  </a:lnTo>
                  <a:lnTo>
                    <a:pt x="21600" y="9781"/>
                  </a:lnTo>
                  <a:lnTo>
                    <a:pt x="19738" y="3668"/>
                  </a:lnTo>
                  <a:lnTo>
                    <a:pt x="17876" y="0"/>
                  </a:lnTo>
                  <a:lnTo>
                    <a:pt x="1862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67" name="Freeform 39"/>
            <p:cNvSpPr/>
            <p:nvPr/>
          </p:nvSpPr>
          <p:spPr>
            <a:xfrm>
              <a:off x="466668" y="409463"/>
              <a:ext cx="53184" cy="516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3263"/>
                  </a:moveTo>
                  <a:lnTo>
                    <a:pt x="15169" y="1125"/>
                  </a:lnTo>
                  <a:lnTo>
                    <a:pt x="0" y="16763"/>
                  </a:lnTo>
                  <a:lnTo>
                    <a:pt x="5218" y="21600"/>
                  </a:lnTo>
                  <a:lnTo>
                    <a:pt x="20387" y="5400"/>
                  </a:lnTo>
                  <a:lnTo>
                    <a:pt x="13955" y="3263"/>
                  </a:lnTo>
                  <a:lnTo>
                    <a:pt x="20387" y="5400"/>
                  </a:lnTo>
                  <a:lnTo>
                    <a:pt x="21600" y="4275"/>
                  </a:lnTo>
                  <a:lnTo>
                    <a:pt x="21600" y="3263"/>
                  </a:lnTo>
                  <a:lnTo>
                    <a:pt x="20993" y="1575"/>
                  </a:lnTo>
                  <a:lnTo>
                    <a:pt x="20387" y="1125"/>
                  </a:lnTo>
                  <a:lnTo>
                    <a:pt x="19173" y="0"/>
                  </a:lnTo>
                  <a:lnTo>
                    <a:pt x="16261" y="0"/>
                  </a:lnTo>
                  <a:lnTo>
                    <a:pt x="15169" y="1125"/>
                  </a:lnTo>
                  <a:lnTo>
                    <a:pt x="21600" y="326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68" name="Freeform 40"/>
            <p:cNvSpPr/>
            <p:nvPr/>
          </p:nvSpPr>
          <p:spPr>
            <a:xfrm>
              <a:off x="501026" y="417265"/>
              <a:ext cx="18826" cy="812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229" y="17523"/>
                  </a:moveTo>
                  <a:lnTo>
                    <a:pt x="21600" y="19597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9597"/>
                  </a:lnTo>
                  <a:lnTo>
                    <a:pt x="13029" y="21600"/>
                  </a:lnTo>
                  <a:lnTo>
                    <a:pt x="0" y="19597"/>
                  </a:lnTo>
                  <a:lnTo>
                    <a:pt x="1714" y="20599"/>
                  </a:lnTo>
                  <a:lnTo>
                    <a:pt x="3429" y="21314"/>
                  </a:lnTo>
                  <a:lnTo>
                    <a:pt x="6514" y="21600"/>
                  </a:lnTo>
                  <a:lnTo>
                    <a:pt x="14743" y="21600"/>
                  </a:lnTo>
                  <a:lnTo>
                    <a:pt x="18171" y="21314"/>
                  </a:lnTo>
                  <a:lnTo>
                    <a:pt x="19886" y="20599"/>
                  </a:lnTo>
                  <a:lnTo>
                    <a:pt x="21600" y="19597"/>
                  </a:lnTo>
                  <a:lnTo>
                    <a:pt x="8229" y="1752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69" name="Freeform 41"/>
            <p:cNvSpPr/>
            <p:nvPr/>
          </p:nvSpPr>
          <p:spPr>
            <a:xfrm>
              <a:off x="211224" y="383636"/>
              <a:ext cx="192111" cy="2453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66" y="0"/>
                  </a:moveTo>
                  <a:lnTo>
                    <a:pt x="21600" y="0"/>
                  </a:lnTo>
                  <a:lnTo>
                    <a:pt x="21600" y="17503"/>
                  </a:lnTo>
                  <a:lnTo>
                    <a:pt x="13706" y="19208"/>
                  </a:lnTo>
                  <a:lnTo>
                    <a:pt x="13706" y="14211"/>
                  </a:lnTo>
                  <a:lnTo>
                    <a:pt x="134" y="21482"/>
                  </a:lnTo>
                  <a:lnTo>
                    <a:pt x="0" y="21600"/>
                  </a:lnTo>
                  <a:lnTo>
                    <a:pt x="0" y="3292"/>
                  </a:lnTo>
                  <a:lnTo>
                    <a:pt x="7894" y="1587"/>
                  </a:lnTo>
                  <a:lnTo>
                    <a:pt x="7894" y="7389"/>
                  </a:lnTo>
                  <a:lnTo>
                    <a:pt x="21466" y="0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70" name="Freeform 42"/>
            <p:cNvSpPr/>
            <p:nvPr/>
          </p:nvSpPr>
          <p:spPr>
            <a:xfrm>
              <a:off x="393471" y="377180"/>
              <a:ext cx="17034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11" y="0"/>
                  </a:moveTo>
                  <a:lnTo>
                    <a:pt x="21600" y="9781"/>
                  </a:lnTo>
                  <a:lnTo>
                    <a:pt x="0" y="9781"/>
                  </a:lnTo>
                  <a:lnTo>
                    <a:pt x="18189" y="19562"/>
                  </a:lnTo>
                  <a:lnTo>
                    <a:pt x="0" y="9781"/>
                  </a:lnTo>
                  <a:lnTo>
                    <a:pt x="0" y="15487"/>
                  </a:lnTo>
                  <a:lnTo>
                    <a:pt x="3411" y="19562"/>
                  </a:lnTo>
                  <a:lnTo>
                    <a:pt x="7200" y="21600"/>
                  </a:lnTo>
                  <a:lnTo>
                    <a:pt x="14400" y="21600"/>
                  </a:lnTo>
                  <a:lnTo>
                    <a:pt x="18189" y="19562"/>
                  </a:lnTo>
                  <a:lnTo>
                    <a:pt x="21600" y="15487"/>
                  </a:lnTo>
                  <a:lnTo>
                    <a:pt x="21600" y="9781"/>
                  </a:lnTo>
                  <a:lnTo>
                    <a:pt x="3411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71" name="Freeform 43"/>
            <p:cNvSpPr/>
            <p:nvPr/>
          </p:nvSpPr>
          <p:spPr>
            <a:xfrm>
              <a:off x="393471" y="375835"/>
              <a:ext cx="18528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1819"/>
                  </a:moveTo>
                  <a:lnTo>
                    <a:pt x="3135" y="2038"/>
                  </a:lnTo>
                  <a:lnTo>
                    <a:pt x="16723" y="21600"/>
                  </a:lnTo>
                  <a:lnTo>
                    <a:pt x="18465" y="21600"/>
                  </a:lnTo>
                  <a:lnTo>
                    <a:pt x="0" y="11819"/>
                  </a:lnTo>
                  <a:lnTo>
                    <a:pt x="18465" y="21600"/>
                  </a:lnTo>
                  <a:lnTo>
                    <a:pt x="19858" y="15894"/>
                  </a:lnTo>
                  <a:lnTo>
                    <a:pt x="21600" y="11819"/>
                  </a:lnTo>
                  <a:lnTo>
                    <a:pt x="19858" y="7743"/>
                  </a:lnTo>
                  <a:lnTo>
                    <a:pt x="18465" y="4075"/>
                  </a:lnTo>
                  <a:lnTo>
                    <a:pt x="16723" y="0"/>
                  </a:lnTo>
                  <a:lnTo>
                    <a:pt x="8361" y="0"/>
                  </a:lnTo>
                  <a:lnTo>
                    <a:pt x="3135" y="2038"/>
                  </a:lnTo>
                  <a:lnTo>
                    <a:pt x="21600" y="1181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72" name="Freeform 44"/>
            <p:cNvSpPr/>
            <p:nvPr/>
          </p:nvSpPr>
          <p:spPr>
            <a:xfrm>
              <a:off x="393471" y="383636"/>
              <a:ext cx="18528" cy="206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39" y="21600"/>
                  </a:moveTo>
                  <a:lnTo>
                    <a:pt x="21600" y="20784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0784"/>
                  </a:lnTo>
                  <a:lnTo>
                    <a:pt x="8361" y="19997"/>
                  </a:lnTo>
                  <a:lnTo>
                    <a:pt x="0" y="20784"/>
                  </a:lnTo>
                  <a:lnTo>
                    <a:pt x="1394" y="21206"/>
                  </a:lnTo>
                  <a:lnTo>
                    <a:pt x="3135" y="21459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465" y="21459"/>
                  </a:lnTo>
                  <a:lnTo>
                    <a:pt x="19858" y="21206"/>
                  </a:lnTo>
                  <a:lnTo>
                    <a:pt x="21600" y="20784"/>
                  </a:lnTo>
                  <a:lnTo>
                    <a:pt x="13239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73" name="Freeform 45"/>
            <p:cNvSpPr/>
            <p:nvPr/>
          </p:nvSpPr>
          <p:spPr>
            <a:xfrm>
              <a:off x="324457" y="574914"/>
              <a:ext cx="80371" cy="347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744"/>
                  </a:moveTo>
                  <a:lnTo>
                    <a:pt x="3132" y="21600"/>
                  </a:lnTo>
                  <a:lnTo>
                    <a:pt x="21600" y="9544"/>
                  </a:lnTo>
                  <a:lnTo>
                    <a:pt x="20476" y="0"/>
                  </a:lnTo>
                  <a:lnTo>
                    <a:pt x="1526" y="12056"/>
                  </a:lnTo>
                  <a:lnTo>
                    <a:pt x="5059" y="16744"/>
                  </a:lnTo>
                  <a:lnTo>
                    <a:pt x="1526" y="12056"/>
                  </a:lnTo>
                  <a:lnTo>
                    <a:pt x="803" y="12726"/>
                  </a:lnTo>
                  <a:lnTo>
                    <a:pt x="401" y="14400"/>
                  </a:lnTo>
                  <a:lnTo>
                    <a:pt x="0" y="16744"/>
                  </a:lnTo>
                  <a:lnTo>
                    <a:pt x="0" y="18419"/>
                  </a:lnTo>
                  <a:lnTo>
                    <a:pt x="401" y="20093"/>
                  </a:lnTo>
                  <a:lnTo>
                    <a:pt x="1124" y="20763"/>
                  </a:lnTo>
                  <a:lnTo>
                    <a:pt x="1927" y="21600"/>
                  </a:lnTo>
                  <a:lnTo>
                    <a:pt x="3132" y="21600"/>
                  </a:lnTo>
                  <a:lnTo>
                    <a:pt x="0" y="16744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74" name="Freeform 46"/>
            <p:cNvSpPr/>
            <p:nvPr/>
          </p:nvSpPr>
          <p:spPr>
            <a:xfrm>
              <a:off x="324457" y="536174"/>
              <a:ext cx="18826" cy="656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457" y="5046"/>
                  </a:moveTo>
                  <a:lnTo>
                    <a:pt x="0" y="292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921"/>
                  </a:lnTo>
                  <a:lnTo>
                    <a:pt x="3429" y="797"/>
                  </a:lnTo>
                  <a:lnTo>
                    <a:pt x="21600" y="2921"/>
                  </a:lnTo>
                  <a:lnTo>
                    <a:pt x="19886" y="1682"/>
                  </a:lnTo>
                  <a:lnTo>
                    <a:pt x="18171" y="797"/>
                  </a:lnTo>
                  <a:lnTo>
                    <a:pt x="14743" y="354"/>
                  </a:lnTo>
                  <a:lnTo>
                    <a:pt x="9943" y="0"/>
                  </a:lnTo>
                  <a:lnTo>
                    <a:pt x="6514" y="354"/>
                  </a:lnTo>
                  <a:lnTo>
                    <a:pt x="3429" y="797"/>
                  </a:lnTo>
                  <a:lnTo>
                    <a:pt x="1714" y="1682"/>
                  </a:lnTo>
                  <a:lnTo>
                    <a:pt x="0" y="2921"/>
                  </a:lnTo>
                  <a:lnTo>
                    <a:pt x="16457" y="504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75" name="Freeform 47"/>
            <p:cNvSpPr/>
            <p:nvPr/>
          </p:nvSpPr>
          <p:spPr>
            <a:xfrm>
              <a:off x="203755" y="538596"/>
              <a:ext cx="135047" cy="982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342" y="21008"/>
                  </a:moveTo>
                  <a:lnTo>
                    <a:pt x="21600" y="2841"/>
                  </a:lnTo>
                  <a:lnTo>
                    <a:pt x="19784" y="0"/>
                  </a:lnTo>
                  <a:lnTo>
                    <a:pt x="478" y="18464"/>
                  </a:lnTo>
                  <a:lnTo>
                    <a:pt x="0" y="19055"/>
                  </a:lnTo>
                  <a:lnTo>
                    <a:pt x="0" y="20180"/>
                  </a:lnTo>
                  <a:lnTo>
                    <a:pt x="239" y="20772"/>
                  </a:lnTo>
                  <a:lnTo>
                    <a:pt x="717" y="21304"/>
                  </a:lnTo>
                  <a:lnTo>
                    <a:pt x="1195" y="21600"/>
                  </a:lnTo>
                  <a:lnTo>
                    <a:pt x="1625" y="21600"/>
                  </a:lnTo>
                  <a:lnTo>
                    <a:pt x="2342" y="2100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76" name="Freeform 48"/>
            <p:cNvSpPr/>
            <p:nvPr/>
          </p:nvSpPr>
          <p:spPr>
            <a:xfrm>
              <a:off x="202560" y="622532"/>
              <a:ext cx="18528" cy="156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938"/>
                  </a:moveTo>
                  <a:lnTo>
                    <a:pt x="16723" y="17876"/>
                  </a:lnTo>
                  <a:lnTo>
                    <a:pt x="18465" y="16014"/>
                  </a:lnTo>
                  <a:lnTo>
                    <a:pt x="4877" y="0"/>
                  </a:lnTo>
                  <a:lnTo>
                    <a:pt x="3135" y="1862"/>
                  </a:lnTo>
                  <a:lnTo>
                    <a:pt x="21600" y="8938"/>
                  </a:lnTo>
                  <a:lnTo>
                    <a:pt x="3135" y="1862"/>
                  </a:lnTo>
                  <a:lnTo>
                    <a:pt x="0" y="5586"/>
                  </a:lnTo>
                  <a:lnTo>
                    <a:pt x="0" y="12662"/>
                  </a:lnTo>
                  <a:lnTo>
                    <a:pt x="3135" y="16014"/>
                  </a:lnTo>
                  <a:lnTo>
                    <a:pt x="4877" y="19738"/>
                  </a:lnTo>
                  <a:lnTo>
                    <a:pt x="10103" y="21600"/>
                  </a:lnTo>
                  <a:lnTo>
                    <a:pt x="13239" y="19738"/>
                  </a:lnTo>
                  <a:lnTo>
                    <a:pt x="16723" y="17876"/>
                  </a:lnTo>
                  <a:lnTo>
                    <a:pt x="0" y="893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77" name="Freeform 49"/>
            <p:cNvSpPr/>
            <p:nvPr/>
          </p:nvSpPr>
          <p:spPr>
            <a:xfrm>
              <a:off x="202560" y="413229"/>
              <a:ext cx="18528" cy="2157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619" y="0"/>
                  </a:moveTo>
                  <a:lnTo>
                    <a:pt x="0" y="78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781"/>
                  </a:lnTo>
                  <a:lnTo>
                    <a:pt x="13239" y="1562"/>
                  </a:lnTo>
                  <a:lnTo>
                    <a:pt x="21600" y="781"/>
                  </a:lnTo>
                  <a:lnTo>
                    <a:pt x="19858" y="404"/>
                  </a:lnTo>
                  <a:lnTo>
                    <a:pt x="18465" y="269"/>
                  </a:lnTo>
                  <a:lnTo>
                    <a:pt x="14981" y="0"/>
                  </a:lnTo>
                  <a:lnTo>
                    <a:pt x="6619" y="0"/>
                  </a:lnTo>
                  <a:lnTo>
                    <a:pt x="1394" y="404"/>
                  </a:lnTo>
                  <a:lnTo>
                    <a:pt x="0" y="781"/>
                  </a:lnTo>
                  <a:lnTo>
                    <a:pt x="6619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78" name="Freeform 50"/>
            <p:cNvSpPr/>
            <p:nvPr/>
          </p:nvSpPr>
          <p:spPr>
            <a:xfrm>
              <a:off x="208237" y="393859"/>
              <a:ext cx="81865" cy="349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4818"/>
                  </a:moveTo>
                  <a:lnTo>
                    <a:pt x="18526" y="0"/>
                  </a:lnTo>
                  <a:lnTo>
                    <a:pt x="0" y="11963"/>
                  </a:lnTo>
                  <a:lnTo>
                    <a:pt x="1498" y="21600"/>
                  </a:lnTo>
                  <a:lnTo>
                    <a:pt x="19708" y="9637"/>
                  </a:lnTo>
                  <a:lnTo>
                    <a:pt x="16634" y="4818"/>
                  </a:lnTo>
                  <a:lnTo>
                    <a:pt x="19708" y="9637"/>
                  </a:lnTo>
                  <a:lnTo>
                    <a:pt x="20812" y="8806"/>
                  </a:lnTo>
                  <a:lnTo>
                    <a:pt x="21206" y="7311"/>
                  </a:lnTo>
                  <a:lnTo>
                    <a:pt x="21600" y="4818"/>
                  </a:lnTo>
                  <a:lnTo>
                    <a:pt x="21206" y="3323"/>
                  </a:lnTo>
                  <a:lnTo>
                    <a:pt x="20812" y="1662"/>
                  </a:lnTo>
                  <a:lnTo>
                    <a:pt x="20418" y="831"/>
                  </a:lnTo>
                  <a:lnTo>
                    <a:pt x="19314" y="0"/>
                  </a:lnTo>
                  <a:lnTo>
                    <a:pt x="18526" y="0"/>
                  </a:lnTo>
                  <a:lnTo>
                    <a:pt x="21600" y="481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79" name="Freeform 51"/>
            <p:cNvSpPr/>
            <p:nvPr/>
          </p:nvSpPr>
          <p:spPr>
            <a:xfrm>
              <a:off x="271276" y="401661"/>
              <a:ext cx="18826" cy="737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143" y="17422"/>
                  </a:moveTo>
                  <a:lnTo>
                    <a:pt x="21600" y="19314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9314"/>
                  </a:lnTo>
                  <a:lnTo>
                    <a:pt x="16457" y="21206"/>
                  </a:lnTo>
                  <a:lnTo>
                    <a:pt x="0" y="19314"/>
                  </a:lnTo>
                  <a:lnTo>
                    <a:pt x="1714" y="20102"/>
                  </a:lnTo>
                  <a:lnTo>
                    <a:pt x="3429" y="20812"/>
                  </a:lnTo>
                  <a:lnTo>
                    <a:pt x="6857" y="21600"/>
                  </a:lnTo>
                  <a:lnTo>
                    <a:pt x="15086" y="21600"/>
                  </a:lnTo>
                  <a:lnTo>
                    <a:pt x="18171" y="20812"/>
                  </a:lnTo>
                  <a:lnTo>
                    <a:pt x="19886" y="20102"/>
                  </a:lnTo>
                  <a:lnTo>
                    <a:pt x="21600" y="19314"/>
                  </a:lnTo>
                  <a:lnTo>
                    <a:pt x="5143" y="1742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80" name="Freeform 52"/>
            <p:cNvSpPr/>
            <p:nvPr/>
          </p:nvSpPr>
          <p:spPr>
            <a:xfrm>
              <a:off x="275757" y="375835"/>
              <a:ext cx="134748" cy="981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716"/>
                  </a:moveTo>
                  <a:lnTo>
                    <a:pt x="19301" y="296"/>
                  </a:lnTo>
                  <a:lnTo>
                    <a:pt x="0" y="18759"/>
                  </a:lnTo>
                  <a:lnTo>
                    <a:pt x="1580" y="21600"/>
                  </a:lnTo>
                  <a:lnTo>
                    <a:pt x="21169" y="3136"/>
                  </a:lnTo>
                  <a:lnTo>
                    <a:pt x="18870" y="1716"/>
                  </a:lnTo>
                  <a:lnTo>
                    <a:pt x="21169" y="3136"/>
                  </a:lnTo>
                  <a:lnTo>
                    <a:pt x="21600" y="2545"/>
                  </a:lnTo>
                  <a:lnTo>
                    <a:pt x="21600" y="1124"/>
                  </a:lnTo>
                  <a:lnTo>
                    <a:pt x="21408" y="592"/>
                  </a:lnTo>
                  <a:lnTo>
                    <a:pt x="20929" y="0"/>
                  </a:lnTo>
                  <a:lnTo>
                    <a:pt x="20020" y="0"/>
                  </a:lnTo>
                  <a:lnTo>
                    <a:pt x="19301" y="296"/>
                  </a:lnTo>
                  <a:lnTo>
                    <a:pt x="21600" y="171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81" name="Freeform 53"/>
            <p:cNvSpPr/>
            <p:nvPr/>
          </p:nvSpPr>
          <p:spPr>
            <a:xfrm>
              <a:off x="10157" y="9148"/>
              <a:ext cx="585582" cy="3408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065" y="12599"/>
                  </a:moveTo>
                  <a:lnTo>
                    <a:pt x="18525" y="13332"/>
                  </a:lnTo>
                  <a:lnTo>
                    <a:pt x="17996" y="13997"/>
                  </a:lnTo>
                  <a:lnTo>
                    <a:pt x="17522" y="14559"/>
                  </a:lnTo>
                  <a:lnTo>
                    <a:pt x="17049" y="14968"/>
                  </a:lnTo>
                  <a:lnTo>
                    <a:pt x="16520" y="15377"/>
                  </a:lnTo>
                  <a:lnTo>
                    <a:pt x="16046" y="15718"/>
                  </a:lnTo>
                  <a:lnTo>
                    <a:pt x="15616" y="15957"/>
                  </a:lnTo>
                  <a:lnTo>
                    <a:pt x="15142" y="16196"/>
                  </a:lnTo>
                  <a:lnTo>
                    <a:pt x="14238" y="16451"/>
                  </a:lnTo>
                  <a:lnTo>
                    <a:pt x="13346" y="16605"/>
                  </a:lnTo>
                  <a:lnTo>
                    <a:pt x="12497" y="16690"/>
                  </a:lnTo>
                  <a:lnTo>
                    <a:pt x="11649" y="16690"/>
                  </a:lnTo>
                  <a:lnTo>
                    <a:pt x="10800" y="16775"/>
                  </a:lnTo>
                  <a:lnTo>
                    <a:pt x="10007" y="16861"/>
                  </a:lnTo>
                  <a:lnTo>
                    <a:pt x="9632" y="16946"/>
                  </a:lnTo>
                  <a:lnTo>
                    <a:pt x="9268" y="17014"/>
                  </a:lnTo>
                  <a:lnTo>
                    <a:pt x="8838" y="17185"/>
                  </a:lnTo>
                  <a:lnTo>
                    <a:pt x="8475" y="17423"/>
                  </a:lnTo>
                  <a:lnTo>
                    <a:pt x="8100" y="17679"/>
                  </a:lnTo>
                  <a:lnTo>
                    <a:pt x="7725" y="18003"/>
                  </a:lnTo>
                  <a:lnTo>
                    <a:pt x="7362" y="18412"/>
                  </a:lnTo>
                  <a:lnTo>
                    <a:pt x="6987" y="18906"/>
                  </a:lnTo>
                  <a:lnTo>
                    <a:pt x="6667" y="19401"/>
                  </a:lnTo>
                  <a:lnTo>
                    <a:pt x="6304" y="20049"/>
                  </a:lnTo>
                  <a:lnTo>
                    <a:pt x="5929" y="20782"/>
                  </a:lnTo>
                  <a:lnTo>
                    <a:pt x="5609" y="21600"/>
                  </a:lnTo>
                  <a:lnTo>
                    <a:pt x="5080" y="21361"/>
                  </a:lnTo>
                  <a:lnTo>
                    <a:pt x="4607" y="21106"/>
                  </a:lnTo>
                  <a:lnTo>
                    <a:pt x="4133" y="20782"/>
                  </a:lnTo>
                  <a:lnTo>
                    <a:pt x="3703" y="20458"/>
                  </a:lnTo>
                  <a:lnTo>
                    <a:pt x="3284" y="20134"/>
                  </a:lnTo>
                  <a:lnTo>
                    <a:pt x="2854" y="19725"/>
                  </a:lnTo>
                  <a:lnTo>
                    <a:pt x="2491" y="19230"/>
                  </a:lnTo>
                  <a:lnTo>
                    <a:pt x="2116" y="18736"/>
                  </a:lnTo>
                  <a:lnTo>
                    <a:pt x="1796" y="18242"/>
                  </a:lnTo>
                  <a:lnTo>
                    <a:pt x="1477" y="17679"/>
                  </a:lnTo>
                  <a:lnTo>
                    <a:pt x="1212" y="17099"/>
                  </a:lnTo>
                  <a:lnTo>
                    <a:pt x="948" y="16537"/>
                  </a:lnTo>
                  <a:lnTo>
                    <a:pt x="738" y="15957"/>
                  </a:lnTo>
                  <a:lnTo>
                    <a:pt x="584" y="15309"/>
                  </a:lnTo>
                  <a:lnTo>
                    <a:pt x="364" y="14644"/>
                  </a:lnTo>
                  <a:lnTo>
                    <a:pt x="264" y="13997"/>
                  </a:lnTo>
                  <a:lnTo>
                    <a:pt x="154" y="13332"/>
                  </a:lnTo>
                  <a:lnTo>
                    <a:pt x="55" y="12599"/>
                  </a:lnTo>
                  <a:lnTo>
                    <a:pt x="0" y="11951"/>
                  </a:lnTo>
                  <a:lnTo>
                    <a:pt x="0" y="10468"/>
                  </a:lnTo>
                  <a:lnTo>
                    <a:pt x="55" y="9734"/>
                  </a:lnTo>
                  <a:lnTo>
                    <a:pt x="99" y="9001"/>
                  </a:lnTo>
                  <a:lnTo>
                    <a:pt x="209" y="8337"/>
                  </a:lnTo>
                  <a:lnTo>
                    <a:pt x="364" y="7603"/>
                  </a:lnTo>
                  <a:lnTo>
                    <a:pt x="529" y="6870"/>
                  </a:lnTo>
                  <a:lnTo>
                    <a:pt x="738" y="6137"/>
                  </a:lnTo>
                  <a:lnTo>
                    <a:pt x="1003" y="5472"/>
                  </a:lnTo>
                  <a:lnTo>
                    <a:pt x="1267" y="4739"/>
                  </a:lnTo>
                  <a:lnTo>
                    <a:pt x="1587" y="4092"/>
                  </a:lnTo>
                  <a:lnTo>
                    <a:pt x="1962" y="3427"/>
                  </a:lnTo>
                  <a:lnTo>
                    <a:pt x="2325" y="2779"/>
                  </a:lnTo>
                  <a:lnTo>
                    <a:pt x="2755" y="2131"/>
                  </a:lnTo>
                  <a:lnTo>
                    <a:pt x="3229" y="1637"/>
                  </a:lnTo>
                  <a:lnTo>
                    <a:pt x="3703" y="1227"/>
                  </a:lnTo>
                  <a:lnTo>
                    <a:pt x="4232" y="818"/>
                  </a:lnTo>
                  <a:lnTo>
                    <a:pt x="4761" y="563"/>
                  </a:lnTo>
                  <a:lnTo>
                    <a:pt x="5345" y="324"/>
                  </a:lnTo>
                  <a:lnTo>
                    <a:pt x="5929" y="153"/>
                  </a:lnTo>
                  <a:lnTo>
                    <a:pt x="6568" y="85"/>
                  </a:lnTo>
                  <a:lnTo>
                    <a:pt x="7836" y="0"/>
                  </a:lnTo>
                  <a:lnTo>
                    <a:pt x="9213" y="85"/>
                  </a:lnTo>
                  <a:lnTo>
                    <a:pt x="11968" y="563"/>
                  </a:lnTo>
                  <a:lnTo>
                    <a:pt x="13390" y="818"/>
                  </a:lnTo>
                  <a:lnTo>
                    <a:pt x="14767" y="1142"/>
                  </a:lnTo>
                  <a:lnTo>
                    <a:pt x="16090" y="1313"/>
                  </a:lnTo>
                  <a:lnTo>
                    <a:pt x="17368" y="1381"/>
                  </a:lnTo>
                  <a:lnTo>
                    <a:pt x="18580" y="1381"/>
                  </a:lnTo>
                  <a:lnTo>
                    <a:pt x="19164" y="1313"/>
                  </a:lnTo>
                  <a:lnTo>
                    <a:pt x="19749" y="1142"/>
                  </a:lnTo>
                  <a:lnTo>
                    <a:pt x="20222" y="972"/>
                  </a:lnTo>
                  <a:lnTo>
                    <a:pt x="20751" y="733"/>
                  </a:lnTo>
                  <a:lnTo>
                    <a:pt x="21181" y="409"/>
                  </a:lnTo>
                  <a:lnTo>
                    <a:pt x="21600" y="0"/>
                  </a:lnTo>
                  <a:lnTo>
                    <a:pt x="21126" y="972"/>
                  </a:lnTo>
                  <a:lnTo>
                    <a:pt x="20597" y="1875"/>
                  </a:lnTo>
                  <a:lnTo>
                    <a:pt x="20013" y="2608"/>
                  </a:lnTo>
                  <a:lnTo>
                    <a:pt x="19484" y="3273"/>
                  </a:lnTo>
                  <a:lnTo>
                    <a:pt x="18955" y="3836"/>
                  </a:lnTo>
                  <a:lnTo>
                    <a:pt x="18371" y="4330"/>
                  </a:lnTo>
                  <a:lnTo>
                    <a:pt x="17787" y="4654"/>
                  </a:lnTo>
                  <a:lnTo>
                    <a:pt x="17258" y="4995"/>
                  </a:lnTo>
                  <a:lnTo>
                    <a:pt x="16200" y="5404"/>
                  </a:lnTo>
                  <a:lnTo>
                    <a:pt x="15197" y="5728"/>
                  </a:lnTo>
                  <a:lnTo>
                    <a:pt x="14238" y="5967"/>
                  </a:lnTo>
                  <a:lnTo>
                    <a:pt x="13500" y="6223"/>
                  </a:lnTo>
                  <a:lnTo>
                    <a:pt x="14503" y="6700"/>
                  </a:lnTo>
                  <a:lnTo>
                    <a:pt x="15351" y="6956"/>
                  </a:lnTo>
                  <a:lnTo>
                    <a:pt x="16145" y="7109"/>
                  </a:lnTo>
                  <a:lnTo>
                    <a:pt x="16894" y="7109"/>
                  </a:lnTo>
                  <a:lnTo>
                    <a:pt x="17633" y="7041"/>
                  </a:lnTo>
                  <a:lnTo>
                    <a:pt x="18481" y="6785"/>
                  </a:lnTo>
                  <a:lnTo>
                    <a:pt x="19429" y="6546"/>
                  </a:lnTo>
                  <a:lnTo>
                    <a:pt x="20597" y="6223"/>
                  </a:lnTo>
                  <a:lnTo>
                    <a:pt x="20123" y="7109"/>
                  </a:lnTo>
                  <a:lnTo>
                    <a:pt x="19693" y="7859"/>
                  </a:lnTo>
                  <a:lnTo>
                    <a:pt x="19220" y="8592"/>
                  </a:lnTo>
                  <a:lnTo>
                    <a:pt x="18746" y="9155"/>
                  </a:lnTo>
                  <a:lnTo>
                    <a:pt x="18261" y="9734"/>
                  </a:lnTo>
                  <a:lnTo>
                    <a:pt x="17313" y="10553"/>
                  </a:lnTo>
                  <a:lnTo>
                    <a:pt x="16784" y="10877"/>
                  </a:lnTo>
                  <a:lnTo>
                    <a:pt x="16310" y="11132"/>
                  </a:lnTo>
                  <a:lnTo>
                    <a:pt x="15781" y="11371"/>
                  </a:lnTo>
                  <a:lnTo>
                    <a:pt x="15252" y="11542"/>
                  </a:lnTo>
                  <a:lnTo>
                    <a:pt x="14723" y="11627"/>
                  </a:lnTo>
                  <a:lnTo>
                    <a:pt x="13555" y="11866"/>
                  </a:lnTo>
                  <a:lnTo>
                    <a:pt x="12387" y="11951"/>
                  </a:lnTo>
                  <a:lnTo>
                    <a:pt x="13081" y="12360"/>
                  </a:lnTo>
                  <a:lnTo>
                    <a:pt x="13875" y="12684"/>
                  </a:lnTo>
                  <a:lnTo>
                    <a:pt x="14613" y="12922"/>
                  </a:lnTo>
                  <a:lnTo>
                    <a:pt x="15407" y="13093"/>
                  </a:lnTo>
                  <a:lnTo>
                    <a:pt x="16255" y="13093"/>
                  </a:lnTo>
                  <a:lnTo>
                    <a:pt x="17104" y="13008"/>
                  </a:lnTo>
                  <a:lnTo>
                    <a:pt x="18051" y="12854"/>
                  </a:lnTo>
                  <a:lnTo>
                    <a:pt x="19065" y="12599"/>
                  </a:lnTo>
                  <a:close/>
                </a:path>
              </a:pathLst>
            </a:custGeom>
            <a:solidFill>
              <a:srgbClr val="FF66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82" name="Freeform 54"/>
            <p:cNvSpPr/>
            <p:nvPr/>
          </p:nvSpPr>
          <p:spPr>
            <a:xfrm>
              <a:off x="152368" y="202848"/>
              <a:ext cx="380331" cy="1549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07" y="21600"/>
                  </a:moveTo>
                  <a:lnTo>
                    <a:pt x="967" y="21075"/>
                  </a:lnTo>
                  <a:lnTo>
                    <a:pt x="1459" y="19275"/>
                  </a:lnTo>
                  <a:lnTo>
                    <a:pt x="2036" y="17813"/>
                  </a:lnTo>
                  <a:lnTo>
                    <a:pt x="2511" y="16387"/>
                  </a:lnTo>
                  <a:lnTo>
                    <a:pt x="3088" y="15300"/>
                  </a:lnTo>
                  <a:lnTo>
                    <a:pt x="4072" y="13500"/>
                  </a:lnTo>
                  <a:lnTo>
                    <a:pt x="4632" y="12975"/>
                  </a:lnTo>
                  <a:lnTo>
                    <a:pt x="5209" y="12412"/>
                  </a:lnTo>
                  <a:lnTo>
                    <a:pt x="5701" y="11887"/>
                  </a:lnTo>
                  <a:lnTo>
                    <a:pt x="6261" y="11512"/>
                  </a:lnTo>
                  <a:lnTo>
                    <a:pt x="6838" y="11325"/>
                  </a:lnTo>
                  <a:lnTo>
                    <a:pt x="7415" y="11175"/>
                  </a:lnTo>
                  <a:lnTo>
                    <a:pt x="9858" y="10800"/>
                  </a:lnTo>
                  <a:lnTo>
                    <a:pt x="11165" y="10800"/>
                  </a:lnTo>
                  <a:lnTo>
                    <a:pt x="12471" y="10612"/>
                  </a:lnTo>
                  <a:lnTo>
                    <a:pt x="13931" y="10425"/>
                  </a:lnTo>
                  <a:lnTo>
                    <a:pt x="15322" y="9713"/>
                  </a:lnTo>
                  <a:lnTo>
                    <a:pt x="16136" y="9187"/>
                  </a:lnTo>
                  <a:lnTo>
                    <a:pt x="16866" y="8625"/>
                  </a:lnTo>
                  <a:lnTo>
                    <a:pt x="17596" y="7912"/>
                  </a:lnTo>
                  <a:lnTo>
                    <a:pt x="18410" y="7013"/>
                  </a:lnTo>
                  <a:lnTo>
                    <a:pt x="19157" y="5925"/>
                  </a:lnTo>
                  <a:lnTo>
                    <a:pt x="19971" y="4687"/>
                  </a:lnTo>
                  <a:lnTo>
                    <a:pt x="20786" y="3225"/>
                  </a:lnTo>
                  <a:lnTo>
                    <a:pt x="21600" y="1612"/>
                  </a:lnTo>
                  <a:lnTo>
                    <a:pt x="20870" y="0"/>
                  </a:lnTo>
                  <a:lnTo>
                    <a:pt x="20124" y="1425"/>
                  </a:lnTo>
                  <a:lnTo>
                    <a:pt x="19394" y="2887"/>
                  </a:lnTo>
                  <a:lnTo>
                    <a:pt x="18580" y="3975"/>
                  </a:lnTo>
                  <a:lnTo>
                    <a:pt x="17935" y="5025"/>
                  </a:lnTo>
                  <a:lnTo>
                    <a:pt x="17188" y="5775"/>
                  </a:lnTo>
                  <a:lnTo>
                    <a:pt x="16459" y="6487"/>
                  </a:lnTo>
                  <a:lnTo>
                    <a:pt x="15814" y="7013"/>
                  </a:lnTo>
                  <a:lnTo>
                    <a:pt x="15067" y="7575"/>
                  </a:lnTo>
                  <a:lnTo>
                    <a:pt x="13761" y="8100"/>
                  </a:lnTo>
                  <a:lnTo>
                    <a:pt x="12386" y="8475"/>
                  </a:lnTo>
                  <a:lnTo>
                    <a:pt x="11165" y="8625"/>
                  </a:lnTo>
                  <a:lnTo>
                    <a:pt x="8552" y="8625"/>
                  </a:lnTo>
                  <a:lnTo>
                    <a:pt x="7330" y="9000"/>
                  </a:lnTo>
                  <a:lnTo>
                    <a:pt x="6668" y="9187"/>
                  </a:lnTo>
                  <a:lnTo>
                    <a:pt x="6024" y="9375"/>
                  </a:lnTo>
                  <a:lnTo>
                    <a:pt x="5447" y="9713"/>
                  </a:lnTo>
                  <a:lnTo>
                    <a:pt x="4802" y="10275"/>
                  </a:lnTo>
                  <a:lnTo>
                    <a:pt x="4157" y="10988"/>
                  </a:lnTo>
                  <a:lnTo>
                    <a:pt x="3580" y="11700"/>
                  </a:lnTo>
                  <a:lnTo>
                    <a:pt x="2918" y="12600"/>
                  </a:lnTo>
                  <a:lnTo>
                    <a:pt x="2359" y="13687"/>
                  </a:lnTo>
                  <a:lnTo>
                    <a:pt x="1782" y="14925"/>
                  </a:lnTo>
                  <a:lnTo>
                    <a:pt x="1222" y="16387"/>
                  </a:lnTo>
                  <a:lnTo>
                    <a:pt x="645" y="18000"/>
                  </a:lnTo>
                  <a:lnTo>
                    <a:pt x="68" y="19800"/>
                  </a:lnTo>
                  <a:lnTo>
                    <a:pt x="645" y="19275"/>
                  </a:lnTo>
                  <a:lnTo>
                    <a:pt x="68" y="19800"/>
                  </a:lnTo>
                  <a:lnTo>
                    <a:pt x="0" y="20325"/>
                  </a:lnTo>
                  <a:lnTo>
                    <a:pt x="0" y="20700"/>
                  </a:lnTo>
                  <a:lnTo>
                    <a:pt x="153" y="21075"/>
                  </a:lnTo>
                  <a:lnTo>
                    <a:pt x="238" y="21412"/>
                  </a:lnTo>
                  <a:lnTo>
                    <a:pt x="407" y="21600"/>
                  </a:lnTo>
                  <a:lnTo>
                    <a:pt x="645" y="21600"/>
                  </a:lnTo>
                  <a:lnTo>
                    <a:pt x="814" y="21412"/>
                  </a:lnTo>
                  <a:lnTo>
                    <a:pt x="967" y="21075"/>
                  </a:lnTo>
                  <a:lnTo>
                    <a:pt x="407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83" name="Freeform 55"/>
            <p:cNvSpPr/>
            <p:nvPr/>
          </p:nvSpPr>
          <p:spPr>
            <a:xfrm>
              <a:off x="-2" y="46543"/>
              <a:ext cx="163727" cy="3112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908" y="0"/>
                  </a:moveTo>
                  <a:lnTo>
                    <a:pt x="7410" y="803"/>
                  </a:lnTo>
                  <a:lnTo>
                    <a:pt x="6070" y="1531"/>
                  </a:lnTo>
                  <a:lnTo>
                    <a:pt x="4927" y="2334"/>
                  </a:lnTo>
                  <a:lnTo>
                    <a:pt x="3784" y="3043"/>
                  </a:lnTo>
                  <a:lnTo>
                    <a:pt x="2838" y="3846"/>
                  </a:lnTo>
                  <a:lnTo>
                    <a:pt x="2089" y="4742"/>
                  </a:lnTo>
                  <a:lnTo>
                    <a:pt x="1537" y="5563"/>
                  </a:lnTo>
                  <a:lnTo>
                    <a:pt x="946" y="6366"/>
                  </a:lnTo>
                  <a:lnTo>
                    <a:pt x="591" y="7169"/>
                  </a:lnTo>
                  <a:lnTo>
                    <a:pt x="394" y="7972"/>
                  </a:lnTo>
                  <a:lnTo>
                    <a:pt x="197" y="8868"/>
                  </a:lnTo>
                  <a:lnTo>
                    <a:pt x="0" y="9689"/>
                  </a:lnTo>
                  <a:lnTo>
                    <a:pt x="394" y="11295"/>
                  </a:lnTo>
                  <a:lnTo>
                    <a:pt x="749" y="12097"/>
                  </a:lnTo>
                  <a:lnTo>
                    <a:pt x="1143" y="12900"/>
                  </a:lnTo>
                  <a:lnTo>
                    <a:pt x="1537" y="13628"/>
                  </a:lnTo>
                  <a:lnTo>
                    <a:pt x="2286" y="14431"/>
                  </a:lnTo>
                  <a:lnTo>
                    <a:pt x="3035" y="15141"/>
                  </a:lnTo>
                  <a:lnTo>
                    <a:pt x="3784" y="15869"/>
                  </a:lnTo>
                  <a:lnTo>
                    <a:pt x="4730" y="16485"/>
                  </a:lnTo>
                  <a:lnTo>
                    <a:pt x="7016" y="17754"/>
                  </a:lnTo>
                  <a:lnTo>
                    <a:pt x="8159" y="18370"/>
                  </a:lnTo>
                  <a:lnTo>
                    <a:pt x="9460" y="18912"/>
                  </a:lnTo>
                  <a:lnTo>
                    <a:pt x="10800" y="19453"/>
                  </a:lnTo>
                  <a:lnTo>
                    <a:pt x="12337" y="19901"/>
                  </a:lnTo>
                  <a:lnTo>
                    <a:pt x="14032" y="20349"/>
                  </a:lnTo>
                  <a:lnTo>
                    <a:pt x="15530" y="20704"/>
                  </a:lnTo>
                  <a:lnTo>
                    <a:pt x="17422" y="21059"/>
                  </a:lnTo>
                  <a:lnTo>
                    <a:pt x="19117" y="21339"/>
                  </a:lnTo>
                  <a:lnTo>
                    <a:pt x="21048" y="21600"/>
                  </a:lnTo>
                  <a:lnTo>
                    <a:pt x="21600" y="20443"/>
                  </a:lnTo>
                  <a:lnTo>
                    <a:pt x="19905" y="20256"/>
                  </a:lnTo>
                  <a:lnTo>
                    <a:pt x="18171" y="19994"/>
                  </a:lnTo>
                  <a:lnTo>
                    <a:pt x="16476" y="19714"/>
                  </a:lnTo>
                  <a:lnTo>
                    <a:pt x="14978" y="19360"/>
                  </a:lnTo>
                  <a:lnTo>
                    <a:pt x="13638" y="18912"/>
                  </a:lnTo>
                  <a:lnTo>
                    <a:pt x="12337" y="18464"/>
                  </a:lnTo>
                  <a:lnTo>
                    <a:pt x="10997" y="18016"/>
                  </a:lnTo>
                  <a:lnTo>
                    <a:pt x="9854" y="17568"/>
                  </a:lnTo>
                  <a:lnTo>
                    <a:pt x="8711" y="17026"/>
                  </a:lnTo>
                  <a:lnTo>
                    <a:pt x="7568" y="16410"/>
                  </a:lnTo>
                  <a:lnTo>
                    <a:pt x="6622" y="15869"/>
                  </a:lnTo>
                  <a:lnTo>
                    <a:pt x="5873" y="15234"/>
                  </a:lnTo>
                  <a:lnTo>
                    <a:pt x="5124" y="14618"/>
                  </a:lnTo>
                  <a:lnTo>
                    <a:pt x="4375" y="13983"/>
                  </a:lnTo>
                  <a:lnTo>
                    <a:pt x="3784" y="13274"/>
                  </a:lnTo>
                  <a:lnTo>
                    <a:pt x="3429" y="12546"/>
                  </a:lnTo>
                  <a:lnTo>
                    <a:pt x="3035" y="11836"/>
                  </a:lnTo>
                  <a:lnTo>
                    <a:pt x="2641" y="11108"/>
                  </a:lnTo>
                  <a:lnTo>
                    <a:pt x="2483" y="10399"/>
                  </a:lnTo>
                  <a:lnTo>
                    <a:pt x="2483" y="8868"/>
                  </a:lnTo>
                  <a:lnTo>
                    <a:pt x="2641" y="8158"/>
                  </a:lnTo>
                  <a:lnTo>
                    <a:pt x="2838" y="7430"/>
                  </a:lnTo>
                  <a:lnTo>
                    <a:pt x="3232" y="6627"/>
                  </a:lnTo>
                  <a:lnTo>
                    <a:pt x="3784" y="5918"/>
                  </a:lnTo>
                  <a:lnTo>
                    <a:pt x="4375" y="5115"/>
                  </a:lnTo>
                  <a:lnTo>
                    <a:pt x="5124" y="4387"/>
                  </a:lnTo>
                  <a:lnTo>
                    <a:pt x="5873" y="3678"/>
                  </a:lnTo>
                  <a:lnTo>
                    <a:pt x="6819" y="2950"/>
                  </a:lnTo>
                  <a:lnTo>
                    <a:pt x="9105" y="1531"/>
                  </a:lnTo>
                  <a:lnTo>
                    <a:pt x="10406" y="803"/>
                  </a:lnTo>
                  <a:lnTo>
                    <a:pt x="8908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84" name="Freeform 56"/>
            <p:cNvSpPr/>
            <p:nvPr/>
          </p:nvSpPr>
          <p:spPr>
            <a:xfrm>
              <a:off x="67520" y="-1"/>
              <a:ext cx="538377" cy="581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80" y="4800"/>
                  </a:moveTo>
                  <a:lnTo>
                    <a:pt x="21025" y="1000"/>
                  </a:lnTo>
                  <a:lnTo>
                    <a:pt x="20557" y="2900"/>
                  </a:lnTo>
                  <a:lnTo>
                    <a:pt x="20102" y="4800"/>
                  </a:lnTo>
                  <a:lnTo>
                    <a:pt x="19634" y="6300"/>
                  </a:lnTo>
                  <a:lnTo>
                    <a:pt x="19059" y="7200"/>
                  </a:lnTo>
                  <a:lnTo>
                    <a:pt x="18483" y="8200"/>
                  </a:lnTo>
                  <a:lnTo>
                    <a:pt x="17908" y="8700"/>
                  </a:lnTo>
                  <a:lnTo>
                    <a:pt x="16649" y="8700"/>
                  </a:lnTo>
                  <a:lnTo>
                    <a:pt x="15259" y="8200"/>
                  </a:lnTo>
                  <a:lnTo>
                    <a:pt x="13761" y="6700"/>
                  </a:lnTo>
                  <a:lnTo>
                    <a:pt x="12322" y="5300"/>
                  </a:lnTo>
                  <a:lnTo>
                    <a:pt x="10776" y="3900"/>
                  </a:lnTo>
                  <a:lnTo>
                    <a:pt x="9278" y="1900"/>
                  </a:lnTo>
                  <a:lnTo>
                    <a:pt x="7719" y="1000"/>
                  </a:lnTo>
                  <a:lnTo>
                    <a:pt x="6221" y="500"/>
                  </a:lnTo>
                  <a:lnTo>
                    <a:pt x="4843" y="1000"/>
                  </a:lnTo>
                  <a:lnTo>
                    <a:pt x="4147" y="1500"/>
                  </a:lnTo>
                  <a:lnTo>
                    <a:pt x="3452" y="2400"/>
                  </a:lnTo>
                  <a:lnTo>
                    <a:pt x="2817" y="3900"/>
                  </a:lnTo>
                  <a:lnTo>
                    <a:pt x="2194" y="5800"/>
                  </a:lnTo>
                  <a:lnTo>
                    <a:pt x="1558" y="7700"/>
                  </a:lnTo>
                  <a:lnTo>
                    <a:pt x="983" y="10600"/>
                  </a:lnTo>
                  <a:lnTo>
                    <a:pt x="455" y="13500"/>
                  </a:lnTo>
                  <a:lnTo>
                    <a:pt x="0" y="17300"/>
                  </a:lnTo>
                  <a:lnTo>
                    <a:pt x="455" y="21600"/>
                  </a:lnTo>
                  <a:lnTo>
                    <a:pt x="923" y="18300"/>
                  </a:lnTo>
                  <a:lnTo>
                    <a:pt x="1378" y="15400"/>
                  </a:lnTo>
                  <a:lnTo>
                    <a:pt x="1906" y="13000"/>
                  </a:lnTo>
                  <a:lnTo>
                    <a:pt x="2421" y="11100"/>
                  </a:lnTo>
                  <a:lnTo>
                    <a:pt x="2997" y="9600"/>
                  </a:lnTo>
                  <a:lnTo>
                    <a:pt x="3572" y="8200"/>
                  </a:lnTo>
                  <a:lnTo>
                    <a:pt x="4207" y="7700"/>
                  </a:lnTo>
                  <a:lnTo>
                    <a:pt x="4843" y="6700"/>
                  </a:lnTo>
                  <a:lnTo>
                    <a:pt x="6221" y="6300"/>
                  </a:lnTo>
                  <a:lnTo>
                    <a:pt x="7659" y="6700"/>
                  </a:lnTo>
                  <a:lnTo>
                    <a:pt x="9158" y="8200"/>
                  </a:lnTo>
                  <a:lnTo>
                    <a:pt x="10716" y="9600"/>
                  </a:lnTo>
                  <a:lnTo>
                    <a:pt x="12214" y="11100"/>
                  </a:lnTo>
                  <a:lnTo>
                    <a:pt x="13713" y="13000"/>
                  </a:lnTo>
                  <a:lnTo>
                    <a:pt x="15199" y="13900"/>
                  </a:lnTo>
                  <a:lnTo>
                    <a:pt x="16590" y="14900"/>
                  </a:lnTo>
                  <a:lnTo>
                    <a:pt x="17273" y="14900"/>
                  </a:lnTo>
                  <a:lnTo>
                    <a:pt x="17968" y="14400"/>
                  </a:lnTo>
                  <a:lnTo>
                    <a:pt x="18603" y="13900"/>
                  </a:lnTo>
                  <a:lnTo>
                    <a:pt x="19239" y="13000"/>
                  </a:lnTo>
                  <a:lnTo>
                    <a:pt x="19814" y="12000"/>
                  </a:lnTo>
                  <a:lnTo>
                    <a:pt x="20389" y="10100"/>
                  </a:lnTo>
                  <a:lnTo>
                    <a:pt x="20905" y="8200"/>
                  </a:lnTo>
                  <a:lnTo>
                    <a:pt x="21420" y="5800"/>
                  </a:lnTo>
                  <a:lnTo>
                    <a:pt x="20905" y="1500"/>
                  </a:lnTo>
                  <a:lnTo>
                    <a:pt x="21420" y="5800"/>
                  </a:lnTo>
                  <a:lnTo>
                    <a:pt x="21540" y="4800"/>
                  </a:lnTo>
                  <a:lnTo>
                    <a:pt x="21600" y="3900"/>
                  </a:lnTo>
                  <a:lnTo>
                    <a:pt x="21540" y="2400"/>
                  </a:lnTo>
                  <a:lnTo>
                    <a:pt x="21480" y="1500"/>
                  </a:lnTo>
                  <a:lnTo>
                    <a:pt x="21420" y="1000"/>
                  </a:lnTo>
                  <a:lnTo>
                    <a:pt x="21312" y="500"/>
                  </a:lnTo>
                  <a:lnTo>
                    <a:pt x="21133" y="0"/>
                  </a:lnTo>
                  <a:lnTo>
                    <a:pt x="21025" y="1000"/>
                  </a:lnTo>
                  <a:lnTo>
                    <a:pt x="21480" y="48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85" name="Freeform 57"/>
            <p:cNvSpPr/>
            <p:nvPr/>
          </p:nvSpPr>
          <p:spPr>
            <a:xfrm>
              <a:off x="367479" y="4037"/>
              <a:ext cx="235431" cy="1108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9" y="18612"/>
                  </a:moveTo>
                  <a:lnTo>
                    <a:pt x="932" y="21600"/>
                  </a:lnTo>
                  <a:lnTo>
                    <a:pt x="2906" y="20866"/>
                  </a:lnTo>
                  <a:lnTo>
                    <a:pt x="5153" y="20132"/>
                  </a:lnTo>
                  <a:lnTo>
                    <a:pt x="7648" y="19083"/>
                  </a:lnTo>
                  <a:lnTo>
                    <a:pt x="10416" y="17825"/>
                  </a:lnTo>
                  <a:lnTo>
                    <a:pt x="11869" y="16829"/>
                  </a:lnTo>
                  <a:lnTo>
                    <a:pt x="13294" y="15571"/>
                  </a:lnTo>
                  <a:lnTo>
                    <a:pt x="14747" y="14050"/>
                  </a:lnTo>
                  <a:lnTo>
                    <a:pt x="16200" y="12320"/>
                  </a:lnTo>
                  <a:lnTo>
                    <a:pt x="17516" y="10276"/>
                  </a:lnTo>
                  <a:lnTo>
                    <a:pt x="18969" y="7759"/>
                  </a:lnTo>
                  <a:lnTo>
                    <a:pt x="20284" y="5033"/>
                  </a:lnTo>
                  <a:lnTo>
                    <a:pt x="21600" y="1730"/>
                  </a:lnTo>
                  <a:lnTo>
                    <a:pt x="20284" y="0"/>
                  </a:lnTo>
                  <a:lnTo>
                    <a:pt x="19106" y="2988"/>
                  </a:lnTo>
                  <a:lnTo>
                    <a:pt x="17790" y="5767"/>
                  </a:lnTo>
                  <a:lnTo>
                    <a:pt x="16474" y="8021"/>
                  </a:lnTo>
                  <a:lnTo>
                    <a:pt x="15295" y="9804"/>
                  </a:lnTo>
                  <a:lnTo>
                    <a:pt x="13843" y="11534"/>
                  </a:lnTo>
                  <a:lnTo>
                    <a:pt x="12527" y="12792"/>
                  </a:lnTo>
                  <a:lnTo>
                    <a:pt x="11211" y="13841"/>
                  </a:lnTo>
                  <a:lnTo>
                    <a:pt x="9895" y="14837"/>
                  </a:lnTo>
                  <a:lnTo>
                    <a:pt x="7237" y="16095"/>
                  </a:lnTo>
                  <a:lnTo>
                    <a:pt x="4879" y="17091"/>
                  </a:lnTo>
                  <a:lnTo>
                    <a:pt x="2494" y="17825"/>
                  </a:lnTo>
                  <a:lnTo>
                    <a:pt x="521" y="18612"/>
                  </a:lnTo>
                  <a:lnTo>
                    <a:pt x="521" y="21600"/>
                  </a:lnTo>
                  <a:lnTo>
                    <a:pt x="521" y="18612"/>
                  </a:lnTo>
                  <a:lnTo>
                    <a:pt x="274" y="18874"/>
                  </a:lnTo>
                  <a:lnTo>
                    <a:pt x="0" y="19346"/>
                  </a:lnTo>
                  <a:lnTo>
                    <a:pt x="0" y="20604"/>
                  </a:lnTo>
                  <a:lnTo>
                    <a:pt x="137" y="21128"/>
                  </a:lnTo>
                  <a:lnTo>
                    <a:pt x="274" y="21390"/>
                  </a:lnTo>
                  <a:lnTo>
                    <a:pt x="658" y="21600"/>
                  </a:lnTo>
                  <a:lnTo>
                    <a:pt x="932" y="21600"/>
                  </a:lnTo>
                  <a:lnTo>
                    <a:pt x="1069" y="1861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86" name="Freeform 58"/>
            <p:cNvSpPr/>
            <p:nvPr/>
          </p:nvSpPr>
          <p:spPr>
            <a:xfrm>
              <a:off x="373156" y="99541"/>
              <a:ext cx="204058" cy="295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42" y="9425"/>
                  </a:moveTo>
                  <a:lnTo>
                    <a:pt x="20525" y="0"/>
                  </a:lnTo>
                  <a:lnTo>
                    <a:pt x="17172" y="3731"/>
                  </a:lnTo>
                  <a:lnTo>
                    <a:pt x="14453" y="6480"/>
                  </a:lnTo>
                  <a:lnTo>
                    <a:pt x="12018" y="9425"/>
                  </a:lnTo>
                  <a:lnTo>
                    <a:pt x="10057" y="10407"/>
                  </a:lnTo>
                  <a:lnTo>
                    <a:pt x="7906" y="10407"/>
                  </a:lnTo>
                  <a:lnTo>
                    <a:pt x="5787" y="8444"/>
                  </a:lnTo>
                  <a:lnTo>
                    <a:pt x="3352" y="5695"/>
                  </a:lnTo>
                  <a:lnTo>
                    <a:pt x="633" y="0"/>
                  </a:lnTo>
                  <a:lnTo>
                    <a:pt x="0" y="11193"/>
                  </a:lnTo>
                  <a:lnTo>
                    <a:pt x="2910" y="16887"/>
                  </a:lnTo>
                  <a:lnTo>
                    <a:pt x="5471" y="19833"/>
                  </a:lnTo>
                  <a:lnTo>
                    <a:pt x="7748" y="21600"/>
                  </a:lnTo>
                  <a:lnTo>
                    <a:pt x="10057" y="21600"/>
                  </a:lnTo>
                  <a:lnTo>
                    <a:pt x="12334" y="20618"/>
                  </a:lnTo>
                  <a:lnTo>
                    <a:pt x="14737" y="18851"/>
                  </a:lnTo>
                  <a:lnTo>
                    <a:pt x="17489" y="15120"/>
                  </a:lnTo>
                  <a:lnTo>
                    <a:pt x="20841" y="11193"/>
                  </a:lnTo>
                  <a:lnTo>
                    <a:pt x="19924" y="1767"/>
                  </a:lnTo>
                  <a:lnTo>
                    <a:pt x="20841" y="11193"/>
                  </a:lnTo>
                  <a:lnTo>
                    <a:pt x="21284" y="10407"/>
                  </a:lnTo>
                  <a:lnTo>
                    <a:pt x="21600" y="8444"/>
                  </a:lnTo>
                  <a:lnTo>
                    <a:pt x="21600" y="2749"/>
                  </a:lnTo>
                  <a:lnTo>
                    <a:pt x="21284" y="982"/>
                  </a:lnTo>
                  <a:lnTo>
                    <a:pt x="20967" y="0"/>
                  </a:lnTo>
                  <a:lnTo>
                    <a:pt x="20525" y="0"/>
                  </a:lnTo>
                  <a:lnTo>
                    <a:pt x="21442" y="942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87" name="Freeform 59"/>
            <p:cNvSpPr/>
            <p:nvPr/>
          </p:nvSpPr>
          <p:spPr>
            <a:xfrm>
              <a:off x="336109" y="101963"/>
              <a:ext cx="239612" cy="1035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58" y="18346"/>
                  </a:moveTo>
                  <a:lnTo>
                    <a:pt x="889" y="21600"/>
                  </a:lnTo>
                  <a:lnTo>
                    <a:pt x="3878" y="21319"/>
                  </a:lnTo>
                  <a:lnTo>
                    <a:pt x="6706" y="20758"/>
                  </a:lnTo>
                  <a:lnTo>
                    <a:pt x="7999" y="20254"/>
                  </a:lnTo>
                  <a:lnTo>
                    <a:pt x="9426" y="19692"/>
                  </a:lnTo>
                  <a:lnTo>
                    <a:pt x="10719" y="18907"/>
                  </a:lnTo>
                  <a:lnTo>
                    <a:pt x="12012" y="18065"/>
                  </a:lnTo>
                  <a:lnTo>
                    <a:pt x="13197" y="16999"/>
                  </a:lnTo>
                  <a:lnTo>
                    <a:pt x="14490" y="15653"/>
                  </a:lnTo>
                  <a:lnTo>
                    <a:pt x="15648" y="14026"/>
                  </a:lnTo>
                  <a:lnTo>
                    <a:pt x="16941" y="12175"/>
                  </a:lnTo>
                  <a:lnTo>
                    <a:pt x="18099" y="10267"/>
                  </a:lnTo>
                  <a:lnTo>
                    <a:pt x="19257" y="7855"/>
                  </a:lnTo>
                  <a:lnTo>
                    <a:pt x="20442" y="5162"/>
                  </a:lnTo>
                  <a:lnTo>
                    <a:pt x="21600" y="2188"/>
                  </a:lnTo>
                  <a:lnTo>
                    <a:pt x="20307" y="0"/>
                  </a:lnTo>
                  <a:lnTo>
                    <a:pt x="19257" y="2974"/>
                  </a:lnTo>
                  <a:lnTo>
                    <a:pt x="18099" y="5386"/>
                  </a:lnTo>
                  <a:lnTo>
                    <a:pt x="17075" y="7574"/>
                  </a:lnTo>
                  <a:lnTo>
                    <a:pt x="15890" y="9425"/>
                  </a:lnTo>
                  <a:lnTo>
                    <a:pt x="14867" y="11333"/>
                  </a:lnTo>
                  <a:lnTo>
                    <a:pt x="13709" y="12679"/>
                  </a:lnTo>
                  <a:lnTo>
                    <a:pt x="12551" y="13745"/>
                  </a:lnTo>
                  <a:lnTo>
                    <a:pt x="11366" y="14868"/>
                  </a:lnTo>
                  <a:lnTo>
                    <a:pt x="9049" y="16438"/>
                  </a:lnTo>
                  <a:lnTo>
                    <a:pt x="7757" y="16999"/>
                  </a:lnTo>
                  <a:lnTo>
                    <a:pt x="6464" y="17280"/>
                  </a:lnTo>
                  <a:lnTo>
                    <a:pt x="3744" y="17785"/>
                  </a:lnTo>
                  <a:lnTo>
                    <a:pt x="754" y="18346"/>
                  </a:lnTo>
                  <a:lnTo>
                    <a:pt x="512" y="21600"/>
                  </a:lnTo>
                  <a:lnTo>
                    <a:pt x="754" y="18346"/>
                  </a:lnTo>
                  <a:lnTo>
                    <a:pt x="512" y="18346"/>
                  </a:lnTo>
                  <a:lnTo>
                    <a:pt x="242" y="18907"/>
                  </a:lnTo>
                  <a:lnTo>
                    <a:pt x="108" y="19412"/>
                  </a:lnTo>
                  <a:lnTo>
                    <a:pt x="0" y="19973"/>
                  </a:lnTo>
                  <a:lnTo>
                    <a:pt x="108" y="20478"/>
                  </a:lnTo>
                  <a:lnTo>
                    <a:pt x="242" y="21039"/>
                  </a:lnTo>
                  <a:lnTo>
                    <a:pt x="512" y="21600"/>
                  </a:lnTo>
                  <a:lnTo>
                    <a:pt x="889" y="21600"/>
                  </a:lnTo>
                  <a:lnTo>
                    <a:pt x="1158" y="1834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88" name="Freeform 60"/>
            <p:cNvSpPr/>
            <p:nvPr/>
          </p:nvSpPr>
          <p:spPr>
            <a:xfrm>
              <a:off x="341786" y="189934"/>
              <a:ext cx="193602" cy="33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300" y="15725"/>
                  </a:moveTo>
                  <a:lnTo>
                    <a:pt x="20500" y="6566"/>
                  </a:lnTo>
                  <a:lnTo>
                    <a:pt x="17433" y="9158"/>
                  </a:lnTo>
                  <a:lnTo>
                    <a:pt x="14733" y="10714"/>
                  </a:lnTo>
                  <a:lnTo>
                    <a:pt x="12167" y="11578"/>
                  </a:lnTo>
                  <a:lnTo>
                    <a:pt x="9600" y="10714"/>
                  </a:lnTo>
                  <a:lnTo>
                    <a:pt x="7367" y="10022"/>
                  </a:lnTo>
                  <a:lnTo>
                    <a:pt x="5100" y="7430"/>
                  </a:lnTo>
                  <a:lnTo>
                    <a:pt x="2867" y="5011"/>
                  </a:lnTo>
                  <a:lnTo>
                    <a:pt x="800" y="0"/>
                  </a:lnTo>
                  <a:lnTo>
                    <a:pt x="0" y="10022"/>
                  </a:lnTo>
                  <a:lnTo>
                    <a:pt x="2233" y="14170"/>
                  </a:lnTo>
                  <a:lnTo>
                    <a:pt x="4633" y="18317"/>
                  </a:lnTo>
                  <a:lnTo>
                    <a:pt x="7033" y="19872"/>
                  </a:lnTo>
                  <a:lnTo>
                    <a:pt x="9600" y="21600"/>
                  </a:lnTo>
                  <a:lnTo>
                    <a:pt x="12167" y="21600"/>
                  </a:lnTo>
                  <a:lnTo>
                    <a:pt x="14900" y="20736"/>
                  </a:lnTo>
                  <a:lnTo>
                    <a:pt x="17767" y="19008"/>
                  </a:lnTo>
                  <a:lnTo>
                    <a:pt x="20800" y="17453"/>
                  </a:lnTo>
                  <a:lnTo>
                    <a:pt x="19867" y="8294"/>
                  </a:lnTo>
                  <a:lnTo>
                    <a:pt x="20800" y="17453"/>
                  </a:lnTo>
                  <a:lnTo>
                    <a:pt x="21133" y="16589"/>
                  </a:lnTo>
                  <a:lnTo>
                    <a:pt x="21467" y="14861"/>
                  </a:lnTo>
                  <a:lnTo>
                    <a:pt x="21600" y="13306"/>
                  </a:lnTo>
                  <a:lnTo>
                    <a:pt x="21600" y="10714"/>
                  </a:lnTo>
                  <a:lnTo>
                    <a:pt x="21467" y="9158"/>
                  </a:lnTo>
                  <a:lnTo>
                    <a:pt x="21133" y="7430"/>
                  </a:lnTo>
                  <a:lnTo>
                    <a:pt x="20800" y="6566"/>
                  </a:lnTo>
                  <a:lnTo>
                    <a:pt x="20500" y="6566"/>
                  </a:lnTo>
                  <a:lnTo>
                    <a:pt x="21300" y="1572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490" name="Прямая соединительная линия 3098"/>
          <p:cNvSpPr/>
          <p:nvPr/>
        </p:nvSpPr>
        <p:spPr>
          <a:xfrm>
            <a:off x="2055324" y="732470"/>
            <a:ext cx="9141764" cy="4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91" name="Проектирование базы данных"/>
          <p:cNvSpPr txBox="1"/>
          <p:nvPr/>
        </p:nvSpPr>
        <p:spPr>
          <a:xfrm>
            <a:off x="375621" y="916392"/>
            <a:ext cx="6867389" cy="6463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ru-RU" b="1" dirty="0">
                <a:latin typeface="Aptos (Основной текст)"/>
                <a:ea typeface="+mj-ea"/>
                <a:cs typeface="+mj-cs"/>
              </a:rPr>
              <a:t>Ключевые этапы работы системы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3D4CCB2-CFBA-4731-9CE0-CE9CFED43FC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095181" y="6414762"/>
            <a:ext cx="258620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888888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fld id="{86CB4B4D-7CA3-9044-876B-883B54F8677D}" type="slidenum">
              <a:rPr lang="ru-RU" smtClean="0"/>
              <a:pPr/>
              <a:t>8</a:t>
            </a:fld>
            <a:endParaRPr lang="ru-RU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D4AC9A4-EED7-4369-BC40-94F4B8EAD2DB}"/>
              </a:ext>
            </a:extLst>
          </p:cNvPr>
          <p:cNvSpPr txBox="1"/>
          <p:nvPr/>
        </p:nvSpPr>
        <p:spPr>
          <a:xfrm>
            <a:off x="375621" y="172023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Работа системы включает ввод и сохранение данных, выполнение расчётов, аналитическую обработку и визуализацию результатов. Такая последовательность обеспечивает воспроизводимость и целостность расчётов.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987DFC6-E482-444E-B721-759E41464C2A}"/>
              </a:ext>
            </a:extLst>
          </p:cNvPr>
          <p:cNvSpPr txBox="1"/>
          <p:nvPr/>
        </p:nvSpPr>
        <p:spPr>
          <a:xfrm>
            <a:off x="6777618" y="185873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При помощи механизмов ООП и архитектурного разделения всего решения на проекты получилось унифицировать формат работы с данными.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8A76B45-9D20-4FF8-B4C1-A44C35AF3D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338" y="2920559"/>
            <a:ext cx="3824766" cy="222714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10221BF-FFEB-479A-AB24-6090AB3DC3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8858" y="3132545"/>
            <a:ext cx="3474943" cy="212846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79A0968-4D0A-4911-AA1A-5D9BA3988D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6504" y="5390013"/>
            <a:ext cx="2078227" cy="108311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CABBF19-F198-44D8-BCF1-813A39F884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8377" y="5331647"/>
            <a:ext cx="4490689" cy="13454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87" y="12115"/>
            <a:ext cx="2034240" cy="68893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89" name="Group 13"/>
          <p:cNvGrpSpPr/>
          <p:nvPr/>
        </p:nvGrpSpPr>
        <p:grpSpPr>
          <a:xfrm>
            <a:off x="11407140" y="93998"/>
            <a:ext cx="605898" cy="638143"/>
            <a:chOff x="-1" y="0"/>
            <a:chExt cx="605897" cy="638142"/>
          </a:xfrm>
        </p:grpSpPr>
        <p:sp>
          <p:nvSpPr>
            <p:cNvPr id="442" name="Freeform 14"/>
            <p:cNvSpPr/>
            <p:nvPr/>
          </p:nvSpPr>
          <p:spPr>
            <a:xfrm>
              <a:off x="87537" y="343551"/>
              <a:ext cx="182249" cy="2453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4784"/>
                  </a:moveTo>
                  <a:lnTo>
                    <a:pt x="21600" y="0"/>
                  </a:lnTo>
                  <a:lnTo>
                    <a:pt x="21600" y="5116"/>
                  </a:lnTo>
                  <a:lnTo>
                    <a:pt x="14483" y="6703"/>
                  </a:lnTo>
                  <a:lnTo>
                    <a:pt x="14660" y="20250"/>
                  </a:lnTo>
                  <a:lnTo>
                    <a:pt x="6976" y="21600"/>
                  </a:lnTo>
                  <a:lnTo>
                    <a:pt x="6976" y="8408"/>
                  </a:lnTo>
                  <a:lnTo>
                    <a:pt x="0" y="10018"/>
                  </a:lnTo>
                  <a:lnTo>
                    <a:pt x="0" y="4784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43" name="Freeform 15"/>
            <p:cNvSpPr/>
            <p:nvPr/>
          </p:nvSpPr>
          <p:spPr>
            <a:xfrm>
              <a:off x="84848" y="335750"/>
              <a:ext cx="193602" cy="699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409"/>
                  </a:moveTo>
                  <a:lnTo>
                    <a:pt x="20333" y="0"/>
                  </a:lnTo>
                  <a:lnTo>
                    <a:pt x="0" y="16782"/>
                  </a:lnTo>
                  <a:lnTo>
                    <a:pt x="633" y="21600"/>
                  </a:lnTo>
                  <a:lnTo>
                    <a:pt x="20967" y="4818"/>
                  </a:lnTo>
                  <a:lnTo>
                    <a:pt x="19700" y="2409"/>
                  </a:lnTo>
                  <a:lnTo>
                    <a:pt x="20967" y="4818"/>
                  </a:lnTo>
                  <a:lnTo>
                    <a:pt x="21300" y="4403"/>
                  </a:lnTo>
                  <a:lnTo>
                    <a:pt x="21600" y="3655"/>
                  </a:lnTo>
                  <a:lnTo>
                    <a:pt x="21600" y="1662"/>
                  </a:lnTo>
                  <a:lnTo>
                    <a:pt x="21467" y="831"/>
                  </a:lnTo>
                  <a:lnTo>
                    <a:pt x="20800" y="0"/>
                  </a:lnTo>
                  <a:lnTo>
                    <a:pt x="20333" y="0"/>
                  </a:lnTo>
                  <a:lnTo>
                    <a:pt x="21600" y="240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44" name="Freeform 16"/>
            <p:cNvSpPr/>
            <p:nvPr/>
          </p:nvSpPr>
          <p:spPr>
            <a:xfrm>
              <a:off x="261417" y="343551"/>
              <a:ext cx="17033" cy="67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400" y="21168"/>
                  </a:moveTo>
                  <a:lnTo>
                    <a:pt x="21600" y="18662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8662"/>
                  </a:lnTo>
                  <a:lnTo>
                    <a:pt x="7200" y="16157"/>
                  </a:lnTo>
                  <a:lnTo>
                    <a:pt x="0" y="18662"/>
                  </a:lnTo>
                  <a:lnTo>
                    <a:pt x="0" y="19958"/>
                  </a:lnTo>
                  <a:lnTo>
                    <a:pt x="3411" y="20736"/>
                  </a:lnTo>
                  <a:lnTo>
                    <a:pt x="7200" y="21168"/>
                  </a:lnTo>
                  <a:lnTo>
                    <a:pt x="10611" y="21600"/>
                  </a:lnTo>
                  <a:lnTo>
                    <a:pt x="18189" y="20736"/>
                  </a:lnTo>
                  <a:lnTo>
                    <a:pt x="21600" y="19958"/>
                  </a:lnTo>
                  <a:lnTo>
                    <a:pt x="21600" y="18662"/>
                  </a:lnTo>
                  <a:lnTo>
                    <a:pt x="14400" y="2116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45" name="Freeform 17"/>
            <p:cNvSpPr/>
            <p:nvPr/>
          </p:nvSpPr>
          <p:spPr>
            <a:xfrm>
              <a:off x="201067" y="393859"/>
              <a:ext cx="71707" cy="33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220" y="16589"/>
                  </a:moveTo>
                  <a:lnTo>
                    <a:pt x="3420" y="21600"/>
                  </a:lnTo>
                  <a:lnTo>
                    <a:pt x="21600" y="10022"/>
                  </a:lnTo>
                  <a:lnTo>
                    <a:pt x="19890" y="0"/>
                  </a:lnTo>
                  <a:lnTo>
                    <a:pt x="1710" y="11750"/>
                  </a:lnTo>
                  <a:lnTo>
                    <a:pt x="0" y="16589"/>
                  </a:lnTo>
                  <a:lnTo>
                    <a:pt x="1710" y="11750"/>
                  </a:lnTo>
                  <a:lnTo>
                    <a:pt x="810" y="13306"/>
                  </a:lnTo>
                  <a:lnTo>
                    <a:pt x="0" y="15034"/>
                  </a:lnTo>
                  <a:lnTo>
                    <a:pt x="0" y="18317"/>
                  </a:lnTo>
                  <a:lnTo>
                    <a:pt x="450" y="20045"/>
                  </a:lnTo>
                  <a:lnTo>
                    <a:pt x="1260" y="21600"/>
                  </a:lnTo>
                  <a:lnTo>
                    <a:pt x="3420" y="21600"/>
                  </a:lnTo>
                  <a:lnTo>
                    <a:pt x="5220" y="165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46" name="Freeform 18"/>
            <p:cNvSpPr/>
            <p:nvPr/>
          </p:nvSpPr>
          <p:spPr>
            <a:xfrm>
              <a:off x="201067" y="419686"/>
              <a:ext cx="18527" cy="1616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981" y="21600"/>
                  </a:moveTo>
                  <a:lnTo>
                    <a:pt x="21600" y="20558"/>
                  </a:lnTo>
                  <a:lnTo>
                    <a:pt x="20206" y="0"/>
                  </a:lnTo>
                  <a:lnTo>
                    <a:pt x="0" y="0"/>
                  </a:lnTo>
                  <a:lnTo>
                    <a:pt x="1742" y="20558"/>
                  </a:lnTo>
                  <a:lnTo>
                    <a:pt x="8361" y="19515"/>
                  </a:lnTo>
                  <a:lnTo>
                    <a:pt x="1742" y="20558"/>
                  </a:lnTo>
                  <a:lnTo>
                    <a:pt x="1742" y="21061"/>
                  </a:lnTo>
                  <a:lnTo>
                    <a:pt x="4877" y="21420"/>
                  </a:lnTo>
                  <a:lnTo>
                    <a:pt x="8361" y="21600"/>
                  </a:lnTo>
                  <a:lnTo>
                    <a:pt x="14981" y="21600"/>
                  </a:lnTo>
                  <a:lnTo>
                    <a:pt x="18465" y="21420"/>
                  </a:lnTo>
                  <a:lnTo>
                    <a:pt x="21600" y="21061"/>
                  </a:lnTo>
                  <a:lnTo>
                    <a:pt x="21600" y="20558"/>
                  </a:lnTo>
                  <a:lnTo>
                    <a:pt x="14981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47" name="Freeform 19"/>
            <p:cNvSpPr/>
            <p:nvPr/>
          </p:nvSpPr>
          <p:spPr>
            <a:xfrm>
              <a:off x="136534" y="565767"/>
              <a:ext cx="77383" cy="322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5480"/>
                  </a:moveTo>
                  <a:lnTo>
                    <a:pt x="3169" y="20700"/>
                  </a:lnTo>
                  <a:lnTo>
                    <a:pt x="21600" y="10440"/>
                  </a:lnTo>
                  <a:lnTo>
                    <a:pt x="20015" y="0"/>
                  </a:lnTo>
                  <a:lnTo>
                    <a:pt x="2002" y="10440"/>
                  </a:lnTo>
                  <a:lnTo>
                    <a:pt x="5171" y="15480"/>
                  </a:lnTo>
                  <a:lnTo>
                    <a:pt x="2002" y="10440"/>
                  </a:lnTo>
                  <a:lnTo>
                    <a:pt x="751" y="12060"/>
                  </a:lnTo>
                  <a:lnTo>
                    <a:pt x="334" y="12960"/>
                  </a:lnTo>
                  <a:lnTo>
                    <a:pt x="0" y="15480"/>
                  </a:lnTo>
                  <a:lnTo>
                    <a:pt x="334" y="17280"/>
                  </a:lnTo>
                  <a:lnTo>
                    <a:pt x="334" y="19080"/>
                  </a:lnTo>
                  <a:lnTo>
                    <a:pt x="1168" y="20700"/>
                  </a:lnTo>
                  <a:lnTo>
                    <a:pt x="2002" y="21600"/>
                  </a:lnTo>
                  <a:lnTo>
                    <a:pt x="3169" y="20700"/>
                  </a:lnTo>
                  <a:lnTo>
                    <a:pt x="0" y="1548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48" name="Freeform 20"/>
            <p:cNvSpPr/>
            <p:nvPr/>
          </p:nvSpPr>
          <p:spPr>
            <a:xfrm>
              <a:off x="136534" y="431523"/>
              <a:ext cx="18527" cy="1573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39" y="2105"/>
                  </a:moveTo>
                  <a:lnTo>
                    <a:pt x="0" y="1034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034"/>
                  </a:lnTo>
                  <a:lnTo>
                    <a:pt x="8361" y="0"/>
                  </a:lnTo>
                  <a:lnTo>
                    <a:pt x="21600" y="1034"/>
                  </a:lnTo>
                  <a:lnTo>
                    <a:pt x="19858" y="517"/>
                  </a:lnTo>
                  <a:lnTo>
                    <a:pt x="18465" y="148"/>
                  </a:lnTo>
                  <a:lnTo>
                    <a:pt x="14981" y="0"/>
                  </a:lnTo>
                  <a:lnTo>
                    <a:pt x="6619" y="0"/>
                  </a:lnTo>
                  <a:lnTo>
                    <a:pt x="3135" y="148"/>
                  </a:lnTo>
                  <a:lnTo>
                    <a:pt x="1394" y="517"/>
                  </a:lnTo>
                  <a:lnTo>
                    <a:pt x="0" y="1034"/>
                  </a:lnTo>
                  <a:lnTo>
                    <a:pt x="13239" y="210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49" name="Freeform 21"/>
            <p:cNvSpPr/>
            <p:nvPr/>
          </p:nvSpPr>
          <p:spPr>
            <a:xfrm>
              <a:off x="78873" y="431523"/>
              <a:ext cx="69018" cy="333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723"/>
                  </a:moveTo>
                  <a:lnTo>
                    <a:pt x="3647" y="20903"/>
                  </a:lnTo>
                  <a:lnTo>
                    <a:pt x="21600" y="9929"/>
                  </a:lnTo>
                  <a:lnTo>
                    <a:pt x="20291" y="0"/>
                  </a:lnTo>
                  <a:lnTo>
                    <a:pt x="1870" y="11671"/>
                  </a:lnTo>
                  <a:lnTo>
                    <a:pt x="5423" y="16723"/>
                  </a:lnTo>
                  <a:lnTo>
                    <a:pt x="1870" y="11671"/>
                  </a:lnTo>
                  <a:lnTo>
                    <a:pt x="935" y="12542"/>
                  </a:lnTo>
                  <a:lnTo>
                    <a:pt x="0" y="14110"/>
                  </a:lnTo>
                  <a:lnTo>
                    <a:pt x="0" y="18290"/>
                  </a:lnTo>
                  <a:lnTo>
                    <a:pt x="468" y="20032"/>
                  </a:lnTo>
                  <a:lnTo>
                    <a:pt x="1403" y="20903"/>
                  </a:lnTo>
                  <a:lnTo>
                    <a:pt x="2244" y="21600"/>
                  </a:lnTo>
                  <a:lnTo>
                    <a:pt x="3647" y="20903"/>
                  </a:lnTo>
                  <a:lnTo>
                    <a:pt x="0" y="1672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50" name="Freeform 22"/>
            <p:cNvSpPr/>
            <p:nvPr/>
          </p:nvSpPr>
          <p:spPr>
            <a:xfrm>
              <a:off x="78873" y="390093"/>
              <a:ext cx="17332" cy="67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448" y="0"/>
                  </a:moveTo>
                  <a:lnTo>
                    <a:pt x="0" y="2506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506"/>
                  </a:lnTo>
                  <a:lnTo>
                    <a:pt x="14524" y="5011"/>
                  </a:lnTo>
                  <a:lnTo>
                    <a:pt x="21600" y="2506"/>
                  </a:lnTo>
                  <a:lnTo>
                    <a:pt x="21600" y="1642"/>
                  </a:lnTo>
                  <a:lnTo>
                    <a:pt x="14524" y="0"/>
                  </a:lnTo>
                  <a:lnTo>
                    <a:pt x="7448" y="0"/>
                  </a:lnTo>
                  <a:lnTo>
                    <a:pt x="3724" y="864"/>
                  </a:lnTo>
                  <a:lnTo>
                    <a:pt x="0" y="1642"/>
                  </a:lnTo>
                  <a:lnTo>
                    <a:pt x="0" y="2506"/>
                  </a:lnTo>
                  <a:lnTo>
                    <a:pt x="7448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51" name="Freeform 23"/>
            <p:cNvSpPr/>
            <p:nvPr/>
          </p:nvSpPr>
          <p:spPr>
            <a:xfrm>
              <a:off x="367479" y="260957"/>
              <a:ext cx="212424" cy="2698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613" y="18413"/>
                  </a:moveTo>
                  <a:lnTo>
                    <a:pt x="21600" y="17056"/>
                  </a:lnTo>
                  <a:lnTo>
                    <a:pt x="21600" y="0"/>
                  </a:lnTo>
                  <a:lnTo>
                    <a:pt x="21327" y="215"/>
                  </a:lnTo>
                  <a:lnTo>
                    <a:pt x="10359" y="8786"/>
                  </a:lnTo>
                  <a:lnTo>
                    <a:pt x="0" y="3833"/>
                  </a:lnTo>
                  <a:lnTo>
                    <a:pt x="0" y="3919"/>
                  </a:lnTo>
                  <a:lnTo>
                    <a:pt x="0" y="3833"/>
                  </a:lnTo>
                  <a:lnTo>
                    <a:pt x="0" y="21600"/>
                  </a:lnTo>
                  <a:lnTo>
                    <a:pt x="7018" y="20265"/>
                  </a:lnTo>
                  <a:lnTo>
                    <a:pt x="7018" y="13740"/>
                  </a:lnTo>
                  <a:lnTo>
                    <a:pt x="10663" y="15505"/>
                  </a:lnTo>
                  <a:lnTo>
                    <a:pt x="10663" y="15613"/>
                  </a:lnTo>
                  <a:lnTo>
                    <a:pt x="14613" y="12512"/>
                  </a:lnTo>
                  <a:lnTo>
                    <a:pt x="14613" y="18413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52" name="Freeform 24"/>
            <p:cNvSpPr/>
            <p:nvPr/>
          </p:nvSpPr>
          <p:spPr>
            <a:xfrm>
              <a:off x="508196" y="466228"/>
              <a:ext cx="80371" cy="322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43" y="5220"/>
                  </a:moveTo>
                  <a:lnTo>
                    <a:pt x="18549" y="0"/>
                  </a:lnTo>
                  <a:lnTo>
                    <a:pt x="0" y="11340"/>
                  </a:lnTo>
                  <a:lnTo>
                    <a:pt x="1124" y="21600"/>
                  </a:lnTo>
                  <a:lnTo>
                    <a:pt x="20074" y="10440"/>
                  </a:lnTo>
                  <a:lnTo>
                    <a:pt x="21600" y="5220"/>
                  </a:lnTo>
                  <a:lnTo>
                    <a:pt x="20074" y="10440"/>
                  </a:lnTo>
                  <a:lnTo>
                    <a:pt x="20877" y="9540"/>
                  </a:lnTo>
                  <a:lnTo>
                    <a:pt x="21600" y="7740"/>
                  </a:lnTo>
                  <a:lnTo>
                    <a:pt x="21600" y="4320"/>
                  </a:lnTo>
                  <a:lnTo>
                    <a:pt x="21199" y="2700"/>
                  </a:lnTo>
                  <a:lnTo>
                    <a:pt x="20476" y="900"/>
                  </a:lnTo>
                  <a:lnTo>
                    <a:pt x="19673" y="0"/>
                  </a:lnTo>
                  <a:lnTo>
                    <a:pt x="18549" y="0"/>
                  </a:lnTo>
                  <a:lnTo>
                    <a:pt x="16943" y="52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53" name="Freeform 25"/>
            <p:cNvSpPr/>
            <p:nvPr/>
          </p:nvSpPr>
          <p:spPr>
            <a:xfrm>
              <a:off x="571235" y="255846"/>
              <a:ext cx="17332" cy="218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772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506"/>
                  </a:lnTo>
                  <a:lnTo>
                    <a:pt x="18248" y="240"/>
                  </a:lnTo>
                  <a:lnTo>
                    <a:pt x="14524" y="133"/>
                  </a:lnTo>
                  <a:lnTo>
                    <a:pt x="10800" y="0"/>
                  </a:lnTo>
                  <a:lnTo>
                    <a:pt x="7448" y="133"/>
                  </a:lnTo>
                  <a:lnTo>
                    <a:pt x="3724" y="240"/>
                  </a:lnTo>
                  <a:lnTo>
                    <a:pt x="0" y="506"/>
                  </a:lnTo>
                  <a:lnTo>
                    <a:pt x="0" y="77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54" name="Freeform 26"/>
            <p:cNvSpPr/>
            <p:nvPr/>
          </p:nvSpPr>
          <p:spPr>
            <a:xfrm>
              <a:off x="571235" y="251810"/>
              <a:ext cx="17332" cy="142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38" y="21600"/>
                  </a:moveTo>
                  <a:lnTo>
                    <a:pt x="0" y="11819"/>
                  </a:lnTo>
                  <a:lnTo>
                    <a:pt x="0" y="17932"/>
                  </a:lnTo>
                  <a:lnTo>
                    <a:pt x="21600" y="19562"/>
                  </a:lnTo>
                  <a:lnTo>
                    <a:pt x="21600" y="13857"/>
                  </a:lnTo>
                  <a:lnTo>
                    <a:pt x="1862" y="6113"/>
                  </a:lnTo>
                  <a:lnTo>
                    <a:pt x="21600" y="13857"/>
                  </a:lnTo>
                  <a:lnTo>
                    <a:pt x="21600" y="8151"/>
                  </a:lnTo>
                  <a:lnTo>
                    <a:pt x="19738" y="4075"/>
                  </a:lnTo>
                  <a:lnTo>
                    <a:pt x="16386" y="2038"/>
                  </a:lnTo>
                  <a:lnTo>
                    <a:pt x="10800" y="0"/>
                  </a:lnTo>
                  <a:lnTo>
                    <a:pt x="7448" y="2038"/>
                  </a:lnTo>
                  <a:lnTo>
                    <a:pt x="3724" y="4075"/>
                  </a:lnTo>
                  <a:lnTo>
                    <a:pt x="1862" y="8151"/>
                  </a:lnTo>
                  <a:lnTo>
                    <a:pt x="0" y="11819"/>
                  </a:lnTo>
                  <a:lnTo>
                    <a:pt x="19738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55" name="Freeform 27"/>
            <p:cNvSpPr/>
            <p:nvPr/>
          </p:nvSpPr>
          <p:spPr>
            <a:xfrm>
              <a:off x="571235" y="255846"/>
              <a:ext cx="17332" cy="129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550"/>
                  </a:moveTo>
                  <a:lnTo>
                    <a:pt x="19738" y="17100"/>
                  </a:lnTo>
                  <a:lnTo>
                    <a:pt x="1862" y="0"/>
                  </a:lnTo>
                  <a:lnTo>
                    <a:pt x="21600" y="8550"/>
                  </a:lnTo>
                  <a:lnTo>
                    <a:pt x="1862" y="0"/>
                  </a:lnTo>
                  <a:lnTo>
                    <a:pt x="0" y="4050"/>
                  </a:lnTo>
                  <a:lnTo>
                    <a:pt x="0" y="14850"/>
                  </a:lnTo>
                  <a:lnTo>
                    <a:pt x="3724" y="19350"/>
                  </a:lnTo>
                  <a:lnTo>
                    <a:pt x="7448" y="21600"/>
                  </a:lnTo>
                  <a:lnTo>
                    <a:pt x="16386" y="21600"/>
                  </a:lnTo>
                  <a:lnTo>
                    <a:pt x="19738" y="17100"/>
                  </a:lnTo>
                  <a:lnTo>
                    <a:pt x="0" y="855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56" name="Freeform 28"/>
            <p:cNvSpPr/>
            <p:nvPr/>
          </p:nvSpPr>
          <p:spPr>
            <a:xfrm>
              <a:off x="571235" y="251810"/>
              <a:ext cx="17332" cy="142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38" y="21600"/>
                  </a:moveTo>
                  <a:lnTo>
                    <a:pt x="0" y="13857"/>
                  </a:lnTo>
                  <a:lnTo>
                    <a:pt x="21600" y="13857"/>
                  </a:lnTo>
                  <a:lnTo>
                    <a:pt x="1862" y="6113"/>
                  </a:lnTo>
                  <a:lnTo>
                    <a:pt x="21600" y="13857"/>
                  </a:lnTo>
                  <a:lnTo>
                    <a:pt x="21600" y="8151"/>
                  </a:lnTo>
                  <a:lnTo>
                    <a:pt x="18248" y="4075"/>
                  </a:lnTo>
                  <a:lnTo>
                    <a:pt x="10800" y="0"/>
                  </a:lnTo>
                  <a:lnTo>
                    <a:pt x="7448" y="2038"/>
                  </a:lnTo>
                  <a:lnTo>
                    <a:pt x="3724" y="4075"/>
                  </a:lnTo>
                  <a:lnTo>
                    <a:pt x="0" y="8151"/>
                  </a:lnTo>
                  <a:lnTo>
                    <a:pt x="0" y="13857"/>
                  </a:lnTo>
                  <a:lnTo>
                    <a:pt x="19738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57" name="Freeform 29"/>
            <p:cNvSpPr/>
            <p:nvPr/>
          </p:nvSpPr>
          <p:spPr>
            <a:xfrm>
              <a:off x="568546" y="255846"/>
              <a:ext cx="18527" cy="153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465" y="18189"/>
                  </a:moveTo>
                  <a:lnTo>
                    <a:pt x="21600" y="14400"/>
                  </a:lnTo>
                  <a:lnTo>
                    <a:pt x="4877" y="0"/>
                  </a:lnTo>
                  <a:lnTo>
                    <a:pt x="1742" y="3411"/>
                  </a:lnTo>
                  <a:lnTo>
                    <a:pt x="0" y="7200"/>
                  </a:lnTo>
                  <a:lnTo>
                    <a:pt x="0" y="12505"/>
                  </a:lnTo>
                  <a:lnTo>
                    <a:pt x="1742" y="16295"/>
                  </a:lnTo>
                  <a:lnTo>
                    <a:pt x="3135" y="20084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465" y="181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58" name="Freeform 30"/>
            <p:cNvSpPr/>
            <p:nvPr/>
          </p:nvSpPr>
          <p:spPr>
            <a:xfrm>
              <a:off x="460992" y="258267"/>
              <a:ext cx="123393" cy="1216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32" y="21122"/>
                  </a:moveTo>
                  <a:lnTo>
                    <a:pt x="2720" y="20883"/>
                  </a:lnTo>
                  <a:lnTo>
                    <a:pt x="21600" y="1864"/>
                  </a:lnTo>
                  <a:lnTo>
                    <a:pt x="19090" y="0"/>
                  </a:lnTo>
                  <a:lnTo>
                    <a:pt x="471" y="19067"/>
                  </a:lnTo>
                  <a:lnTo>
                    <a:pt x="2510" y="18828"/>
                  </a:lnTo>
                  <a:lnTo>
                    <a:pt x="471" y="19067"/>
                  </a:lnTo>
                  <a:lnTo>
                    <a:pt x="0" y="19497"/>
                  </a:lnTo>
                  <a:lnTo>
                    <a:pt x="0" y="20214"/>
                  </a:lnTo>
                  <a:lnTo>
                    <a:pt x="209" y="20644"/>
                  </a:lnTo>
                  <a:lnTo>
                    <a:pt x="471" y="21122"/>
                  </a:lnTo>
                  <a:lnTo>
                    <a:pt x="994" y="21361"/>
                  </a:lnTo>
                  <a:lnTo>
                    <a:pt x="1464" y="21600"/>
                  </a:lnTo>
                  <a:lnTo>
                    <a:pt x="2249" y="21361"/>
                  </a:lnTo>
                  <a:lnTo>
                    <a:pt x="2720" y="20883"/>
                  </a:lnTo>
                  <a:lnTo>
                    <a:pt x="732" y="2112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59" name="Freeform 31"/>
            <p:cNvSpPr/>
            <p:nvPr/>
          </p:nvSpPr>
          <p:spPr>
            <a:xfrm>
              <a:off x="358815" y="301042"/>
              <a:ext cx="116521" cy="761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212" y="2213"/>
                  </a:moveTo>
                  <a:lnTo>
                    <a:pt x="831" y="4045"/>
                  </a:lnTo>
                  <a:lnTo>
                    <a:pt x="19717" y="21600"/>
                  </a:lnTo>
                  <a:lnTo>
                    <a:pt x="21600" y="17936"/>
                  </a:lnTo>
                  <a:lnTo>
                    <a:pt x="2658" y="382"/>
                  </a:lnTo>
                  <a:lnTo>
                    <a:pt x="0" y="2213"/>
                  </a:lnTo>
                  <a:lnTo>
                    <a:pt x="2658" y="382"/>
                  </a:lnTo>
                  <a:lnTo>
                    <a:pt x="1883" y="0"/>
                  </a:lnTo>
                  <a:lnTo>
                    <a:pt x="1329" y="0"/>
                  </a:lnTo>
                  <a:lnTo>
                    <a:pt x="554" y="382"/>
                  </a:lnTo>
                  <a:lnTo>
                    <a:pt x="277" y="1069"/>
                  </a:lnTo>
                  <a:lnTo>
                    <a:pt x="0" y="1832"/>
                  </a:lnTo>
                  <a:lnTo>
                    <a:pt x="0" y="2519"/>
                  </a:lnTo>
                  <a:lnTo>
                    <a:pt x="277" y="3282"/>
                  </a:lnTo>
                  <a:lnTo>
                    <a:pt x="831" y="4045"/>
                  </a:lnTo>
                  <a:lnTo>
                    <a:pt x="3212" y="221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60" name="Freeform 32"/>
            <p:cNvSpPr/>
            <p:nvPr/>
          </p:nvSpPr>
          <p:spPr>
            <a:xfrm>
              <a:off x="358815" y="302387"/>
              <a:ext cx="17332" cy="15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724" y="19705"/>
                  </a:moveTo>
                  <a:lnTo>
                    <a:pt x="21600" y="9095"/>
                  </a:lnTo>
                  <a:lnTo>
                    <a:pt x="0" y="9095"/>
                  </a:lnTo>
                  <a:lnTo>
                    <a:pt x="0" y="10611"/>
                  </a:lnTo>
                  <a:lnTo>
                    <a:pt x="17876" y="0"/>
                  </a:lnTo>
                  <a:lnTo>
                    <a:pt x="0" y="10611"/>
                  </a:lnTo>
                  <a:lnTo>
                    <a:pt x="0" y="14400"/>
                  </a:lnTo>
                  <a:lnTo>
                    <a:pt x="3724" y="18189"/>
                  </a:lnTo>
                  <a:lnTo>
                    <a:pt x="7448" y="19705"/>
                  </a:lnTo>
                  <a:lnTo>
                    <a:pt x="10800" y="21600"/>
                  </a:lnTo>
                  <a:lnTo>
                    <a:pt x="14524" y="19705"/>
                  </a:lnTo>
                  <a:lnTo>
                    <a:pt x="17876" y="18189"/>
                  </a:lnTo>
                  <a:lnTo>
                    <a:pt x="21600" y="14400"/>
                  </a:lnTo>
                  <a:lnTo>
                    <a:pt x="21600" y="9095"/>
                  </a:lnTo>
                  <a:lnTo>
                    <a:pt x="3724" y="1970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61" name="Freeform 33"/>
            <p:cNvSpPr/>
            <p:nvPr/>
          </p:nvSpPr>
          <p:spPr>
            <a:xfrm>
              <a:off x="357620" y="301042"/>
              <a:ext cx="18527" cy="15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989"/>
                  </a:moveTo>
                  <a:lnTo>
                    <a:pt x="4877" y="20084"/>
                  </a:lnTo>
                  <a:lnTo>
                    <a:pt x="4877" y="21600"/>
                  </a:lnTo>
                  <a:lnTo>
                    <a:pt x="18116" y="1895"/>
                  </a:lnTo>
                  <a:lnTo>
                    <a:pt x="16723" y="1895"/>
                  </a:lnTo>
                  <a:lnTo>
                    <a:pt x="0" y="10989"/>
                  </a:lnTo>
                  <a:lnTo>
                    <a:pt x="16723" y="1895"/>
                  </a:lnTo>
                  <a:lnTo>
                    <a:pt x="13239" y="0"/>
                  </a:lnTo>
                  <a:lnTo>
                    <a:pt x="8361" y="0"/>
                  </a:lnTo>
                  <a:lnTo>
                    <a:pt x="4877" y="1895"/>
                  </a:lnTo>
                  <a:lnTo>
                    <a:pt x="3135" y="3411"/>
                  </a:lnTo>
                  <a:lnTo>
                    <a:pt x="1394" y="9095"/>
                  </a:lnTo>
                  <a:lnTo>
                    <a:pt x="0" y="12505"/>
                  </a:lnTo>
                  <a:lnTo>
                    <a:pt x="1394" y="16295"/>
                  </a:lnTo>
                  <a:lnTo>
                    <a:pt x="4877" y="20084"/>
                  </a:lnTo>
                  <a:lnTo>
                    <a:pt x="21600" y="109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62" name="Freeform 34"/>
            <p:cNvSpPr/>
            <p:nvPr/>
          </p:nvSpPr>
          <p:spPr>
            <a:xfrm>
              <a:off x="357620" y="308844"/>
              <a:ext cx="18527" cy="2297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361" y="20158"/>
                  </a:moveTo>
                  <a:lnTo>
                    <a:pt x="21600" y="20867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0867"/>
                  </a:lnTo>
                  <a:lnTo>
                    <a:pt x="13239" y="21600"/>
                  </a:lnTo>
                  <a:lnTo>
                    <a:pt x="0" y="20867"/>
                  </a:lnTo>
                  <a:lnTo>
                    <a:pt x="1394" y="21246"/>
                  </a:lnTo>
                  <a:lnTo>
                    <a:pt x="3135" y="21474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116" y="21474"/>
                  </a:lnTo>
                  <a:lnTo>
                    <a:pt x="19858" y="21246"/>
                  </a:lnTo>
                  <a:lnTo>
                    <a:pt x="21600" y="20867"/>
                  </a:lnTo>
                  <a:lnTo>
                    <a:pt x="8361" y="2015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63" name="Freeform 35"/>
            <p:cNvSpPr/>
            <p:nvPr/>
          </p:nvSpPr>
          <p:spPr>
            <a:xfrm>
              <a:off x="364790" y="506313"/>
              <a:ext cx="80371" cy="322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43" y="5220"/>
                  </a:moveTo>
                  <a:lnTo>
                    <a:pt x="18468" y="0"/>
                  </a:lnTo>
                  <a:lnTo>
                    <a:pt x="0" y="11340"/>
                  </a:lnTo>
                  <a:lnTo>
                    <a:pt x="1124" y="21600"/>
                  </a:lnTo>
                  <a:lnTo>
                    <a:pt x="19994" y="10440"/>
                  </a:lnTo>
                  <a:lnTo>
                    <a:pt x="21600" y="5220"/>
                  </a:lnTo>
                  <a:lnTo>
                    <a:pt x="19994" y="10440"/>
                  </a:lnTo>
                  <a:lnTo>
                    <a:pt x="20797" y="9540"/>
                  </a:lnTo>
                  <a:lnTo>
                    <a:pt x="21600" y="7740"/>
                  </a:lnTo>
                  <a:lnTo>
                    <a:pt x="21600" y="3420"/>
                  </a:lnTo>
                  <a:lnTo>
                    <a:pt x="21199" y="1800"/>
                  </a:lnTo>
                  <a:lnTo>
                    <a:pt x="20396" y="900"/>
                  </a:lnTo>
                  <a:lnTo>
                    <a:pt x="19673" y="0"/>
                  </a:lnTo>
                  <a:lnTo>
                    <a:pt x="18468" y="0"/>
                  </a:lnTo>
                  <a:lnTo>
                    <a:pt x="16943" y="52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64" name="Freeform 36"/>
            <p:cNvSpPr/>
            <p:nvPr/>
          </p:nvSpPr>
          <p:spPr>
            <a:xfrm>
              <a:off x="427829" y="425066"/>
              <a:ext cx="17332" cy="890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014" y="261"/>
                  </a:moveTo>
                  <a:lnTo>
                    <a:pt x="0" y="1827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827"/>
                  </a:lnTo>
                  <a:lnTo>
                    <a:pt x="3724" y="3393"/>
                  </a:lnTo>
                  <a:lnTo>
                    <a:pt x="21600" y="1827"/>
                  </a:lnTo>
                  <a:lnTo>
                    <a:pt x="21600" y="1240"/>
                  </a:lnTo>
                  <a:lnTo>
                    <a:pt x="17876" y="587"/>
                  </a:lnTo>
                  <a:lnTo>
                    <a:pt x="14152" y="0"/>
                  </a:lnTo>
                  <a:lnTo>
                    <a:pt x="7076" y="0"/>
                  </a:lnTo>
                  <a:lnTo>
                    <a:pt x="0" y="1240"/>
                  </a:lnTo>
                  <a:lnTo>
                    <a:pt x="0" y="1827"/>
                  </a:lnTo>
                  <a:lnTo>
                    <a:pt x="16014" y="261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65" name="Freeform 37"/>
            <p:cNvSpPr/>
            <p:nvPr/>
          </p:nvSpPr>
          <p:spPr>
            <a:xfrm>
              <a:off x="430817" y="426143"/>
              <a:ext cx="50196" cy="363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314" y="13920"/>
                  </a:moveTo>
                  <a:lnTo>
                    <a:pt x="19671" y="13120"/>
                  </a:lnTo>
                  <a:lnTo>
                    <a:pt x="4243" y="0"/>
                  </a:lnTo>
                  <a:lnTo>
                    <a:pt x="0" y="7680"/>
                  </a:lnTo>
                  <a:lnTo>
                    <a:pt x="15429" y="20800"/>
                  </a:lnTo>
                  <a:lnTo>
                    <a:pt x="14786" y="20000"/>
                  </a:lnTo>
                  <a:lnTo>
                    <a:pt x="15429" y="20800"/>
                  </a:lnTo>
                  <a:lnTo>
                    <a:pt x="17229" y="21600"/>
                  </a:lnTo>
                  <a:lnTo>
                    <a:pt x="18514" y="21600"/>
                  </a:lnTo>
                  <a:lnTo>
                    <a:pt x="19671" y="20800"/>
                  </a:lnTo>
                  <a:lnTo>
                    <a:pt x="20957" y="19200"/>
                  </a:lnTo>
                  <a:lnTo>
                    <a:pt x="21600" y="17760"/>
                  </a:lnTo>
                  <a:lnTo>
                    <a:pt x="21600" y="16160"/>
                  </a:lnTo>
                  <a:lnTo>
                    <a:pt x="20957" y="14720"/>
                  </a:lnTo>
                  <a:lnTo>
                    <a:pt x="20314" y="139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66" name="Freeform 38"/>
            <p:cNvSpPr/>
            <p:nvPr/>
          </p:nvSpPr>
          <p:spPr>
            <a:xfrm>
              <a:off x="465174" y="449548"/>
              <a:ext cx="17333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2" y="0"/>
                  </a:moveTo>
                  <a:lnTo>
                    <a:pt x="16014" y="0"/>
                  </a:lnTo>
                  <a:lnTo>
                    <a:pt x="0" y="15487"/>
                  </a:lnTo>
                  <a:lnTo>
                    <a:pt x="1862" y="17525"/>
                  </a:lnTo>
                  <a:lnTo>
                    <a:pt x="17876" y="17525"/>
                  </a:lnTo>
                  <a:lnTo>
                    <a:pt x="1862" y="17525"/>
                  </a:lnTo>
                  <a:lnTo>
                    <a:pt x="5214" y="21600"/>
                  </a:lnTo>
                  <a:lnTo>
                    <a:pt x="10800" y="21600"/>
                  </a:lnTo>
                  <a:lnTo>
                    <a:pt x="14152" y="19562"/>
                  </a:lnTo>
                  <a:lnTo>
                    <a:pt x="17876" y="17525"/>
                  </a:lnTo>
                  <a:lnTo>
                    <a:pt x="19738" y="13449"/>
                  </a:lnTo>
                  <a:lnTo>
                    <a:pt x="21600" y="9781"/>
                  </a:lnTo>
                  <a:lnTo>
                    <a:pt x="19738" y="3668"/>
                  </a:lnTo>
                  <a:lnTo>
                    <a:pt x="17876" y="0"/>
                  </a:lnTo>
                  <a:lnTo>
                    <a:pt x="1862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67" name="Freeform 39"/>
            <p:cNvSpPr/>
            <p:nvPr/>
          </p:nvSpPr>
          <p:spPr>
            <a:xfrm>
              <a:off x="466668" y="409463"/>
              <a:ext cx="53184" cy="516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3263"/>
                  </a:moveTo>
                  <a:lnTo>
                    <a:pt x="15169" y="1125"/>
                  </a:lnTo>
                  <a:lnTo>
                    <a:pt x="0" y="16763"/>
                  </a:lnTo>
                  <a:lnTo>
                    <a:pt x="5218" y="21600"/>
                  </a:lnTo>
                  <a:lnTo>
                    <a:pt x="20387" y="5400"/>
                  </a:lnTo>
                  <a:lnTo>
                    <a:pt x="13955" y="3263"/>
                  </a:lnTo>
                  <a:lnTo>
                    <a:pt x="20387" y="5400"/>
                  </a:lnTo>
                  <a:lnTo>
                    <a:pt x="21600" y="4275"/>
                  </a:lnTo>
                  <a:lnTo>
                    <a:pt x="21600" y="3263"/>
                  </a:lnTo>
                  <a:lnTo>
                    <a:pt x="20993" y="1575"/>
                  </a:lnTo>
                  <a:lnTo>
                    <a:pt x="20387" y="1125"/>
                  </a:lnTo>
                  <a:lnTo>
                    <a:pt x="19173" y="0"/>
                  </a:lnTo>
                  <a:lnTo>
                    <a:pt x="16261" y="0"/>
                  </a:lnTo>
                  <a:lnTo>
                    <a:pt x="15169" y="1125"/>
                  </a:lnTo>
                  <a:lnTo>
                    <a:pt x="21600" y="326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68" name="Freeform 40"/>
            <p:cNvSpPr/>
            <p:nvPr/>
          </p:nvSpPr>
          <p:spPr>
            <a:xfrm>
              <a:off x="501026" y="417265"/>
              <a:ext cx="18826" cy="812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229" y="17523"/>
                  </a:moveTo>
                  <a:lnTo>
                    <a:pt x="21600" y="19597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9597"/>
                  </a:lnTo>
                  <a:lnTo>
                    <a:pt x="13029" y="21600"/>
                  </a:lnTo>
                  <a:lnTo>
                    <a:pt x="0" y="19597"/>
                  </a:lnTo>
                  <a:lnTo>
                    <a:pt x="1714" y="20599"/>
                  </a:lnTo>
                  <a:lnTo>
                    <a:pt x="3429" y="21314"/>
                  </a:lnTo>
                  <a:lnTo>
                    <a:pt x="6514" y="21600"/>
                  </a:lnTo>
                  <a:lnTo>
                    <a:pt x="14743" y="21600"/>
                  </a:lnTo>
                  <a:lnTo>
                    <a:pt x="18171" y="21314"/>
                  </a:lnTo>
                  <a:lnTo>
                    <a:pt x="19886" y="20599"/>
                  </a:lnTo>
                  <a:lnTo>
                    <a:pt x="21600" y="19597"/>
                  </a:lnTo>
                  <a:lnTo>
                    <a:pt x="8229" y="1752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69" name="Freeform 41"/>
            <p:cNvSpPr/>
            <p:nvPr/>
          </p:nvSpPr>
          <p:spPr>
            <a:xfrm>
              <a:off x="211224" y="383636"/>
              <a:ext cx="192111" cy="2453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66" y="0"/>
                  </a:moveTo>
                  <a:lnTo>
                    <a:pt x="21600" y="0"/>
                  </a:lnTo>
                  <a:lnTo>
                    <a:pt x="21600" y="17503"/>
                  </a:lnTo>
                  <a:lnTo>
                    <a:pt x="13706" y="19208"/>
                  </a:lnTo>
                  <a:lnTo>
                    <a:pt x="13706" y="14211"/>
                  </a:lnTo>
                  <a:lnTo>
                    <a:pt x="134" y="21482"/>
                  </a:lnTo>
                  <a:lnTo>
                    <a:pt x="0" y="21600"/>
                  </a:lnTo>
                  <a:lnTo>
                    <a:pt x="0" y="3292"/>
                  </a:lnTo>
                  <a:lnTo>
                    <a:pt x="7894" y="1587"/>
                  </a:lnTo>
                  <a:lnTo>
                    <a:pt x="7894" y="7389"/>
                  </a:lnTo>
                  <a:lnTo>
                    <a:pt x="21466" y="0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70" name="Freeform 42"/>
            <p:cNvSpPr/>
            <p:nvPr/>
          </p:nvSpPr>
          <p:spPr>
            <a:xfrm>
              <a:off x="393471" y="377180"/>
              <a:ext cx="17034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11" y="0"/>
                  </a:moveTo>
                  <a:lnTo>
                    <a:pt x="21600" y="9781"/>
                  </a:lnTo>
                  <a:lnTo>
                    <a:pt x="0" y="9781"/>
                  </a:lnTo>
                  <a:lnTo>
                    <a:pt x="18189" y="19562"/>
                  </a:lnTo>
                  <a:lnTo>
                    <a:pt x="0" y="9781"/>
                  </a:lnTo>
                  <a:lnTo>
                    <a:pt x="0" y="15487"/>
                  </a:lnTo>
                  <a:lnTo>
                    <a:pt x="3411" y="19562"/>
                  </a:lnTo>
                  <a:lnTo>
                    <a:pt x="7200" y="21600"/>
                  </a:lnTo>
                  <a:lnTo>
                    <a:pt x="14400" y="21600"/>
                  </a:lnTo>
                  <a:lnTo>
                    <a:pt x="18189" y="19562"/>
                  </a:lnTo>
                  <a:lnTo>
                    <a:pt x="21600" y="15487"/>
                  </a:lnTo>
                  <a:lnTo>
                    <a:pt x="21600" y="9781"/>
                  </a:lnTo>
                  <a:lnTo>
                    <a:pt x="3411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71" name="Freeform 43"/>
            <p:cNvSpPr/>
            <p:nvPr/>
          </p:nvSpPr>
          <p:spPr>
            <a:xfrm>
              <a:off x="393471" y="375835"/>
              <a:ext cx="18528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1819"/>
                  </a:moveTo>
                  <a:lnTo>
                    <a:pt x="3135" y="2038"/>
                  </a:lnTo>
                  <a:lnTo>
                    <a:pt x="16723" y="21600"/>
                  </a:lnTo>
                  <a:lnTo>
                    <a:pt x="18465" y="21600"/>
                  </a:lnTo>
                  <a:lnTo>
                    <a:pt x="0" y="11819"/>
                  </a:lnTo>
                  <a:lnTo>
                    <a:pt x="18465" y="21600"/>
                  </a:lnTo>
                  <a:lnTo>
                    <a:pt x="19858" y="15894"/>
                  </a:lnTo>
                  <a:lnTo>
                    <a:pt x="21600" y="11819"/>
                  </a:lnTo>
                  <a:lnTo>
                    <a:pt x="19858" y="7743"/>
                  </a:lnTo>
                  <a:lnTo>
                    <a:pt x="18465" y="4075"/>
                  </a:lnTo>
                  <a:lnTo>
                    <a:pt x="16723" y="0"/>
                  </a:lnTo>
                  <a:lnTo>
                    <a:pt x="8361" y="0"/>
                  </a:lnTo>
                  <a:lnTo>
                    <a:pt x="3135" y="2038"/>
                  </a:lnTo>
                  <a:lnTo>
                    <a:pt x="21600" y="1181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72" name="Freeform 44"/>
            <p:cNvSpPr/>
            <p:nvPr/>
          </p:nvSpPr>
          <p:spPr>
            <a:xfrm>
              <a:off x="393471" y="383636"/>
              <a:ext cx="18528" cy="206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39" y="21600"/>
                  </a:moveTo>
                  <a:lnTo>
                    <a:pt x="21600" y="20784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0784"/>
                  </a:lnTo>
                  <a:lnTo>
                    <a:pt x="8361" y="19997"/>
                  </a:lnTo>
                  <a:lnTo>
                    <a:pt x="0" y="20784"/>
                  </a:lnTo>
                  <a:lnTo>
                    <a:pt x="1394" y="21206"/>
                  </a:lnTo>
                  <a:lnTo>
                    <a:pt x="3135" y="21459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465" y="21459"/>
                  </a:lnTo>
                  <a:lnTo>
                    <a:pt x="19858" y="21206"/>
                  </a:lnTo>
                  <a:lnTo>
                    <a:pt x="21600" y="20784"/>
                  </a:lnTo>
                  <a:lnTo>
                    <a:pt x="13239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73" name="Freeform 45"/>
            <p:cNvSpPr/>
            <p:nvPr/>
          </p:nvSpPr>
          <p:spPr>
            <a:xfrm>
              <a:off x="324457" y="574914"/>
              <a:ext cx="80371" cy="347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744"/>
                  </a:moveTo>
                  <a:lnTo>
                    <a:pt x="3132" y="21600"/>
                  </a:lnTo>
                  <a:lnTo>
                    <a:pt x="21600" y="9544"/>
                  </a:lnTo>
                  <a:lnTo>
                    <a:pt x="20476" y="0"/>
                  </a:lnTo>
                  <a:lnTo>
                    <a:pt x="1526" y="12056"/>
                  </a:lnTo>
                  <a:lnTo>
                    <a:pt x="5059" y="16744"/>
                  </a:lnTo>
                  <a:lnTo>
                    <a:pt x="1526" y="12056"/>
                  </a:lnTo>
                  <a:lnTo>
                    <a:pt x="803" y="12726"/>
                  </a:lnTo>
                  <a:lnTo>
                    <a:pt x="401" y="14400"/>
                  </a:lnTo>
                  <a:lnTo>
                    <a:pt x="0" y="16744"/>
                  </a:lnTo>
                  <a:lnTo>
                    <a:pt x="0" y="18419"/>
                  </a:lnTo>
                  <a:lnTo>
                    <a:pt x="401" y="20093"/>
                  </a:lnTo>
                  <a:lnTo>
                    <a:pt x="1124" y="20763"/>
                  </a:lnTo>
                  <a:lnTo>
                    <a:pt x="1927" y="21600"/>
                  </a:lnTo>
                  <a:lnTo>
                    <a:pt x="3132" y="21600"/>
                  </a:lnTo>
                  <a:lnTo>
                    <a:pt x="0" y="16744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74" name="Freeform 46"/>
            <p:cNvSpPr/>
            <p:nvPr/>
          </p:nvSpPr>
          <p:spPr>
            <a:xfrm>
              <a:off x="324457" y="536174"/>
              <a:ext cx="18826" cy="656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457" y="5046"/>
                  </a:moveTo>
                  <a:lnTo>
                    <a:pt x="0" y="292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921"/>
                  </a:lnTo>
                  <a:lnTo>
                    <a:pt x="3429" y="797"/>
                  </a:lnTo>
                  <a:lnTo>
                    <a:pt x="21600" y="2921"/>
                  </a:lnTo>
                  <a:lnTo>
                    <a:pt x="19886" y="1682"/>
                  </a:lnTo>
                  <a:lnTo>
                    <a:pt x="18171" y="797"/>
                  </a:lnTo>
                  <a:lnTo>
                    <a:pt x="14743" y="354"/>
                  </a:lnTo>
                  <a:lnTo>
                    <a:pt x="9943" y="0"/>
                  </a:lnTo>
                  <a:lnTo>
                    <a:pt x="6514" y="354"/>
                  </a:lnTo>
                  <a:lnTo>
                    <a:pt x="3429" y="797"/>
                  </a:lnTo>
                  <a:lnTo>
                    <a:pt x="1714" y="1682"/>
                  </a:lnTo>
                  <a:lnTo>
                    <a:pt x="0" y="2921"/>
                  </a:lnTo>
                  <a:lnTo>
                    <a:pt x="16457" y="504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75" name="Freeform 47"/>
            <p:cNvSpPr/>
            <p:nvPr/>
          </p:nvSpPr>
          <p:spPr>
            <a:xfrm>
              <a:off x="203755" y="538596"/>
              <a:ext cx="135047" cy="982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342" y="21008"/>
                  </a:moveTo>
                  <a:lnTo>
                    <a:pt x="21600" y="2841"/>
                  </a:lnTo>
                  <a:lnTo>
                    <a:pt x="19784" y="0"/>
                  </a:lnTo>
                  <a:lnTo>
                    <a:pt x="478" y="18464"/>
                  </a:lnTo>
                  <a:lnTo>
                    <a:pt x="0" y="19055"/>
                  </a:lnTo>
                  <a:lnTo>
                    <a:pt x="0" y="20180"/>
                  </a:lnTo>
                  <a:lnTo>
                    <a:pt x="239" y="20772"/>
                  </a:lnTo>
                  <a:lnTo>
                    <a:pt x="717" y="21304"/>
                  </a:lnTo>
                  <a:lnTo>
                    <a:pt x="1195" y="21600"/>
                  </a:lnTo>
                  <a:lnTo>
                    <a:pt x="1625" y="21600"/>
                  </a:lnTo>
                  <a:lnTo>
                    <a:pt x="2342" y="2100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76" name="Freeform 48"/>
            <p:cNvSpPr/>
            <p:nvPr/>
          </p:nvSpPr>
          <p:spPr>
            <a:xfrm>
              <a:off x="202560" y="622532"/>
              <a:ext cx="18528" cy="156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938"/>
                  </a:moveTo>
                  <a:lnTo>
                    <a:pt x="16723" y="17876"/>
                  </a:lnTo>
                  <a:lnTo>
                    <a:pt x="18465" y="16014"/>
                  </a:lnTo>
                  <a:lnTo>
                    <a:pt x="4877" y="0"/>
                  </a:lnTo>
                  <a:lnTo>
                    <a:pt x="3135" y="1862"/>
                  </a:lnTo>
                  <a:lnTo>
                    <a:pt x="21600" y="8938"/>
                  </a:lnTo>
                  <a:lnTo>
                    <a:pt x="3135" y="1862"/>
                  </a:lnTo>
                  <a:lnTo>
                    <a:pt x="0" y="5586"/>
                  </a:lnTo>
                  <a:lnTo>
                    <a:pt x="0" y="12662"/>
                  </a:lnTo>
                  <a:lnTo>
                    <a:pt x="3135" y="16014"/>
                  </a:lnTo>
                  <a:lnTo>
                    <a:pt x="4877" y="19738"/>
                  </a:lnTo>
                  <a:lnTo>
                    <a:pt x="10103" y="21600"/>
                  </a:lnTo>
                  <a:lnTo>
                    <a:pt x="13239" y="19738"/>
                  </a:lnTo>
                  <a:lnTo>
                    <a:pt x="16723" y="17876"/>
                  </a:lnTo>
                  <a:lnTo>
                    <a:pt x="0" y="893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77" name="Freeform 49"/>
            <p:cNvSpPr/>
            <p:nvPr/>
          </p:nvSpPr>
          <p:spPr>
            <a:xfrm>
              <a:off x="202560" y="413229"/>
              <a:ext cx="18528" cy="2157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619" y="0"/>
                  </a:moveTo>
                  <a:lnTo>
                    <a:pt x="0" y="78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781"/>
                  </a:lnTo>
                  <a:lnTo>
                    <a:pt x="13239" y="1562"/>
                  </a:lnTo>
                  <a:lnTo>
                    <a:pt x="21600" y="781"/>
                  </a:lnTo>
                  <a:lnTo>
                    <a:pt x="19858" y="404"/>
                  </a:lnTo>
                  <a:lnTo>
                    <a:pt x="18465" y="269"/>
                  </a:lnTo>
                  <a:lnTo>
                    <a:pt x="14981" y="0"/>
                  </a:lnTo>
                  <a:lnTo>
                    <a:pt x="6619" y="0"/>
                  </a:lnTo>
                  <a:lnTo>
                    <a:pt x="1394" y="404"/>
                  </a:lnTo>
                  <a:lnTo>
                    <a:pt x="0" y="781"/>
                  </a:lnTo>
                  <a:lnTo>
                    <a:pt x="6619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78" name="Freeform 50"/>
            <p:cNvSpPr/>
            <p:nvPr/>
          </p:nvSpPr>
          <p:spPr>
            <a:xfrm>
              <a:off x="208237" y="393859"/>
              <a:ext cx="81865" cy="349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4818"/>
                  </a:moveTo>
                  <a:lnTo>
                    <a:pt x="18526" y="0"/>
                  </a:lnTo>
                  <a:lnTo>
                    <a:pt x="0" y="11963"/>
                  </a:lnTo>
                  <a:lnTo>
                    <a:pt x="1498" y="21600"/>
                  </a:lnTo>
                  <a:lnTo>
                    <a:pt x="19708" y="9637"/>
                  </a:lnTo>
                  <a:lnTo>
                    <a:pt x="16634" y="4818"/>
                  </a:lnTo>
                  <a:lnTo>
                    <a:pt x="19708" y="9637"/>
                  </a:lnTo>
                  <a:lnTo>
                    <a:pt x="20812" y="8806"/>
                  </a:lnTo>
                  <a:lnTo>
                    <a:pt x="21206" y="7311"/>
                  </a:lnTo>
                  <a:lnTo>
                    <a:pt x="21600" y="4818"/>
                  </a:lnTo>
                  <a:lnTo>
                    <a:pt x="21206" y="3323"/>
                  </a:lnTo>
                  <a:lnTo>
                    <a:pt x="20812" y="1662"/>
                  </a:lnTo>
                  <a:lnTo>
                    <a:pt x="20418" y="831"/>
                  </a:lnTo>
                  <a:lnTo>
                    <a:pt x="19314" y="0"/>
                  </a:lnTo>
                  <a:lnTo>
                    <a:pt x="18526" y="0"/>
                  </a:lnTo>
                  <a:lnTo>
                    <a:pt x="21600" y="481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79" name="Freeform 51"/>
            <p:cNvSpPr/>
            <p:nvPr/>
          </p:nvSpPr>
          <p:spPr>
            <a:xfrm>
              <a:off x="271276" y="401661"/>
              <a:ext cx="18826" cy="737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143" y="17422"/>
                  </a:moveTo>
                  <a:lnTo>
                    <a:pt x="21600" y="19314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9314"/>
                  </a:lnTo>
                  <a:lnTo>
                    <a:pt x="16457" y="21206"/>
                  </a:lnTo>
                  <a:lnTo>
                    <a:pt x="0" y="19314"/>
                  </a:lnTo>
                  <a:lnTo>
                    <a:pt x="1714" y="20102"/>
                  </a:lnTo>
                  <a:lnTo>
                    <a:pt x="3429" y="20812"/>
                  </a:lnTo>
                  <a:lnTo>
                    <a:pt x="6857" y="21600"/>
                  </a:lnTo>
                  <a:lnTo>
                    <a:pt x="15086" y="21600"/>
                  </a:lnTo>
                  <a:lnTo>
                    <a:pt x="18171" y="20812"/>
                  </a:lnTo>
                  <a:lnTo>
                    <a:pt x="19886" y="20102"/>
                  </a:lnTo>
                  <a:lnTo>
                    <a:pt x="21600" y="19314"/>
                  </a:lnTo>
                  <a:lnTo>
                    <a:pt x="5143" y="1742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80" name="Freeform 52"/>
            <p:cNvSpPr/>
            <p:nvPr/>
          </p:nvSpPr>
          <p:spPr>
            <a:xfrm>
              <a:off x="275757" y="375835"/>
              <a:ext cx="134748" cy="981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716"/>
                  </a:moveTo>
                  <a:lnTo>
                    <a:pt x="19301" y="296"/>
                  </a:lnTo>
                  <a:lnTo>
                    <a:pt x="0" y="18759"/>
                  </a:lnTo>
                  <a:lnTo>
                    <a:pt x="1580" y="21600"/>
                  </a:lnTo>
                  <a:lnTo>
                    <a:pt x="21169" y="3136"/>
                  </a:lnTo>
                  <a:lnTo>
                    <a:pt x="18870" y="1716"/>
                  </a:lnTo>
                  <a:lnTo>
                    <a:pt x="21169" y="3136"/>
                  </a:lnTo>
                  <a:lnTo>
                    <a:pt x="21600" y="2545"/>
                  </a:lnTo>
                  <a:lnTo>
                    <a:pt x="21600" y="1124"/>
                  </a:lnTo>
                  <a:lnTo>
                    <a:pt x="21408" y="592"/>
                  </a:lnTo>
                  <a:lnTo>
                    <a:pt x="20929" y="0"/>
                  </a:lnTo>
                  <a:lnTo>
                    <a:pt x="20020" y="0"/>
                  </a:lnTo>
                  <a:lnTo>
                    <a:pt x="19301" y="296"/>
                  </a:lnTo>
                  <a:lnTo>
                    <a:pt x="21600" y="171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81" name="Freeform 53"/>
            <p:cNvSpPr/>
            <p:nvPr/>
          </p:nvSpPr>
          <p:spPr>
            <a:xfrm>
              <a:off x="10157" y="9148"/>
              <a:ext cx="585582" cy="3408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065" y="12599"/>
                  </a:moveTo>
                  <a:lnTo>
                    <a:pt x="18525" y="13332"/>
                  </a:lnTo>
                  <a:lnTo>
                    <a:pt x="17996" y="13997"/>
                  </a:lnTo>
                  <a:lnTo>
                    <a:pt x="17522" y="14559"/>
                  </a:lnTo>
                  <a:lnTo>
                    <a:pt x="17049" y="14968"/>
                  </a:lnTo>
                  <a:lnTo>
                    <a:pt x="16520" y="15377"/>
                  </a:lnTo>
                  <a:lnTo>
                    <a:pt x="16046" y="15718"/>
                  </a:lnTo>
                  <a:lnTo>
                    <a:pt x="15616" y="15957"/>
                  </a:lnTo>
                  <a:lnTo>
                    <a:pt x="15142" y="16196"/>
                  </a:lnTo>
                  <a:lnTo>
                    <a:pt x="14238" y="16451"/>
                  </a:lnTo>
                  <a:lnTo>
                    <a:pt x="13346" y="16605"/>
                  </a:lnTo>
                  <a:lnTo>
                    <a:pt x="12497" y="16690"/>
                  </a:lnTo>
                  <a:lnTo>
                    <a:pt x="11649" y="16690"/>
                  </a:lnTo>
                  <a:lnTo>
                    <a:pt x="10800" y="16775"/>
                  </a:lnTo>
                  <a:lnTo>
                    <a:pt x="10007" y="16861"/>
                  </a:lnTo>
                  <a:lnTo>
                    <a:pt x="9632" y="16946"/>
                  </a:lnTo>
                  <a:lnTo>
                    <a:pt x="9268" y="17014"/>
                  </a:lnTo>
                  <a:lnTo>
                    <a:pt x="8838" y="17185"/>
                  </a:lnTo>
                  <a:lnTo>
                    <a:pt x="8475" y="17423"/>
                  </a:lnTo>
                  <a:lnTo>
                    <a:pt x="8100" y="17679"/>
                  </a:lnTo>
                  <a:lnTo>
                    <a:pt x="7725" y="18003"/>
                  </a:lnTo>
                  <a:lnTo>
                    <a:pt x="7362" y="18412"/>
                  </a:lnTo>
                  <a:lnTo>
                    <a:pt x="6987" y="18906"/>
                  </a:lnTo>
                  <a:lnTo>
                    <a:pt x="6667" y="19401"/>
                  </a:lnTo>
                  <a:lnTo>
                    <a:pt x="6304" y="20049"/>
                  </a:lnTo>
                  <a:lnTo>
                    <a:pt x="5929" y="20782"/>
                  </a:lnTo>
                  <a:lnTo>
                    <a:pt x="5609" y="21600"/>
                  </a:lnTo>
                  <a:lnTo>
                    <a:pt x="5080" y="21361"/>
                  </a:lnTo>
                  <a:lnTo>
                    <a:pt x="4607" y="21106"/>
                  </a:lnTo>
                  <a:lnTo>
                    <a:pt x="4133" y="20782"/>
                  </a:lnTo>
                  <a:lnTo>
                    <a:pt x="3703" y="20458"/>
                  </a:lnTo>
                  <a:lnTo>
                    <a:pt x="3284" y="20134"/>
                  </a:lnTo>
                  <a:lnTo>
                    <a:pt x="2854" y="19725"/>
                  </a:lnTo>
                  <a:lnTo>
                    <a:pt x="2491" y="19230"/>
                  </a:lnTo>
                  <a:lnTo>
                    <a:pt x="2116" y="18736"/>
                  </a:lnTo>
                  <a:lnTo>
                    <a:pt x="1796" y="18242"/>
                  </a:lnTo>
                  <a:lnTo>
                    <a:pt x="1477" y="17679"/>
                  </a:lnTo>
                  <a:lnTo>
                    <a:pt x="1212" y="17099"/>
                  </a:lnTo>
                  <a:lnTo>
                    <a:pt x="948" y="16537"/>
                  </a:lnTo>
                  <a:lnTo>
                    <a:pt x="738" y="15957"/>
                  </a:lnTo>
                  <a:lnTo>
                    <a:pt x="584" y="15309"/>
                  </a:lnTo>
                  <a:lnTo>
                    <a:pt x="364" y="14644"/>
                  </a:lnTo>
                  <a:lnTo>
                    <a:pt x="264" y="13997"/>
                  </a:lnTo>
                  <a:lnTo>
                    <a:pt x="154" y="13332"/>
                  </a:lnTo>
                  <a:lnTo>
                    <a:pt x="55" y="12599"/>
                  </a:lnTo>
                  <a:lnTo>
                    <a:pt x="0" y="11951"/>
                  </a:lnTo>
                  <a:lnTo>
                    <a:pt x="0" y="10468"/>
                  </a:lnTo>
                  <a:lnTo>
                    <a:pt x="55" y="9734"/>
                  </a:lnTo>
                  <a:lnTo>
                    <a:pt x="99" y="9001"/>
                  </a:lnTo>
                  <a:lnTo>
                    <a:pt x="209" y="8337"/>
                  </a:lnTo>
                  <a:lnTo>
                    <a:pt x="364" y="7603"/>
                  </a:lnTo>
                  <a:lnTo>
                    <a:pt x="529" y="6870"/>
                  </a:lnTo>
                  <a:lnTo>
                    <a:pt x="738" y="6137"/>
                  </a:lnTo>
                  <a:lnTo>
                    <a:pt x="1003" y="5472"/>
                  </a:lnTo>
                  <a:lnTo>
                    <a:pt x="1267" y="4739"/>
                  </a:lnTo>
                  <a:lnTo>
                    <a:pt x="1587" y="4092"/>
                  </a:lnTo>
                  <a:lnTo>
                    <a:pt x="1962" y="3427"/>
                  </a:lnTo>
                  <a:lnTo>
                    <a:pt x="2325" y="2779"/>
                  </a:lnTo>
                  <a:lnTo>
                    <a:pt x="2755" y="2131"/>
                  </a:lnTo>
                  <a:lnTo>
                    <a:pt x="3229" y="1637"/>
                  </a:lnTo>
                  <a:lnTo>
                    <a:pt x="3703" y="1227"/>
                  </a:lnTo>
                  <a:lnTo>
                    <a:pt x="4232" y="818"/>
                  </a:lnTo>
                  <a:lnTo>
                    <a:pt x="4761" y="563"/>
                  </a:lnTo>
                  <a:lnTo>
                    <a:pt x="5345" y="324"/>
                  </a:lnTo>
                  <a:lnTo>
                    <a:pt x="5929" y="153"/>
                  </a:lnTo>
                  <a:lnTo>
                    <a:pt x="6568" y="85"/>
                  </a:lnTo>
                  <a:lnTo>
                    <a:pt x="7836" y="0"/>
                  </a:lnTo>
                  <a:lnTo>
                    <a:pt x="9213" y="85"/>
                  </a:lnTo>
                  <a:lnTo>
                    <a:pt x="11968" y="563"/>
                  </a:lnTo>
                  <a:lnTo>
                    <a:pt x="13390" y="818"/>
                  </a:lnTo>
                  <a:lnTo>
                    <a:pt x="14767" y="1142"/>
                  </a:lnTo>
                  <a:lnTo>
                    <a:pt x="16090" y="1313"/>
                  </a:lnTo>
                  <a:lnTo>
                    <a:pt x="17368" y="1381"/>
                  </a:lnTo>
                  <a:lnTo>
                    <a:pt x="18580" y="1381"/>
                  </a:lnTo>
                  <a:lnTo>
                    <a:pt x="19164" y="1313"/>
                  </a:lnTo>
                  <a:lnTo>
                    <a:pt x="19749" y="1142"/>
                  </a:lnTo>
                  <a:lnTo>
                    <a:pt x="20222" y="972"/>
                  </a:lnTo>
                  <a:lnTo>
                    <a:pt x="20751" y="733"/>
                  </a:lnTo>
                  <a:lnTo>
                    <a:pt x="21181" y="409"/>
                  </a:lnTo>
                  <a:lnTo>
                    <a:pt x="21600" y="0"/>
                  </a:lnTo>
                  <a:lnTo>
                    <a:pt x="21126" y="972"/>
                  </a:lnTo>
                  <a:lnTo>
                    <a:pt x="20597" y="1875"/>
                  </a:lnTo>
                  <a:lnTo>
                    <a:pt x="20013" y="2608"/>
                  </a:lnTo>
                  <a:lnTo>
                    <a:pt x="19484" y="3273"/>
                  </a:lnTo>
                  <a:lnTo>
                    <a:pt x="18955" y="3836"/>
                  </a:lnTo>
                  <a:lnTo>
                    <a:pt x="18371" y="4330"/>
                  </a:lnTo>
                  <a:lnTo>
                    <a:pt x="17787" y="4654"/>
                  </a:lnTo>
                  <a:lnTo>
                    <a:pt x="17258" y="4995"/>
                  </a:lnTo>
                  <a:lnTo>
                    <a:pt x="16200" y="5404"/>
                  </a:lnTo>
                  <a:lnTo>
                    <a:pt x="15197" y="5728"/>
                  </a:lnTo>
                  <a:lnTo>
                    <a:pt x="14238" y="5967"/>
                  </a:lnTo>
                  <a:lnTo>
                    <a:pt x="13500" y="6223"/>
                  </a:lnTo>
                  <a:lnTo>
                    <a:pt x="14503" y="6700"/>
                  </a:lnTo>
                  <a:lnTo>
                    <a:pt x="15351" y="6956"/>
                  </a:lnTo>
                  <a:lnTo>
                    <a:pt x="16145" y="7109"/>
                  </a:lnTo>
                  <a:lnTo>
                    <a:pt x="16894" y="7109"/>
                  </a:lnTo>
                  <a:lnTo>
                    <a:pt x="17633" y="7041"/>
                  </a:lnTo>
                  <a:lnTo>
                    <a:pt x="18481" y="6785"/>
                  </a:lnTo>
                  <a:lnTo>
                    <a:pt x="19429" y="6546"/>
                  </a:lnTo>
                  <a:lnTo>
                    <a:pt x="20597" y="6223"/>
                  </a:lnTo>
                  <a:lnTo>
                    <a:pt x="20123" y="7109"/>
                  </a:lnTo>
                  <a:lnTo>
                    <a:pt x="19693" y="7859"/>
                  </a:lnTo>
                  <a:lnTo>
                    <a:pt x="19220" y="8592"/>
                  </a:lnTo>
                  <a:lnTo>
                    <a:pt x="18746" y="9155"/>
                  </a:lnTo>
                  <a:lnTo>
                    <a:pt x="18261" y="9734"/>
                  </a:lnTo>
                  <a:lnTo>
                    <a:pt x="17313" y="10553"/>
                  </a:lnTo>
                  <a:lnTo>
                    <a:pt x="16784" y="10877"/>
                  </a:lnTo>
                  <a:lnTo>
                    <a:pt x="16310" y="11132"/>
                  </a:lnTo>
                  <a:lnTo>
                    <a:pt x="15781" y="11371"/>
                  </a:lnTo>
                  <a:lnTo>
                    <a:pt x="15252" y="11542"/>
                  </a:lnTo>
                  <a:lnTo>
                    <a:pt x="14723" y="11627"/>
                  </a:lnTo>
                  <a:lnTo>
                    <a:pt x="13555" y="11866"/>
                  </a:lnTo>
                  <a:lnTo>
                    <a:pt x="12387" y="11951"/>
                  </a:lnTo>
                  <a:lnTo>
                    <a:pt x="13081" y="12360"/>
                  </a:lnTo>
                  <a:lnTo>
                    <a:pt x="13875" y="12684"/>
                  </a:lnTo>
                  <a:lnTo>
                    <a:pt x="14613" y="12922"/>
                  </a:lnTo>
                  <a:lnTo>
                    <a:pt x="15407" y="13093"/>
                  </a:lnTo>
                  <a:lnTo>
                    <a:pt x="16255" y="13093"/>
                  </a:lnTo>
                  <a:lnTo>
                    <a:pt x="17104" y="13008"/>
                  </a:lnTo>
                  <a:lnTo>
                    <a:pt x="18051" y="12854"/>
                  </a:lnTo>
                  <a:lnTo>
                    <a:pt x="19065" y="12599"/>
                  </a:lnTo>
                  <a:close/>
                </a:path>
              </a:pathLst>
            </a:custGeom>
            <a:solidFill>
              <a:srgbClr val="FF66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82" name="Freeform 54"/>
            <p:cNvSpPr/>
            <p:nvPr/>
          </p:nvSpPr>
          <p:spPr>
            <a:xfrm>
              <a:off x="152368" y="202848"/>
              <a:ext cx="380331" cy="1549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07" y="21600"/>
                  </a:moveTo>
                  <a:lnTo>
                    <a:pt x="967" y="21075"/>
                  </a:lnTo>
                  <a:lnTo>
                    <a:pt x="1459" y="19275"/>
                  </a:lnTo>
                  <a:lnTo>
                    <a:pt x="2036" y="17813"/>
                  </a:lnTo>
                  <a:lnTo>
                    <a:pt x="2511" y="16387"/>
                  </a:lnTo>
                  <a:lnTo>
                    <a:pt x="3088" y="15300"/>
                  </a:lnTo>
                  <a:lnTo>
                    <a:pt x="4072" y="13500"/>
                  </a:lnTo>
                  <a:lnTo>
                    <a:pt x="4632" y="12975"/>
                  </a:lnTo>
                  <a:lnTo>
                    <a:pt x="5209" y="12412"/>
                  </a:lnTo>
                  <a:lnTo>
                    <a:pt x="5701" y="11887"/>
                  </a:lnTo>
                  <a:lnTo>
                    <a:pt x="6261" y="11512"/>
                  </a:lnTo>
                  <a:lnTo>
                    <a:pt x="6838" y="11325"/>
                  </a:lnTo>
                  <a:lnTo>
                    <a:pt x="7415" y="11175"/>
                  </a:lnTo>
                  <a:lnTo>
                    <a:pt x="9858" y="10800"/>
                  </a:lnTo>
                  <a:lnTo>
                    <a:pt x="11165" y="10800"/>
                  </a:lnTo>
                  <a:lnTo>
                    <a:pt x="12471" y="10612"/>
                  </a:lnTo>
                  <a:lnTo>
                    <a:pt x="13931" y="10425"/>
                  </a:lnTo>
                  <a:lnTo>
                    <a:pt x="15322" y="9713"/>
                  </a:lnTo>
                  <a:lnTo>
                    <a:pt x="16136" y="9187"/>
                  </a:lnTo>
                  <a:lnTo>
                    <a:pt x="16866" y="8625"/>
                  </a:lnTo>
                  <a:lnTo>
                    <a:pt x="17596" y="7912"/>
                  </a:lnTo>
                  <a:lnTo>
                    <a:pt x="18410" y="7013"/>
                  </a:lnTo>
                  <a:lnTo>
                    <a:pt x="19157" y="5925"/>
                  </a:lnTo>
                  <a:lnTo>
                    <a:pt x="19971" y="4687"/>
                  </a:lnTo>
                  <a:lnTo>
                    <a:pt x="20786" y="3225"/>
                  </a:lnTo>
                  <a:lnTo>
                    <a:pt x="21600" y="1612"/>
                  </a:lnTo>
                  <a:lnTo>
                    <a:pt x="20870" y="0"/>
                  </a:lnTo>
                  <a:lnTo>
                    <a:pt x="20124" y="1425"/>
                  </a:lnTo>
                  <a:lnTo>
                    <a:pt x="19394" y="2887"/>
                  </a:lnTo>
                  <a:lnTo>
                    <a:pt x="18580" y="3975"/>
                  </a:lnTo>
                  <a:lnTo>
                    <a:pt x="17935" y="5025"/>
                  </a:lnTo>
                  <a:lnTo>
                    <a:pt x="17188" y="5775"/>
                  </a:lnTo>
                  <a:lnTo>
                    <a:pt x="16459" y="6487"/>
                  </a:lnTo>
                  <a:lnTo>
                    <a:pt x="15814" y="7013"/>
                  </a:lnTo>
                  <a:lnTo>
                    <a:pt x="15067" y="7575"/>
                  </a:lnTo>
                  <a:lnTo>
                    <a:pt x="13761" y="8100"/>
                  </a:lnTo>
                  <a:lnTo>
                    <a:pt x="12386" y="8475"/>
                  </a:lnTo>
                  <a:lnTo>
                    <a:pt x="11165" y="8625"/>
                  </a:lnTo>
                  <a:lnTo>
                    <a:pt x="8552" y="8625"/>
                  </a:lnTo>
                  <a:lnTo>
                    <a:pt x="7330" y="9000"/>
                  </a:lnTo>
                  <a:lnTo>
                    <a:pt x="6668" y="9187"/>
                  </a:lnTo>
                  <a:lnTo>
                    <a:pt x="6024" y="9375"/>
                  </a:lnTo>
                  <a:lnTo>
                    <a:pt x="5447" y="9713"/>
                  </a:lnTo>
                  <a:lnTo>
                    <a:pt x="4802" y="10275"/>
                  </a:lnTo>
                  <a:lnTo>
                    <a:pt x="4157" y="10988"/>
                  </a:lnTo>
                  <a:lnTo>
                    <a:pt x="3580" y="11700"/>
                  </a:lnTo>
                  <a:lnTo>
                    <a:pt x="2918" y="12600"/>
                  </a:lnTo>
                  <a:lnTo>
                    <a:pt x="2359" y="13687"/>
                  </a:lnTo>
                  <a:lnTo>
                    <a:pt x="1782" y="14925"/>
                  </a:lnTo>
                  <a:lnTo>
                    <a:pt x="1222" y="16387"/>
                  </a:lnTo>
                  <a:lnTo>
                    <a:pt x="645" y="18000"/>
                  </a:lnTo>
                  <a:lnTo>
                    <a:pt x="68" y="19800"/>
                  </a:lnTo>
                  <a:lnTo>
                    <a:pt x="645" y="19275"/>
                  </a:lnTo>
                  <a:lnTo>
                    <a:pt x="68" y="19800"/>
                  </a:lnTo>
                  <a:lnTo>
                    <a:pt x="0" y="20325"/>
                  </a:lnTo>
                  <a:lnTo>
                    <a:pt x="0" y="20700"/>
                  </a:lnTo>
                  <a:lnTo>
                    <a:pt x="153" y="21075"/>
                  </a:lnTo>
                  <a:lnTo>
                    <a:pt x="238" y="21412"/>
                  </a:lnTo>
                  <a:lnTo>
                    <a:pt x="407" y="21600"/>
                  </a:lnTo>
                  <a:lnTo>
                    <a:pt x="645" y="21600"/>
                  </a:lnTo>
                  <a:lnTo>
                    <a:pt x="814" y="21412"/>
                  </a:lnTo>
                  <a:lnTo>
                    <a:pt x="967" y="21075"/>
                  </a:lnTo>
                  <a:lnTo>
                    <a:pt x="407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83" name="Freeform 55"/>
            <p:cNvSpPr/>
            <p:nvPr/>
          </p:nvSpPr>
          <p:spPr>
            <a:xfrm>
              <a:off x="-2" y="46543"/>
              <a:ext cx="163727" cy="3112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908" y="0"/>
                  </a:moveTo>
                  <a:lnTo>
                    <a:pt x="7410" y="803"/>
                  </a:lnTo>
                  <a:lnTo>
                    <a:pt x="6070" y="1531"/>
                  </a:lnTo>
                  <a:lnTo>
                    <a:pt x="4927" y="2334"/>
                  </a:lnTo>
                  <a:lnTo>
                    <a:pt x="3784" y="3043"/>
                  </a:lnTo>
                  <a:lnTo>
                    <a:pt x="2838" y="3846"/>
                  </a:lnTo>
                  <a:lnTo>
                    <a:pt x="2089" y="4742"/>
                  </a:lnTo>
                  <a:lnTo>
                    <a:pt x="1537" y="5563"/>
                  </a:lnTo>
                  <a:lnTo>
                    <a:pt x="946" y="6366"/>
                  </a:lnTo>
                  <a:lnTo>
                    <a:pt x="591" y="7169"/>
                  </a:lnTo>
                  <a:lnTo>
                    <a:pt x="394" y="7972"/>
                  </a:lnTo>
                  <a:lnTo>
                    <a:pt x="197" y="8868"/>
                  </a:lnTo>
                  <a:lnTo>
                    <a:pt x="0" y="9689"/>
                  </a:lnTo>
                  <a:lnTo>
                    <a:pt x="394" y="11295"/>
                  </a:lnTo>
                  <a:lnTo>
                    <a:pt x="749" y="12097"/>
                  </a:lnTo>
                  <a:lnTo>
                    <a:pt x="1143" y="12900"/>
                  </a:lnTo>
                  <a:lnTo>
                    <a:pt x="1537" y="13628"/>
                  </a:lnTo>
                  <a:lnTo>
                    <a:pt x="2286" y="14431"/>
                  </a:lnTo>
                  <a:lnTo>
                    <a:pt x="3035" y="15141"/>
                  </a:lnTo>
                  <a:lnTo>
                    <a:pt x="3784" y="15869"/>
                  </a:lnTo>
                  <a:lnTo>
                    <a:pt x="4730" y="16485"/>
                  </a:lnTo>
                  <a:lnTo>
                    <a:pt x="7016" y="17754"/>
                  </a:lnTo>
                  <a:lnTo>
                    <a:pt x="8159" y="18370"/>
                  </a:lnTo>
                  <a:lnTo>
                    <a:pt x="9460" y="18912"/>
                  </a:lnTo>
                  <a:lnTo>
                    <a:pt x="10800" y="19453"/>
                  </a:lnTo>
                  <a:lnTo>
                    <a:pt x="12337" y="19901"/>
                  </a:lnTo>
                  <a:lnTo>
                    <a:pt x="14032" y="20349"/>
                  </a:lnTo>
                  <a:lnTo>
                    <a:pt x="15530" y="20704"/>
                  </a:lnTo>
                  <a:lnTo>
                    <a:pt x="17422" y="21059"/>
                  </a:lnTo>
                  <a:lnTo>
                    <a:pt x="19117" y="21339"/>
                  </a:lnTo>
                  <a:lnTo>
                    <a:pt x="21048" y="21600"/>
                  </a:lnTo>
                  <a:lnTo>
                    <a:pt x="21600" y="20443"/>
                  </a:lnTo>
                  <a:lnTo>
                    <a:pt x="19905" y="20256"/>
                  </a:lnTo>
                  <a:lnTo>
                    <a:pt x="18171" y="19994"/>
                  </a:lnTo>
                  <a:lnTo>
                    <a:pt x="16476" y="19714"/>
                  </a:lnTo>
                  <a:lnTo>
                    <a:pt x="14978" y="19360"/>
                  </a:lnTo>
                  <a:lnTo>
                    <a:pt x="13638" y="18912"/>
                  </a:lnTo>
                  <a:lnTo>
                    <a:pt x="12337" y="18464"/>
                  </a:lnTo>
                  <a:lnTo>
                    <a:pt x="10997" y="18016"/>
                  </a:lnTo>
                  <a:lnTo>
                    <a:pt x="9854" y="17568"/>
                  </a:lnTo>
                  <a:lnTo>
                    <a:pt x="8711" y="17026"/>
                  </a:lnTo>
                  <a:lnTo>
                    <a:pt x="7568" y="16410"/>
                  </a:lnTo>
                  <a:lnTo>
                    <a:pt x="6622" y="15869"/>
                  </a:lnTo>
                  <a:lnTo>
                    <a:pt x="5873" y="15234"/>
                  </a:lnTo>
                  <a:lnTo>
                    <a:pt x="5124" y="14618"/>
                  </a:lnTo>
                  <a:lnTo>
                    <a:pt x="4375" y="13983"/>
                  </a:lnTo>
                  <a:lnTo>
                    <a:pt x="3784" y="13274"/>
                  </a:lnTo>
                  <a:lnTo>
                    <a:pt x="3429" y="12546"/>
                  </a:lnTo>
                  <a:lnTo>
                    <a:pt x="3035" y="11836"/>
                  </a:lnTo>
                  <a:lnTo>
                    <a:pt x="2641" y="11108"/>
                  </a:lnTo>
                  <a:lnTo>
                    <a:pt x="2483" y="10399"/>
                  </a:lnTo>
                  <a:lnTo>
                    <a:pt x="2483" y="8868"/>
                  </a:lnTo>
                  <a:lnTo>
                    <a:pt x="2641" y="8158"/>
                  </a:lnTo>
                  <a:lnTo>
                    <a:pt x="2838" y="7430"/>
                  </a:lnTo>
                  <a:lnTo>
                    <a:pt x="3232" y="6627"/>
                  </a:lnTo>
                  <a:lnTo>
                    <a:pt x="3784" y="5918"/>
                  </a:lnTo>
                  <a:lnTo>
                    <a:pt x="4375" y="5115"/>
                  </a:lnTo>
                  <a:lnTo>
                    <a:pt x="5124" y="4387"/>
                  </a:lnTo>
                  <a:lnTo>
                    <a:pt x="5873" y="3678"/>
                  </a:lnTo>
                  <a:lnTo>
                    <a:pt x="6819" y="2950"/>
                  </a:lnTo>
                  <a:lnTo>
                    <a:pt x="9105" y="1531"/>
                  </a:lnTo>
                  <a:lnTo>
                    <a:pt x="10406" y="803"/>
                  </a:lnTo>
                  <a:lnTo>
                    <a:pt x="8908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84" name="Freeform 56"/>
            <p:cNvSpPr/>
            <p:nvPr/>
          </p:nvSpPr>
          <p:spPr>
            <a:xfrm>
              <a:off x="67520" y="-1"/>
              <a:ext cx="538377" cy="581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80" y="4800"/>
                  </a:moveTo>
                  <a:lnTo>
                    <a:pt x="21025" y="1000"/>
                  </a:lnTo>
                  <a:lnTo>
                    <a:pt x="20557" y="2900"/>
                  </a:lnTo>
                  <a:lnTo>
                    <a:pt x="20102" y="4800"/>
                  </a:lnTo>
                  <a:lnTo>
                    <a:pt x="19634" y="6300"/>
                  </a:lnTo>
                  <a:lnTo>
                    <a:pt x="19059" y="7200"/>
                  </a:lnTo>
                  <a:lnTo>
                    <a:pt x="18483" y="8200"/>
                  </a:lnTo>
                  <a:lnTo>
                    <a:pt x="17908" y="8700"/>
                  </a:lnTo>
                  <a:lnTo>
                    <a:pt x="16649" y="8700"/>
                  </a:lnTo>
                  <a:lnTo>
                    <a:pt x="15259" y="8200"/>
                  </a:lnTo>
                  <a:lnTo>
                    <a:pt x="13761" y="6700"/>
                  </a:lnTo>
                  <a:lnTo>
                    <a:pt x="12322" y="5300"/>
                  </a:lnTo>
                  <a:lnTo>
                    <a:pt x="10776" y="3900"/>
                  </a:lnTo>
                  <a:lnTo>
                    <a:pt x="9278" y="1900"/>
                  </a:lnTo>
                  <a:lnTo>
                    <a:pt x="7719" y="1000"/>
                  </a:lnTo>
                  <a:lnTo>
                    <a:pt x="6221" y="500"/>
                  </a:lnTo>
                  <a:lnTo>
                    <a:pt x="4843" y="1000"/>
                  </a:lnTo>
                  <a:lnTo>
                    <a:pt x="4147" y="1500"/>
                  </a:lnTo>
                  <a:lnTo>
                    <a:pt x="3452" y="2400"/>
                  </a:lnTo>
                  <a:lnTo>
                    <a:pt x="2817" y="3900"/>
                  </a:lnTo>
                  <a:lnTo>
                    <a:pt x="2194" y="5800"/>
                  </a:lnTo>
                  <a:lnTo>
                    <a:pt x="1558" y="7700"/>
                  </a:lnTo>
                  <a:lnTo>
                    <a:pt x="983" y="10600"/>
                  </a:lnTo>
                  <a:lnTo>
                    <a:pt x="455" y="13500"/>
                  </a:lnTo>
                  <a:lnTo>
                    <a:pt x="0" y="17300"/>
                  </a:lnTo>
                  <a:lnTo>
                    <a:pt x="455" y="21600"/>
                  </a:lnTo>
                  <a:lnTo>
                    <a:pt x="923" y="18300"/>
                  </a:lnTo>
                  <a:lnTo>
                    <a:pt x="1378" y="15400"/>
                  </a:lnTo>
                  <a:lnTo>
                    <a:pt x="1906" y="13000"/>
                  </a:lnTo>
                  <a:lnTo>
                    <a:pt x="2421" y="11100"/>
                  </a:lnTo>
                  <a:lnTo>
                    <a:pt x="2997" y="9600"/>
                  </a:lnTo>
                  <a:lnTo>
                    <a:pt x="3572" y="8200"/>
                  </a:lnTo>
                  <a:lnTo>
                    <a:pt x="4207" y="7700"/>
                  </a:lnTo>
                  <a:lnTo>
                    <a:pt x="4843" y="6700"/>
                  </a:lnTo>
                  <a:lnTo>
                    <a:pt x="6221" y="6300"/>
                  </a:lnTo>
                  <a:lnTo>
                    <a:pt x="7659" y="6700"/>
                  </a:lnTo>
                  <a:lnTo>
                    <a:pt x="9158" y="8200"/>
                  </a:lnTo>
                  <a:lnTo>
                    <a:pt x="10716" y="9600"/>
                  </a:lnTo>
                  <a:lnTo>
                    <a:pt x="12214" y="11100"/>
                  </a:lnTo>
                  <a:lnTo>
                    <a:pt x="13713" y="13000"/>
                  </a:lnTo>
                  <a:lnTo>
                    <a:pt x="15199" y="13900"/>
                  </a:lnTo>
                  <a:lnTo>
                    <a:pt x="16590" y="14900"/>
                  </a:lnTo>
                  <a:lnTo>
                    <a:pt x="17273" y="14900"/>
                  </a:lnTo>
                  <a:lnTo>
                    <a:pt x="17968" y="14400"/>
                  </a:lnTo>
                  <a:lnTo>
                    <a:pt x="18603" y="13900"/>
                  </a:lnTo>
                  <a:lnTo>
                    <a:pt x="19239" y="13000"/>
                  </a:lnTo>
                  <a:lnTo>
                    <a:pt x="19814" y="12000"/>
                  </a:lnTo>
                  <a:lnTo>
                    <a:pt x="20389" y="10100"/>
                  </a:lnTo>
                  <a:lnTo>
                    <a:pt x="20905" y="8200"/>
                  </a:lnTo>
                  <a:lnTo>
                    <a:pt x="21420" y="5800"/>
                  </a:lnTo>
                  <a:lnTo>
                    <a:pt x="20905" y="1500"/>
                  </a:lnTo>
                  <a:lnTo>
                    <a:pt x="21420" y="5800"/>
                  </a:lnTo>
                  <a:lnTo>
                    <a:pt x="21540" y="4800"/>
                  </a:lnTo>
                  <a:lnTo>
                    <a:pt x="21600" y="3900"/>
                  </a:lnTo>
                  <a:lnTo>
                    <a:pt x="21540" y="2400"/>
                  </a:lnTo>
                  <a:lnTo>
                    <a:pt x="21480" y="1500"/>
                  </a:lnTo>
                  <a:lnTo>
                    <a:pt x="21420" y="1000"/>
                  </a:lnTo>
                  <a:lnTo>
                    <a:pt x="21312" y="500"/>
                  </a:lnTo>
                  <a:lnTo>
                    <a:pt x="21133" y="0"/>
                  </a:lnTo>
                  <a:lnTo>
                    <a:pt x="21025" y="1000"/>
                  </a:lnTo>
                  <a:lnTo>
                    <a:pt x="21480" y="48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85" name="Freeform 57"/>
            <p:cNvSpPr/>
            <p:nvPr/>
          </p:nvSpPr>
          <p:spPr>
            <a:xfrm>
              <a:off x="367479" y="4037"/>
              <a:ext cx="235431" cy="1108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9" y="18612"/>
                  </a:moveTo>
                  <a:lnTo>
                    <a:pt x="932" y="21600"/>
                  </a:lnTo>
                  <a:lnTo>
                    <a:pt x="2906" y="20866"/>
                  </a:lnTo>
                  <a:lnTo>
                    <a:pt x="5153" y="20132"/>
                  </a:lnTo>
                  <a:lnTo>
                    <a:pt x="7648" y="19083"/>
                  </a:lnTo>
                  <a:lnTo>
                    <a:pt x="10416" y="17825"/>
                  </a:lnTo>
                  <a:lnTo>
                    <a:pt x="11869" y="16829"/>
                  </a:lnTo>
                  <a:lnTo>
                    <a:pt x="13294" y="15571"/>
                  </a:lnTo>
                  <a:lnTo>
                    <a:pt x="14747" y="14050"/>
                  </a:lnTo>
                  <a:lnTo>
                    <a:pt x="16200" y="12320"/>
                  </a:lnTo>
                  <a:lnTo>
                    <a:pt x="17516" y="10276"/>
                  </a:lnTo>
                  <a:lnTo>
                    <a:pt x="18969" y="7759"/>
                  </a:lnTo>
                  <a:lnTo>
                    <a:pt x="20284" y="5033"/>
                  </a:lnTo>
                  <a:lnTo>
                    <a:pt x="21600" y="1730"/>
                  </a:lnTo>
                  <a:lnTo>
                    <a:pt x="20284" y="0"/>
                  </a:lnTo>
                  <a:lnTo>
                    <a:pt x="19106" y="2988"/>
                  </a:lnTo>
                  <a:lnTo>
                    <a:pt x="17790" y="5767"/>
                  </a:lnTo>
                  <a:lnTo>
                    <a:pt x="16474" y="8021"/>
                  </a:lnTo>
                  <a:lnTo>
                    <a:pt x="15295" y="9804"/>
                  </a:lnTo>
                  <a:lnTo>
                    <a:pt x="13843" y="11534"/>
                  </a:lnTo>
                  <a:lnTo>
                    <a:pt x="12527" y="12792"/>
                  </a:lnTo>
                  <a:lnTo>
                    <a:pt x="11211" y="13841"/>
                  </a:lnTo>
                  <a:lnTo>
                    <a:pt x="9895" y="14837"/>
                  </a:lnTo>
                  <a:lnTo>
                    <a:pt x="7237" y="16095"/>
                  </a:lnTo>
                  <a:lnTo>
                    <a:pt x="4879" y="17091"/>
                  </a:lnTo>
                  <a:lnTo>
                    <a:pt x="2494" y="17825"/>
                  </a:lnTo>
                  <a:lnTo>
                    <a:pt x="521" y="18612"/>
                  </a:lnTo>
                  <a:lnTo>
                    <a:pt x="521" y="21600"/>
                  </a:lnTo>
                  <a:lnTo>
                    <a:pt x="521" y="18612"/>
                  </a:lnTo>
                  <a:lnTo>
                    <a:pt x="274" y="18874"/>
                  </a:lnTo>
                  <a:lnTo>
                    <a:pt x="0" y="19346"/>
                  </a:lnTo>
                  <a:lnTo>
                    <a:pt x="0" y="20604"/>
                  </a:lnTo>
                  <a:lnTo>
                    <a:pt x="137" y="21128"/>
                  </a:lnTo>
                  <a:lnTo>
                    <a:pt x="274" y="21390"/>
                  </a:lnTo>
                  <a:lnTo>
                    <a:pt x="658" y="21600"/>
                  </a:lnTo>
                  <a:lnTo>
                    <a:pt x="932" y="21600"/>
                  </a:lnTo>
                  <a:lnTo>
                    <a:pt x="1069" y="1861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86" name="Freeform 58"/>
            <p:cNvSpPr/>
            <p:nvPr/>
          </p:nvSpPr>
          <p:spPr>
            <a:xfrm>
              <a:off x="373156" y="99541"/>
              <a:ext cx="204058" cy="295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42" y="9425"/>
                  </a:moveTo>
                  <a:lnTo>
                    <a:pt x="20525" y="0"/>
                  </a:lnTo>
                  <a:lnTo>
                    <a:pt x="17172" y="3731"/>
                  </a:lnTo>
                  <a:lnTo>
                    <a:pt x="14453" y="6480"/>
                  </a:lnTo>
                  <a:lnTo>
                    <a:pt x="12018" y="9425"/>
                  </a:lnTo>
                  <a:lnTo>
                    <a:pt x="10057" y="10407"/>
                  </a:lnTo>
                  <a:lnTo>
                    <a:pt x="7906" y="10407"/>
                  </a:lnTo>
                  <a:lnTo>
                    <a:pt x="5787" y="8444"/>
                  </a:lnTo>
                  <a:lnTo>
                    <a:pt x="3352" y="5695"/>
                  </a:lnTo>
                  <a:lnTo>
                    <a:pt x="633" y="0"/>
                  </a:lnTo>
                  <a:lnTo>
                    <a:pt x="0" y="11193"/>
                  </a:lnTo>
                  <a:lnTo>
                    <a:pt x="2910" y="16887"/>
                  </a:lnTo>
                  <a:lnTo>
                    <a:pt x="5471" y="19833"/>
                  </a:lnTo>
                  <a:lnTo>
                    <a:pt x="7748" y="21600"/>
                  </a:lnTo>
                  <a:lnTo>
                    <a:pt x="10057" y="21600"/>
                  </a:lnTo>
                  <a:lnTo>
                    <a:pt x="12334" y="20618"/>
                  </a:lnTo>
                  <a:lnTo>
                    <a:pt x="14737" y="18851"/>
                  </a:lnTo>
                  <a:lnTo>
                    <a:pt x="17489" y="15120"/>
                  </a:lnTo>
                  <a:lnTo>
                    <a:pt x="20841" y="11193"/>
                  </a:lnTo>
                  <a:lnTo>
                    <a:pt x="19924" y="1767"/>
                  </a:lnTo>
                  <a:lnTo>
                    <a:pt x="20841" y="11193"/>
                  </a:lnTo>
                  <a:lnTo>
                    <a:pt x="21284" y="10407"/>
                  </a:lnTo>
                  <a:lnTo>
                    <a:pt x="21600" y="8444"/>
                  </a:lnTo>
                  <a:lnTo>
                    <a:pt x="21600" y="2749"/>
                  </a:lnTo>
                  <a:lnTo>
                    <a:pt x="21284" y="982"/>
                  </a:lnTo>
                  <a:lnTo>
                    <a:pt x="20967" y="0"/>
                  </a:lnTo>
                  <a:lnTo>
                    <a:pt x="20525" y="0"/>
                  </a:lnTo>
                  <a:lnTo>
                    <a:pt x="21442" y="942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87" name="Freeform 59"/>
            <p:cNvSpPr/>
            <p:nvPr/>
          </p:nvSpPr>
          <p:spPr>
            <a:xfrm>
              <a:off x="336109" y="101963"/>
              <a:ext cx="239612" cy="1035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58" y="18346"/>
                  </a:moveTo>
                  <a:lnTo>
                    <a:pt x="889" y="21600"/>
                  </a:lnTo>
                  <a:lnTo>
                    <a:pt x="3878" y="21319"/>
                  </a:lnTo>
                  <a:lnTo>
                    <a:pt x="6706" y="20758"/>
                  </a:lnTo>
                  <a:lnTo>
                    <a:pt x="7999" y="20254"/>
                  </a:lnTo>
                  <a:lnTo>
                    <a:pt x="9426" y="19692"/>
                  </a:lnTo>
                  <a:lnTo>
                    <a:pt x="10719" y="18907"/>
                  </a:lnTo>
                  <a:lnTo>
                    <a:pt x="12012" y="18065"/>
                  </a:lnTo>
                  <a:lnTo>
                    <a:pt x="13197" y="16999"/>
                  </a:lnTo>
                  <a:lnTo>
                    <a:pt x="14490" y="15653"/>
                  </a:lnTo>
                  <a:lnTo>
                    <a:pt x="15648" y="14026"/>
                  </a:lnTo>
                  <a:lnTo>
                    <a:pt x="16941" y="12175"/>
                  </a:lnTo>
                  <a:lnTo>
                    <a:pt x="18099" y="10267"/>
                  </a:lnTo>
                  <a:lnTo>
                    <a:pt x="19257" y="7855"/>
                  </a:lnTo>
                  <a:lnTo>
                    <a:pt x="20442" y="5162"/>
                  </a:lnTo>
                  <a:lnTo>
                    <a:pt x="21600" y="2188"/>
                  </a:lnTo>
                  <a:lnTo>
                    <a:pt x="20307" y="0"/>
                  </a:lnTo>
                  <a:lnTo>
                    <a:pt x="19257" y="2974"/>
                  </a:lnTo>
                  <a:lnTo>
                    <a:pt x="18099" y="5386"/>
                  </a:lnTo>
                  <a:lnTo>
                    <a:pt x="17075" y="7574"/>
                  </a:lnTo>
                  <a:lnTo>
                    <a:pt x="15890" y="9425"/>
                  </a:lnTo>
                  <a:lnTo>
                    <a:pt x="14867" y="11333"/>
                  </a:lnTo>
                  <a:lnTo>
                    <a:pt x="13709" y="12679"/>
                  </a:lnTo>
                  <a:lnTo>
                    <a:pt x="12551" y="13745"/>
                  </a:lnTo>
                  <a:lnTo>
                    <a:pt x="11366" y="14868"/>
                  </a:lnTo>
                  <a:lnTo>
                    <a:pt x="9049" y="16438"/>
                  </a:lnTo>
                  <a:lnTo>
                    <a:pt x="7757" y="16999"/>
                  </a:lnTo>
                  <a:lnTo>
                    <a:pt x="6464" y="17280"/>
                  </a:lnTo>
                  <a:lnTo>
                    <a:pt x="3744" y="17785"/>
                  </a:lnTo>
                  <a:lnTo>
                    <a:pt x="754" y="18346"/>
                  </a:lnTo>
                  <a:lnTo>
                    <a:pt x="512" y="21600"/>
                  </a:lnTo>
                  <a:lnTo>
                    <a:pt x="754" y="18346"/>
                  </a:lnTo>
                  <a:lnTo>
                    <a:pt x="512" y="18346"/>
                  </a:lnTo>
                  <a:lnTo>
                    <a:pt x="242" y="18907"/>
                  </a:lnTo>
                  <a:lnTo>
                    <a:pt x="108" y="19412"/>
                  </a:lnTo>
                  <a:lnTo>
                    <a:pt x="0" y="19973"/>
                  </a:lnTo>
                  <a:lnTo>
                    <a:pt x="108" y="20478"/>
                  </a:lnTo>
                  <a:lnTo>
                    <a:pt x="242" y="21039"/>
                  </a:lnTo>
                  <a:lnTo>
                    <a:pt x="512" y="21600"/>
                  </a:lnTo>
                  <a:lnTo>
                    <a:pt x="889" y="21600"/>
                  </a:lnTo>
                  <a:lnTo>
                    <a:pt x="1158" y="1834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88" name="Freeform 60"/>
            <p:cNvSpPr/>
            <p:nvPr/>
          </p:nvSpPr>
          <p:spPr>
            <a:xfrm>
              <a:off x="341786" y="189934"/>
              <a:ext cx="193602" cy="33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300" y="15725"/>
                  </a:moveTo>
                  <a:lnTo>
                    <a:pt x="20500" y="6566"/>
                  </a:lnTo>
                  <a:lnTo>
                    <a:pt x="17433" y="9158"/>
                  </a:lnTo>
                  <a:lnTo>
                    <a:pt x="14733" y="10714"/>
                  </a:lnTo>
                  <a:lnTo>
                    <a:pt x="12167" y="11578"/>
                  </a:lnTo>
                  <a:lnTo>
                    <a:pt x="9600" y="10714"/>
                  </a:lnTo>
                  <a:lnTo>
                    <a:pt x="7367" y="10022"/>
                  </a:lnTo>
                  <a:lnTo>
                    <a:pt x="5100" y="7430"/>
                  </a:lnTo>
                  <a:lnTo>
                    <a:pt x="2867" y="5011"/>
                  </a:lnTo>
                  <a:lnTo>
                    <a:pt x="800" y="0"/>
                  </a:lnTo>
                  <a:lnTo>
                    <a:pt x="0" y="10022"/>
                  </a:lnTo>
                  <a:lnTo>
                    <a:pt x="2233" y="14170"/>
                  </a:lnTo>
                  <a:lnTo>
                    <a:pt x="4633" y="18317"/>
                  </a:lnTo>
                  <a:lnTo>
                    <a:pt x="7033" y="19872"/>
                  </a:lnTo>
                  <a:lnTo>
                    <a:pt x="9600" y="21600"/>
                  </a:lnTo>
                  <a:lnTo>
                    <a:pt x="12167" y="21600"/>
                  </a:lnTo>
                  <a:lnTo>
                    <a:pt x="14900" y="20736"/>
                  </a:lnTo>
                  <a:lnTo>
                    <a:pt x="17767" y="19008"/>
                  </a:lnTo>
                  <a:lnTo>
                    <a:pt x="20800" y="17453"/>
                  </a:lnTo>
                  <a:lnTo>
                    <a:pt x="19867" y="8294"/>
                  </a:lnTo>
                  <a:lnTo>
                    <a:pt x="20800" y="17453"/>
                  </a:lnTo>
                  <a:lnTo>
                    <a:pt x="21133" y="16589"/>
                  </a:lnTo>
                  <a:lnTo>
                    <a:pt x="21467" y="14861"/>
                  </a:lnTo>
                  <a:lnTo>
                    <a:pt x="21600" y="13306"/>
                  </a:lnTo>
                  <a:lnTo>
                    <a:pt x="21600" y="10714"/>
                  </a:lnTo>
                  <a:lnTo>
                    <a:pt x="21467" y="9158"/>
                  </a:lnTo>
                  <a:lnTo>
                    <a:pt x="21133" y="7430"/>
                  </a:lnTo>
                  <a:lnTo>
                    <a:pt x="20800" y="6566"/>
                  </a:lnTo>
                  <a:lnTo>
                    <a:pt x="20500" y="6566"/>
                  </a:lnTo>
                  <a:lnTo>
                    <a:pt x="21300" y="1572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490" name="Прямая соединительная линия 3098"/>
          <p:cNvSpPr/>
          <p:nvPr/>
        </p:nvSpPr>
        <p:spPr>
          <a:xfrm>
            <a:off x="2055324" y="732470"/>
            <a:ext cx="9141764" cy="4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91" name="Проектирование базы данных"/>
          <p:cNvSpPr txBox="1"/>
          <p:nvPr/>
        </p:nvSpPr>
        <p:spPr>
          <a:xfrm>
            <a:off x="419164" y="801881"/>
            <a:ext cx="2880528" cy="584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ru-RU" sz="3200" b="1" dirty="0">
                <a:latin typeface="Aptos (Основной текст)"/>
                <a:cs typeface="Times New Roman" panose="02020603050405020304" pitchFamily="18" charset="0"/>
              </a:rPr>
              <a:t>Расчётное ядро</a:t>
            </a:r>
            <a:endParaRPr lang="ru-RU" sz="3200" b="1" dirty="0">
              <a:latin typeface="Aptos (Основной текст)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23D7D748-5E9F-4543-9B15-31AB1DB658B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095181" y="6414762"/>
            <a:ext cx="258620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888888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fld id="{86CB4B4D-7CA3-9044-876B-883B54F8677D}" type="slidenum">
              <a:rPr lang="ru-RU" smtClean="0"/>
              <a:pPr/>
              <a:t>9</a:t>
            </a:fld>
            <a:endParaRPr lang="ru-RU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29A81BB-C87C-436B-9AC2-0A89E8D63722}"/>
              </a:ext>
            </a:extLst>
          </p:cNvPr>
          <p:cNvSpPr txBox="1"/>
          <p:nvPr/>
        </p:nvSpPr>
        <p:spPr>
          <a:xfrm>
            <a:off x="419164" y="1487484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Математические алгоритмы реализованы в виде независимых DLL-библиотек с единым интерфейсом. Это упрощает сопровождение кода и подключение новых расчётных модулей.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037945E-706B-4CCD-85A1-D1BEADB01F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708" y="833215"/>
            <a:ext cx="3600953" cy="583011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0B5B0A5-AD70-40D1-9005-57032802DD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0254" y="3814800"/>
            <a:ext cx="5134692" cy="91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461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7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87" y="12115"/>
            <a:ext cx="2034240" cy="68893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45" name="Group 13"/>
          <p:cNvGrpSpPr/>
          <p:nvPr/>
        </p:nvGrpSpPr>
        <p:grpSpPr>
          <a:xfrm>
            <a:off x="11407140" y="93998"/>
            <a:ext cx="605898" cy="638143"/>
            <a:chOff x="-1" y="0"/>
            <a:chExt cx="605897" cy="638142"/>
          </a:xfrm>
        </p:grpSpPr>
        <p:sp>
          <p:nvSpPr>
            <p:cNvPr id="498" name="Freeform 14"/>
            <p:cNvSpPr/>
            <p:nvPr/>
          </p:nvSpPr>
          <p:spPr>
            <a:xfrm>
              <a:off x="87537" y="343551"/>
              <a:ext cx="182249" cy="2453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4784"/>
                  </a:moveTo>
                  <a:lnTo>
                    <a:pt x="21600" y="0"/>
                  </a:lnTo>
                  <a:lnTo>
                    <a:pt x="21600" y="5116"/>
                  </a:lnTo>
                  <a:lnTo>
                    <a:pt x="14483" y="6703"/>
                  </a:lnTo>
                  <a:lnTo>
                    <a:pt x="14660" y="20250"/>
                  </a:lnTo>
                  <a:lnTo>
                    <a:pt x="6976" y="21600"/>
                  </a:lnTo>
                  <a:lnTo>
                    <a:pt x="6976" y="8408"/>
                  </a:lnTo>
                  <a:lnTo>
                    <a:pt x="0" y="10018"/>
                  </a:lnTo>
                  <a:lnTo>
                    <a:pt x="0" y="4784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99" name="Freeform 15"/>
            <p:cNvSpPr/>
            <p:nvPr/>
          </p:nvSpPr>
          <p:spPr>
            <a:xfrm>
              <a:off x="84848" y="335750"/>
              <a:ext cx="193602" cy="699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409"/>
                  </a:moveTo>
                  <a:lnTo>
                    <a:pt x="20333" y="0"/>
                  </a:lnTo>
                  <a:lnTo>
                    <a:pt x="0" y="16782"/>
                  </a:lnTo>
                  <a:lnTo>
                    <a:pt x="633" y="21600"/>
                  </a:lnTo>
                  <a:lnTo>
                    <a:pt x="20967" y="4818"/>
                  </a:lnTo>
                  <a:lnTo>
                    <a:pt x="19700" y="2409"/>
                  </a:lnTo>
                  <a:lnTo>
                    <a:pt x="20967" y="4818"/>
                  </a:lnTo>
                  <a:lnTo>
                    <a:pt x="21300" y="4403"/>
                  </a:lnTo>
                  <a:lnTo>
                    <a:pt x="21600" y="3655"/>
                  </a:lnTo>
                  <a:lnTo>
                    <a:pt x="21600" y="1662"/>
                  </a:lnTo>
                  <a:lnTo>
                    <a:pt x="21467" y="831"/>
                  </a:lnTo>
                  <a:lnTo>
                    <a:pt x="20800" y="0"/>
                  </a:lnTo>
                  <a:lnTo>
                    <a:pt x="20333" y="0"/>
                  </a:lnTo>
                  <a:lnTo>
                    <a:pt x="21600" y="240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00" name="Freeform 16"/>
            <p:cNvSpPr/>
            <p:nvPr/>
          </p:nvSpPr>
          <p:spPr>
            <a:xfrm>
              <a:off x="261417" y="343551"/>
              <a:ext cx="17033" cy="67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400" y="21168"/>
                  </a:moveTo>
                  <a:lnTo>
                    <a:pt x="21600" y="18662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8662"/>
                  </a:lnTo>
                  <a:lnTo>
                    <a:pt x="7200" y="16157"/>
                  </a:lnTo>
                  <a:lnTo>
                    <a:pt x="0" y="18662"/>
                  </a:lnTo>
                  <a:lnTo>
                    <a:pt x="0" y="19958"/>
                  </a:lnTo>
                  <a:lnTo>
                    <a:pt x="3411" y="20736"/>
                  </a:lnTo>
                  <a:lnTo>
                    <a:pt x="7200" y="21168"/>
                  </a:lnTo>
                  <a:lnTo>
                    <a:pt x="10611" y="21600"/>
                  </a:lnTo>
                  <a:lnTo>
                    <a:pt x="18189" y="20736"/>
                  </a:lnTo>
                  <a:lnTo>
                    <a:pt x="21600" y="19958"/>
                  </a:lnTo>
                  <a:lnTo>
                    <a:pt x="21600" y="18662"/>
                  </a:lnTo>
                  <a:lnTo>
                    <a:pt x="14400" y="2116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01" name="Freeform 17"/>
            <p:cNvSpPr/>
            <p:nvPr/>
          </p:nvSpPr>
          <p:spPr>
            <a:xfrm>
              <a:off x="201067" y="393859"/>
              <a:ext cx="71707" cy="33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220" y="16589"/>
                  </a:moveTo>
                  <a:lnTo>
                    <a:pt x="3420" y="21600"/>
                  </a:lnTo>
                  <a:lnTo>
                    <a:pt x="21600" y="10022"/>
                  </a:lnTo>
                  <a:lnTo>
                    <a:pt x="19890" y="0"/>
                  </a:lnTo>
                  <a:lnTo>
                    <a:pt x="1710" y="11750"/>
                  </a:lnTo>
                  <a:lnTo>
                    <a:pt x="0" y="16589"/>
                  </a:lnTo>
                  <a:lnTo>
                    <a:pt x="1710" y="11750"/>
                  </a:lnTo>
                  <a:lnTo>
                    <a:pt x="810" y="13306"/>
                  </a:lnTo>
                  <a:lnTo>
                    <a:pt x="0" y="15034"/>
                  </a:lnTo>
                  <a:lnTo>
                    <a:pt x="0" y="18317"/>
                  </a:lnTo>
                  <a:lnTo>
                    <a:pt x="450" y="20045"/>
                  </a:lnTo>
                  <a:lnTo>
                    <a:pt x="1260" y="21600"/>
                  </a:lnTo>
                  <a:lnTo>
                    <a:pt x="3420" y="21600"/>
                  </a:lnTo>
                  <a:lnTo>
                    <a:pt x="5220" y="165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02" name="Freeform 18"/>
            <p:cNvSpPr/>
            <p:nvPr/>
          </p:nvSpPr>
          <p:spPr>
            <a:xfrm>
              <a:off x="201067" y="419686"/>
              <a:ext cx="18527" cy="1616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981" y="21600"/>
                  </a:moveTo>
                  <a:lnTo>
                    <a:pt x="21600" y="20558"/>
                  </a:lnTo>
                  <a:lnTo>
                    <a:pt x="20206" y="0"/>
                  </a:lnTo>
                  <a:lnTo>
                    <a:pt x="0" y="0"/>
                  </a:lnTo>
                  <a:lnTo>
                    <a:pt x="1742" y="20558"/>
                  </a:lnTo>
                  <a:lnTo>
                    <a:pt x="8361" y="19515"/>
                  </a:lnTo>
                  <a:lnTo>
                    <a:pt x="1742" y="20558"/>
                  </a:lnTo>
                  <a:lnTo>
                    <a:pt x="1742" y="21061"/>
                  </a:lnTo>
                  <a:lnTo>
                    <a:pt x="4877" y="21420"/>
                  </a:lnTo>
                  <a:lnTo>
                    <a:pt x="8361" y="21600"/>
                  </a:lnTo>
                  <a:lnTo>
                    <a:pt x="14981" y="21600"/>
                  </a:lnTo>
                  <a:lnTo>
                    <a:pt x="18465" y="21420"/>
                  </a:lnTo>
                  <a:lnTo>
                    <a:pt x="21600" y="21061"/>
                  </a:lnTo>
                  <a:lnTo>
                    <a:pt x="21600" y="20558"/>
                  </a:lnTo>
                  <a:lnTo>
                    <a:pt x="14981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03" name="Freeform 19"/>
            <p:cNvSpPr/>
            <p:nvPr/>
          </p:nvSpPr>
          <p:spPr>
            <a:xfrm>
              <a:off x="136534" y="565767"/>
              <a:ext cx="77383" cy="322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5480"/>
                  </a:moveTo>
                  <a:lnTo>
                    <a:pt x="3169" y="20700"/>
                  </a:lnTo>
                  <a:lnTo>
                    <a:pt x="21600" y="10440"/>
                  </a:lnTo>
                  <a:lnTo>
                    <a:pt x="20015" y="0"/>
                  </a:lnTo>
                  <a:lnTo>
                    <a:pt x="2002" y="10440"/>
                  </a:lnTo>
                  <a:lnTo>
                    <a:pt x="5171" y="15480"/>
                  </a:lnTo>
                  <a:lnTo>
                    <a:pt x="2002" y="10440"/>
                  </a:lnTo>
                  <a:lnTo>
                    <a:pt x="751" y="12060"/>
                  </a:lnTo>
                  <a:lnTo>
                    <a:pt x="334" y="12960"/>
                  </a:lnTo>
                  <a:lnTo>
                    <a:pt x="0" y="15480"/>
                  </a:lnTo>
                  <a:lnTo>
                    <a:pt x="334" y="17280"/>
                  </a:lnTo>
                  <a:lnTo>
                    <a:pt x="334" y="19080"/>
                  </a:lnTo>
                  <a:lnTo>
                    <a:pt x="1168" y="20700"/>
                  </a:lnTo>
                  <a:lnTo>
                    <a:pt x="2002" y="21600"/>
                  </a:lnTo>
                  <a:lnTo>
                    <a:pt x="3169" y="20700"/>
                  </a:lnTo>
                  <a:lnTo>
                    <a:pt x="0" y="1548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04" name="Freeform 20"/>
            <p:cNvSpPr/>
            <p:nvPr/>
          </p:nvSpPr>
          <p:spPr>
            <a:xfrm>
              <a:off x="136534" y="431523"/>
              <a:ext cx="18527" cy="1573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39" y="2105"/>
                  </a:moveTo>
                  <a:lnTo>
                    <a:pt x="0" y="1034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034"/>
                  </a:lnTo>
                  <a:lnTo>
                    <a:pt x="8361" y="0"/>
                  </a:lnTo>
                  <a:lnTo>
                    <a:pt x="21600" y="1034"/>
                  </a:lnTo>
                  <a:lnTo>
                    <a:pt x="19858" y="517"/>
                  </a:lnTo>
                  <a:lnTo>
                    <a:pt x="18465" y="148"/>
                  </a:lnTo>
                  <a:lnTo>
                    <a:pt x="14981" y="0"/>
                  </a:lnTo>
                  <a:lnTo>
                    <a:pt x="6619" y="0"/>
                  </a:lnTo>
                  <a:lnTo>
                    <a:pt x="3135" y="148"/>
                  </a:lnTo>
                  <a:lnTo>
                    <a:pt x="1394" y="517"/>
                  </a:lnTo>
                  <a:lnTo>
                    <a:pt x="0" y="1034"/>
                  </a:lnTo>
                  <a:lnTo>
                    <a:pt x="13239" y="210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05" name="Freeform 21"/>
            <p:cNvSpPr/>
            <p:nvPr/>
          </p:nvSpPr>
          <p:spPr>
            <a:xfrm>
              <a:off x="78873" y="431523"/>
              <a:ext cx="69018" cy="333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723"/>
                  </a:moveTo>
                  <a:lnTo>
                    <a:pt x="3647" y="20903"/>
                  </a:lnTo>
                  <a:lnTo>
                    <a:pt x="21600" y="9929"/>
                  </a:lnTo>
                  <a:lnTo>
                    <a:pt x="20291" y="0"/>
                  </a:lnTo>
                  <a:lnTo>
                    <a:pt x="1870" y="11671"/>
                  </a:lnTo>
                  <a:lnTo>
                    <a:pt x="5423" y="16723"/>
                  </a:lnTo>
                  <a:lnTo>
                    <a:pt x="1870" y="11671"/>
                  </a:lnTo>
                  <a:lnTo>
                    <a:pt x="935" y="12542"/>
                  </a:lnTo>
                  <a:lnTo>
                    <a:pt x="0" y="14110"/>
                  </a:lnTo>
                  <a:lnTo>
                    <a:pt x="0" y="18290"/>
                  </a:lnTo>
                  <a:lnTo>
                    <a:pt x="468" y="20032"/>
                  </a:lnTo>
                  <a:lnTo>
                    <a:pt x="1403" y="20903"/>
                  </a:lnTo>
                  <a:lnTo>
                    <a:pt x="2244" y="21600"/>
                  </a:lnTo>
                  <a:lnTo>
                    <a:pt x="3647" y="20903"/>
                  </a:lnTo>
                  <a:lnTo>
                    <a:pt x="0" y="1672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06" name="Freeform 22"/>
            <p:cNvSpPr/>
            <p:nvPr/>
          </p:nvSpPr>
          <p:spPr>
            <a:xfrm>
              <a:off x="78873" y="390093"/>
              <a:ext cx="17332" cy="67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448" y="0"/>
                  </a:moveTo>
                  <a:lnTo>
                    <a:pt x="0" y="2506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506"/>
                  </a:lnTo>
                  <a:lnTo>
                    <a:pt x="14524" y="5011"/>
                  </a:lnTo>
                  <a:lnTo>
                    <a:pt x="21600" y="2506"/>
                  </a:lnTo>
                  <a:lnTo>
                    <a:pt x="21600" y="1642"/>
                  </a:lnTo>
                  <a:lnTo>
                    <a:pt x="14524" y="0"/>
                  </a:lnTo>
                  <a:lnTo>
                    <a:pt x="7448" y="0"/>
                  </a:lnTo>
                  <a:lnTo>
                    <a:pt x="3724" y="864"/>
                  </a:lnTo>
                  <a:lnTo>
                    <a:pt x="0" y="1642"/>
                  </a:lnTo>
                  <a:lnTo>
                    <a:pt x="0" y="2506"/>
                  </a:lnTo>
                  <a:lnTo>
                    <a:pt x="7448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07" name="Freeform 23"/>
            <p:cNvSpPr/>
            <p:nvPr/>
          </p:nvSpPr>
          <p:spPr>
            <a:xfrm>
              <a:off x="367479" y="260957"/>
              <a:ext cx="212424" cy="2698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613" y="18413"/>
                  </a:moveTo>
                  <a:lnTo>
                    <a:pt x="21600" y="17056"/>
                  </a:lnTo>
                  <a:lnTo>
                    <a:pt x="21600" y="0"/>
                  </a:lnTo>
                  <a:lnTo>
                    <a:pt x="21327" y="215"/>
                  </a:lnTo>
                  <a:lnTo>
                    <a:pt x="10359" y="8786"/>
                  </a:lnTo>
                  <a:lnTo>
                    <a:pt x="0" y="3833"/>
                  </a:lnTo>
                  <a:lnTo>
                    <a:pt x="0" y="3919"/>
                  </a:lnTo>
                  <a:lnTo>
                    <a:pt x="0" y="3833"/>
                  </a:lnTo>
                  <a:lnTo>
                    <a:pt x="0" y="21600"/>
                  </a:lnTo>
                  <a:lnTo>
                    <a:pt x="7018" y="20265"/>
                  </a:lnTo>
                  <a:lnTo>
                    <a:pt x="7018" y="13740"/>
                  </a:lnTo>
                  <a:lnTo>
                    <a:pt x="10663" y="15505"/>
                  </a:lnTo>
                  <a:lnTo>
                    <a:pt x="10663" y="15613"/>
                  </a:lnTo>
                  <a:lnTo>
                    <a:pt x="14613" y="12512"/>
                  </a:lnTo>
                  <a:lnTo>
                    <a:pt x="14613" y="18413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08" name="Freeform 24"/>
            <p:cNvSpPr/>
            <p:nvPr/>
          </p:nvSpPr>
          <p:spPr>
            <a:xfrm>
              <a:off x="508196" y="466228"/>
              <a:ext cx="80371" cy="322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43" y="5220"/>
                  </a:moveTo>
                  <a:lnTo>
                    <a:pt x="18549" y="0"/>
                  </a:lnTo>
                  <a:lnTo>
                    <a:pt x="0" y="11340"/>
                  </a:lnTo>
                  <a:lnTo>
                    <a:pt x="1124" y="21600"/>
                  </a:lnTo>
                  <a:lnTo>
                    <a:pt x="20074" y="10440"/>
                  </a:lnTo>
                  <a:lnTo>
                    <a:pt x="21600" y="5220"/>
                  </a:lnTo>
                  <a:lnTo>
                    <a:pt x="20074" y="10440"/>
                  </a:lnTo>
                  <a:lnTo>
                    <a:pt x="20877" y="9540"/>
                  </a:lnTo>
                  <a:lnTo>
                    <a:pt x="21600" y="7740"/>
                  </a:lnTo>
                  <a:lnTo>
                    <a:pt x="21600" y="4320"/>
                  </a:lnTo>
                  <a:lnTo>
                    <a:pt x="21199" y="2700"/>
                  </a:lnTo>
                  <a:lnTo>
                    <a:pt x="20476" y="900"/>
                  </a:lnTo>
                  <a:lnTo>
                    <a:pt x="19673" y="0"/>
                  </a:lnTo>
                  <a:lnTo>
                    <a:pt x="18549" y="0"/>
                  </a:lnTo>
                  <a:lnTo>
                    <a:pt x="16943" y="52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09" name="Freeform 25"/>
            <p:cNvSpPr/>
            <p:nvPr/>
          </p:nvSpPr>
          <p:spPr>
            <a:xfrm>
              <a:off x="571235" y="255846"/>
              <a:ext cx="17332" cy="218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772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506"/>
                  </a:lnTo>
                  <a:lnTo>
                    <a:pt x="18248" y="240"/>
                  </a:lnTo>
                  <a:lnTo>
                    <a:pt x="14524" y="133"/>
                  </a:lnTo>
                  <a:lnTo>
                    <a:pt x="10800" y="0"/>
                  </a:lnTo>
                  <a:lnTo>
                    <a:pt x="7448" y="133"/>
                  </a:lnTo>
                  <a:lnTo>
                    <a:pt x="3724" y="240"/>
                  </a:lnTo>
                  <a:lnTo>
                    <a:pt x="0" y="506"/>
                  </a:lnTo>
                  <a:lnTo>
                    <a:pt x="0" y="77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10" name="Freeform 26"/>
            <p:cNvSpPr/>
            <p:nvPr/>
          </p:nvSpPr>
          <p:spPr>
            <a:xfrm>
              <a:off x="571235" y="251810"/>
              <a:ext cx="17332" cy="142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38" y="21600"/>
                  </a:moveTo>
                  <a:lnTo>
                    <a:pt x="0" y="11819"/>
                  </a:lnTo>
                  <a:lnTo>
                    <a:pt x="0" y="17932"/>
                  </a:lnTo>
                  <a:lnTo>
                    <a:pt x="21600" y="19562"/>
                  </a:lnTo>
                  <a:lnTo>
                    <a:pt x="21600" y="13857"/>
                  </a:lnTo>
                  <a:lnTo>
                    <a:pt x="1862" y="6113"/>
                  </a:lnTo>
                  <a:lnTo>
                    <a:pt x="21600" y="13857"/>
                  </a:lnTo>
                  <a:lnTo>
                    <a:pt x="21600" y="8151"/>
                  </a:lnTo>
                  <a:lnTo>
                    <a:pt x="19738" y="4075"/>
                  </a:lnTo>
                  <a:lnTo>
                    <a:pt x="16386" y="2038"/>
                  </a:lnTo>
                  <a:lnTo>
                    <a:pt x="10800" y="0"/>
                  </a:lnTo>
                  <a:lnTo>
                    <a:pt x="7448" y="2038"/>
                  </a:lnTo>
                  <a:lnTo>
                    <a:pt x="3724" y="4075"/>
                  </a:lnTo>
                  <a:lnTo>
                    <a:pt x="1862" y="8151"/>
                  </a:lnTo>
                  <a:lnTo>
                    <a:pt x="0" y="11819"/>
                  </a:lnTo>
                  <a:lnTo>
                    <a:pt x="19738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11" name="Freeform 27"/>
            <p:cNvSpPr/>
            <p:nvPr/>
          </p:nvSpPr>
          <p:spPr>
            <a:xfrm>
              <a:off x="571235" y="255846"/>
              <a:ext cx="17332" cy="129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550"/>
                  </a:moveTo>
                  <a:lnTo>
                    <a:pt x="19738" y="17100"/>
                  </a:lnTo>
                  <a:lnTo>
                    <a:pt x="1862" y="0"/>
                  </a:lnTo>
                  <a:lnTo>
                    <a:pt x="21600" y="8550"/>
                  </a:lnTo>
                  <a:lnTo>
                    <a:pt x="1862" y="0"/>
                  </a:lnTo>
                  <a:lnTo>
                    <a:pt x="0" y="4050"/>
                  </a:lnTo>
                  <a:lnTo>
                    <a:pt x="0" y="14850"/>
                  </a:lnTo>
                  <a:lnTo>
                    <a:pt x="3724" y="19350"/>
                  </a:lnTo>
                  <a:lnTo>
                    <a:pt x="7448" y="21600"/>
                  </a:lnTo>
                  <a:lnTo>
                    <a:pt x="16386" y="21600"/>
                  </a:lnTo>
                  <a:lnTo>
                    <a:pt x="19738" y="17100"/>
                  </a:lnTo>
                  <a:lnTo>
                    <a:pt x="0" y="855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12" name="Freeform 28"/>
            <p:cNvSpPr/>
            <p:nvPr/>
          </p:nvSpPr>
          <p:spPr>
            <a:xfrm>
              <a:off x="571235" y="251810"/>
              <a:ext cx="17332" cy="142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38" y="21600"/>
                  </a:moveTo>
                  <a:lnTo>
                    <a:pt x="0" y="13857"/>
                  </a:lnTo>
                  <a:lnTo>
                    <a:pt x="21600" y="13857"/>
                  </a:lnTo>
                  <a:lnTo>
                    <a:pt x="1862" y="6113"/>
                  </a:lnTo>
                  <a:lnTo>
                    <a:pt x="21600" y="13857"/>
                  </a:lnTo>
                  <a:lnTo>
                    <a:pt x="21600" y="8151"/>
                  </a:lnTo>
                  <a:lnTo>
                    <a:pt x="18248" y="4075"/>
                  </a:lnTo>
                  <a:lnTo>
                    <a:pt x="10800" y="0"/>
                  </a:lnTo>
                  <a:lnTo>
                    <a:pt x="7448" y="2038"/>
                  </a:lnTo>
                  <a:lnTo>
                    <a:pt x="3724" y="4075"/>
                  </a:lnTo>
                  <a:lnTo>
                    <a:pt x="0" y="8151"/>
                  </a:lnTo>
                  <a:lnTo>
                    <a:pt x="0" y="13857"/>
                  </a:lnTo>
                  <a:lnTo>
                    <a:pt x="19738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13" name="Freeform 29"/>
            <p:cNvSpPr/>
            <p:nvPr/>
          </p:nvSpPr>
          <p:spPr>
            <a:xfrm>
              <a:off x="568546" y="255846"/>
              <a:ext cx="18527" cy="153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465" y="18189"/>
                  </a:moveTo>
                  <a:lnTo>
                    <a:pt x="21600" y="14400"/>
                  </a:lnTo>
                  <a:lnTo>
                    <a:pt x="4877" y="0"/>
                  </a:lnTo>
                  <a:lnTo>
                    <a:pt x="1742" y="3411"/>
                  </a:lnTo>
                  <a:lnTo>
                    <a:pt x="0" y="7200"/>
                  </a:lnTo>
                  <a:lnTo>
                    <a:pt x="0" y="12505"/>
                  </a:lnTo>
                  <a:lnTo>
                    <a:pt x="1742" y="16295"/>
                  </a:lnTo>
                  <a:lnTo>
                    <a:pt x="3135" y="20084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465" y="181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14" name="Freeform 30"/>
            <p:cNvSpPr/>
            <p:nvPr/>
          </p:nvSpPr>
          <p:spPr>
            <a:xfrm>
              <a:off x="460992" y="258267"/>
              <a:ext cx="123393" cy="1216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32" y="21122"/>
                  </a:moveTo>
                  <a:lnTo>
                    <a:pt x="2720" y="20883"/>
                  </a:lnTo>
                  <a:lnTo>
                    <a:pt x="21600" y="1864"/>
                  </a:lnTo>
                  <a:lnTo>
                    <a:pt x="19090" y="0"/>
                  </a:lnTo>
                  <a:lnTo>
                    <a:pt x="471" y="19067"/>
                  </a:lnTo>
                  <a:lnTo>
                    <a:pt x="2510" y="18828"/>
                  </a:lnTo>
                  <a:lnTo>
                    <a:pt x="471" y="19067"/>
                  </a:lnTo>
                  <a:lnTo>
                    <a:pt x="0" y="19497"/>
                  </a:lnTo>
                  <a:lnTo>
                    <a:pt x="0" y="20214"/>
                  </a:lnTo>
                  <a:lnTo>
                    <a:pt x="209" y="20644"/>
                  </a:lnTo>
                  <a:lnTo>
                    <a:pt x="471" y="21122"/>
                  </a:lnTo>
                  <a:lnTo>
                    <a:pt x="994" y="21361"/>
                  </a:lnTo>
                  <a:lnTo>
                    <a:pt x="1464" y="21600"/>
                  </a:lnTo>
                  <a:lnTo>
                    <a:pt x="2249" y="21361"/>
                  </a:lnTo>
                  <a:lnTo>
                    <a:pt x="2720" y="20883"/>
                  </a:lnTo>
                  <a:lnTo>
                    <a:pt x="732" y="2112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15" name="Freeform 31"/>
            <p:cNvSpPr/>
            <p:nvPr/>
          </p:nvSpPr>
          <p:spPr>
            <a:xfrm>
              <a:off x="358815" y="301042"/>
              <a:ext cx="116521" cy="761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212" y="2213"/>
                  </a:moveTo>
                  <a:lnTo>
                    <a:pt x="831" y="4045"/>
                  </a:lnTo>
                  <a:lnTo>
                    <a:pt x="19717" y="21600"/>
                  </a:lnTo>
                  <a:lnTo>
                    <a:pt x="21600" y="17936"/>
                  </a:lnTo>
                  <a:lnTo>
                    <a:pt x="2658" y="382"/>
                  </a:lnTo>
                  <a:lnTo>
                    <a:pt x="0" y="2213"/>
                  </a:lnTo>
                  <a:lnTo>
                    <a:pt x="2658" y="382"/>
                  </a:lnTo>
                  <a:lnTo>
                    <a:pt x="1883" y="0"/>
                  </a:lnTo>
                  <a:lnTo>
                    <a:pt x="1329" y="0"/>
                  </a:lnTo>
                  <a:lnTo>
                    <a:pt x="554" y="382"/>
                  </a:lnTo>
                  <a:lnTo>
                    <a:pt x="277" y="1069"/>
                  </a:lnTo>
                  <a:lnTo>
                    <a:pt x="0" y="1832"/>
                  </a:lnTo>
                  <a:lnTo>
                    <a:pt x="0" y="2519"/>
                  </a:lnTo>
                  <a:lnTo>
                    <a:pt x="277" y="3282"/>
                  </a:lnTo>
                  <a:lnTo>
                    <a:pt x="831" y="4045"/>
                  </a:lnTo>
                  <a:lnTo>
                    <a:pt x="3212" y="221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16" name="Freeform 32"/>
            <p:cNvSpPr/>
            <p:nvPr/>
          </p:nvSpPr>
          <p:spPr>
            <a:xfrm>
              <a:off x="358815" y="302387"/>
              <a:ext cx="17332" cy="15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724" y="19705"/>
                  </a:moveTo>
                  <a:lnTo>
                    <a:pt x="21600" y="9095"/>
                  </a:lnTo>
                  <a:lnTo>
                    <a:pt x="0" y="9095"/>
                  </a:lnTo>
                  <a:lnTo>
                    <a:pt x="0" y="10611"/>
                  </a:lnTo>
                  <a:lnTo>
                    <a:pt x="17876" y="0"/>
                  </a:lnTo>
                  <a:lnTo>
                    <a:pt x="0" y="10611"/>
                  </a:lnTo>
                  <a:lnTo>
                    <a:pt x="0" y="14400"/>
                  </a:lnTo>
                  <a:lnTo>
                    <a:pt x="3724" y="18189"/>
                  </a:lnTo>
                  <a:lnTo>
                    <a:pt x="7448" y="19705"/>
                  </a:lnTo>
                  <a:lnTo>
                    <a:pt x="10800" y="21600"/>
                  </a:lnTo>
                  <a:lnTo>
                    <a:pt x="14524" y="19705"/>
                  </a:lnTo>
                  <a:lnTo>
                    <a:pt x="17876" y="18189"/>
                  </a:lnTo>
                  <a:lnTo>
                    <a:pt x="21600" y="14400"/>
                  </a:lnTo>
                  <a:lnTo>
                    <a:pt x="21600" y="9095"/>
                  </a:lnTo>
                  <a:lnTo>
                    <a:pt x="3724" y="1970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17" name="Freeform 33"/>
            <p:cNvSpPr/>
            <p:nvPr/>
          </p:nvSpPr>
          <p:spPr>
            <a:xfrm>
              <a:off x="357620" y="301042"/>
              <a:ext cx="18527" cy="15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989"/>
                  </a:moveTo>
                  <a:lnTo>
                    <a:pt x="4877" y="20084"/>
                  </a:lnTo>
                  <a:lnTo>
                    <a:pt x="4877" y="21600"/>
                  </a:lnTo>
                  <a:lnTo>
                    <a:pt x="18116" y="1895"/>
                  </a:lnTo>
                  <a:lnTo>
                    <a:pt x="16723" y="1895"/>
                  </a:lnTo>
                  <a:lnTo>
                    <a:pt x="0" y="10989"/>
                  </a:lnTo>
                  <a:lnTo>
                    <a:pt x="16723" y="1895"/>
                  </a:lnTo>
                  <a:lnTo>
                    <a:pt x="13239" y="0"/>
                  </a:lnTo>
                  <a:lnTo>
                    <a:pt x="8361" y="0"/>
                  </a:lnTo>
                  <a:lnTo>
                    <a:pt x="4877" y="1895"/>
                  </a:lnTo>
                  <a:lnTo>
                    <a:pt x="3135" y="3411"/>
                  </a:lnTo>
                  <a:lnTo>
                    <a:pt x="1394" y="9095"/>
                  </a:lnTo>
                  <a:lnTo>
                    <a:pt x="0" y="12505"/>
                  </a:lnTo>
                  <a:lnTo>
                    <a:pt x="1394" y="16295"/>
                  </a:lnTo>
                  <a:lnTo>
                    <a:pt x="4877" y="20084"/>
                  </a:lnTo>
                  <a:lnTo>
                    <a:pt x="21600" y="109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18" name="Freeform 34"/>
            <p:cNvSpPr/>
            <p:nvPr/>
          </p:nvSpPr>
          <p:spPr>
            <a:xfrm>
              <a:off x="357620" y="308844"/>
              <a:ext cx="18527" cy="2297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361" y="20158"/>
                  </a:moveTo>
                  <a:lnTo>
                    <a:pt x="21600" y="20867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0867"/>
                  </a:lnTo>
                  <a:lnTo>
                    <a:pt x="13239" y="21600"/>
                  </a:lnTo>
                  <a:lnTo>
                    <a:pt x="0" y="20867"/>
                  </a:lnTo>
                  <a:lnTo>
                    <a:pt x="1394" y="21246"/>
                  </a:lnTo>
                  <a:lnTo>
                    <a:pt x="3135" y="21474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116" y="21474"/>
                  </a:lnTo>
                  <a:lnTo>
                    <a:pt x="19858" y="21246"/>
                  </a:lnTo>
                  <a:lnTo>
                    <a:pt x="21600" y="20867"/>
                  </a:lnTo>
                  <a:lnTo>
                    <a:pt x="8361" y="2015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19" name="Freeform 35"/>
            <p:cNvSpPr/>
            <p:nvPr/>
          </p:nvSpPr>
          <p:spPr>
            <a:xfrm>
              <a:off x="364790" y="506313"/>
              <a:ext cx="80371" cy="322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43" y="5220"/>
                  </a:moveTo>
                  <a:lnTo>
                    <a:pt x="18468" y="0"/>
                  </a:lnTo>
                  <a:lnTo>
                    <a:pt x="0" y="11340"/>
                  </a:lnTo>
                  <a:lnTo>
                    <a:pt x="1124" y="21600"/>
                  </a:lnTo>
                  <a:lnTo>
                    <a:pt x="19994" y="10440"/>
                  </a:lnTo>
                  <a:lnTo>
                    <a:pt x="21600" y="5220"/>
                  </a:lnTo>
                  <a:lnTo>
                    <a:pt x="19994" y="10440"/>
                  </a:lnTo>
                  <a:lnTo>
                    <a:pt x="20797" y="9540"/>
                  </a:lnTo>
                  <a:lnTo>
                    <a:pt x="21600" y="7740"/>
                  </a:lnTo>
                  <a:lnTo>
                    <a:pt x="21600" y="3420"/>
                  </a:lnTo>
                  <a:lnTo>
                    <a:pt x="21199" y="1800"/>
                  </a:lnTo>
                  <a:lnTo>
                    <a:pt x="20396" y="900"/>
                  </a:lnTo>
                  <a:lnTo>
                    <a:pt x="19673" y="0"/>
                  </a:lnTo>
                  <a:lnTo>
                    <a:pt x="18468" y="0"/>
                  </a:lnTo>
                  <a:lnTo>
                    <a:pt x="16943" y="52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20" name="Freeform 36"/>
            <p:cNvSpPr/>
            <p:nvPr/>
          </p:nvSpPr>
          <p:spPr>
            <a:xfrm>
              <a:off x="427829" y="425066"/>
              <a:ext cx="17332" cy="890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014" y="261"/>
                  </a:moveTo>
                  <a:lnTo>
                    <a:pt x="0" y="1827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827"/>
                  </a:lnTo>
                  <a:lnTo>
                    <a:pt x="3724" y="3393"/>
                  </a:lnTo>
                  <a:lnTo>
                    <a:pt x="21600" y="1827"/>
                  </a:lnTo>
                  <a:lnTo>
                    <a:pt x="21600" y="1240"/>
                  </a:lnTo>
                  <a:lnTo>
                    <a:pt x="17876" y="587"/>
                  </a:lnTo>
                  <a:lnTo>
                    <a:pt x="14152" y="0"/>
                  </a:lnTo>
                  <a:lnTo>
                    <a:pt x="7076" y="0"/>
                  </a:lnTo>
                  <a:lnTo>
                    <a:pt x="0" y="1240"/>
                  </a:lnTo>
                  <a:lnTo>
                    <a:pt x="0" y="1827"/>
                  </a:lnTo>
                  <a:lnTo>
                    <a:pt x="16014" y="261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21" name="Freeform 37"/>
            <p:cNvSpPr/>
            <p:nvPr/>
          </p:nvSpPr>
          <p:spPr>
            <a:xfrm>
              <a:off x="430817" y="426143"/>
              <a:ext cx="50196" cy="363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314" y="13920"/>
                  </a:moveTo>
                  <a:lnTo>
                    <a:pt x="19671" y="13120"/>
                  </a:lnTo>
                  <a:lnTo>
                    <a:pt x="4243" y="0"/>
                  </a:lnTo>
                  <a:lnTo>
                    <a:pt x="0" y="7680"/>
                  </a:lnTo>
                  <a:lnTo>
                    <a:pt x="15429" y="20800"/>
                  </a:lnTo>
                  <a:lnTo>
                    <a:pt x="14786" y="20000"/>
                  </a:lnTo>
                  <a:lnTo>
                    <a:pt x="15429" y="20800"/>
                  </a:lnTo>
                  <a:lnTo>
                    <a:pt x="17229" y="21600"/>
                  </a:lnTo>
                  <a:lnTo>
                    <a:pt x="18514" y="21600"/>
                  </a:lnTo>
                  <a:lnTo>
                    <a:pt x="19671" y="20800"/>
                  </a:lnTo>
                  <a:lnTo>
                    <a:pt x="20957" y="19200"/>
                  </a:lnTo>
                  <a:lnTo>
                    <a:pt x="21600" y="17760"/>
                  </a:lnTo>
                  <a:lnTo>
                    <a:pt x="21600" y="16160"/>
                  </a:lnTo>
                  <a:lnTo>
                    <a:pt x="20957" y="14720"/>
                  </a:lnTo>
                  <a:lnTo>
                    <a:pt x="20314" y="139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22" name="Freeform 38"/>
            <p:cNvSpPr/>
            <p:nvPr/>
          </p:nvSpPr>
          <p:spPr>
            <a:xfrm>
              <a:off x="465174" y="449548"/>
              <a:ext cx="17333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2" y="0"/>
                  </a:moveTo>
                  <a:lnTo>
                    <a:pt x="16014" y="0"/>
                  </a:lnTo>
                  <a:lnTo>
                    <a:pt x="0" y="15487"/>
                  </a:lnTo>
                  <a:lnTo>
                    <a:pt x="1862" y="17525"/>
                  </a:lnTo>
                  <a:lnTo>
                    <a:pt x="17876" y="17525"/>
                  </a:lnTo>
                  <a:lnTo>
                    <a:pt x="1862" y="17525"/>
                  </a:lnTo>
                  <a:lnTo>
                    <a:pt x="5214" y="21600"/>
                  </a:lnTo>
                  <a:lnTo>
                    <a:pt x="10800" y="21600"/>
                  </a:lnTo>
                  <a:lnTo>
                    <a:pt x="14152" y="19562"/>
                  </a:lnTo>
                  <a:lnTo>
                    <a:pt x="17876" y="17525"/>
                  </a:lnTo>
                  <a:lnTo>
                    <a:pt x="19738" y="13449"/>
                  </a:lnTo>
                  <a:lnTo>
                    <a:pt x="21600" y="9781"/>
                  </a:lnTo>
                  <a:lnTo>
                    <a:pt x="19738" y="3668"/>
                  </a:lnTo>
                  <a:lnTo>
                    <a:pt x="17876" y="0"/>
                  </a:lnTo>
                  <a:lnTo>
                    <a:pt x="1862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23" name="Freeform 39"/>
            <p:cNvSpPr/>
            <p:nvPr/>
          </p:nvSpPr>
          <p:spPr>
            <a:xfrm>
              <a:off x="466668" y="409463"/>
              <a:ext cx="53184" cy="516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3263"/>
                  </a:moveTo>
                  <a:lnTo>
                    <a:pt x="15169" y="1125"/>
                  </a:lnTo>
                  <a:lnTo>
                    <a:pt x="0" y="16763"/>
                  </a:lnTo>
                  <a:lnTo>
                    <a:pt x="5218" y="21600"/>
                  </a:lnTo>
                  <a:lnTo>
                    <a:pt x="20387" y="5400"/>
                  </a:lnTo>
                  <a:lnTo>
                    <a:pt x="13955" y="3263"/>
                  </a:lnTo>
                  <a:lnTo>
                    <a:pt x="20387" y="5400"/>
                  </a:lnTo>
                  <a:lnTo>
                    <a:pt x="21600" y="4275"/>
                  </a:lnTo>
                  <a:lnTo>
                    <a:pt x="21600" y="3263"/>
                  </a:lnTo>
                  <a:lnTo>
                    <a:pt x="20993" y="1575"/>
                  </a:lnTo>
                  <a:lnTo>
                    <a:pt x="20387" y="1125"/>
                  </a:lnTo>
                  <a:lnTo>
                    <a:pt x="19173" y="0"/>
                  </a:lnTo>
                  <a:lnTo>
                    <a:pt x="16261" y="0"/>
                  </a:lnTo>
                  <a:lnTo>
                    <a:pt x="15169" y="1125"/>
                  </a:lnTo>
                  <a:lnTo>
                    <a:pt x="21600" y="326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24" name="Freeform 40"/>
            <p:cNvSpPr/>
            <p:nvPr/>
          </p:nvSpPr>
          <p:spPr>
            <a:xfrm>
              <a:off x="501026" y="417265"/>
              <a:ext cx="18826" cy="812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229" y="17523"/>
                  </a:moveTo>
                  <a:lnTo>
                    <a:pt x="21600" y="19597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9597"/>
                  </a:lnTo>
                  <a:lnTo>
                    <a:pt x="13029" y="21600"/>
                  </a:lnTo>
                  <a:lnTo>
                    <a:pt x="0" y="19597"/>
                  </a:lnTo>
                  <a:lnTo>
                    <a:pt x="1714" y="20599"/>
                  </a:lnTo>
                  <a:lnTo>
                    <a:pt x="3429" y="21314"/>
                  </a:lnTo>
                  <a:lnTo>
                    <a:pt x="6514" y="21600"/>
                  </a:lnTo>
                  <a:lnTo>
                    <a:pt x="14743" y="21600"/>
                  </a:lnTo>
                  <a:lnTo>
                    <a:pt x="18171" y="21314"/>
                  </a:lnTo>
                  <a:lnTo>
                    <a:pt x="19886" y="20599"/>
                  </a:lnTo>
                  <a:lnTo>
                    <a:pt x="21600" y="19597"/>
                  </a:lnTo>
                  <a:lnTo>
                    <a:pt x="8229" y="1752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25" name="Freeform 41"/>
            <p:cNvSpPr/>
            <p:nvPr/>
          </p:nvSpPr>
          <p:spPr>
            <a:xfrm>
              <a:off x="211224" y="383636"/>
              <a:ext cx="192111" cy="2453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66" y="0"/>
                  </a:moveTo>
                  <a:lnTo>
                    <a:pt x="21600" y="0"/>
                  </a:lnTo>
                  <a:lnTo>
                    <a:pt x="21600" y="17503"/>
                  </a:lnTo>
                  <a:lnTo>
                    <a:pt x="13706" y="19208"/>
                  </a:lnTo>
                  <a:lnTo>
                    <a:pt x="13706" y="14211"/>
                  </a:lnTo>
                  <a:lnTo>
                    <a:pt x="134" y="21482"/>
                  </a:lnTo>
                  <a:lnTo>
                    <a:pt x="0" y="21600"/>
                  </a:lnTo>
                  <a:lnTo>
                    <a:pt x="0" y="3292"/>
                  </a:lnTo>
                  <a:lnTo>
                    <a:pt x="7894" y="1587"/>
                  </a:lnTo>
                  <a:lnTo>
                    <a:pt x="7894" y="7389"/>
                  </a:lnTo>
                  <a:lnTo>
                    <a:pt x="21466" y="0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26" name="Freeform 42"/>
            <p:cNvSpPr/>
            <p:nvPr/>
          </p:nvSpPr>
          <p:spPr>
            <a:xfrm>
              <a:off x="393471" y="377180"/>
              <a:ext cx="17034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11" y="0"/>
                  </a:moveTo>
                  <a:lnTo>
                    <a:pt x="21600" y="9781"/>
                  </a:lnTo>
                  <a:lnTo>
                    <a:pt x="0" y="9781"/>
                  </a:lnTo>
                  <a:lnTo>
                    <a:pt x="18189" y="19562"/>
                  </a:lnTo>
                  <a:lnTo>
                    <a:pt x="0" y="9781"/>
                  </a:lnTo>
                  <a:lnTo>
                    <a:pt x="0" y="15487"/>
                  </a:lnTo>
                  <a:lnTo>
                    <a:pt x="3411" y="19562"/>
                  </a:lnTo>
                  <a:lnTo>
                    <a:pt x="7200" y="21600"/>
                  </a:lnTo>
                  <a:lnTo>
                    <a:pt x="14400" y="21600"/>
                  </a:lnTo>
                  <a:lnTo>
                    <a:pt x="18189" y="19562"/>
                  </a:lnTo>
                  <a:lnTo>
                    <a:pt x="21600" y="15487"/>
                  </a:lnTo>
                  <a:lnTo>
                    <a:pt x="21600" y="9781"/>
                  </a:lnTo>
                  <a:lnTo>
                    <a:pt x="3411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27" name="Freeform 43"/>
            <p:cNvSpPr/>
            <p:nvPr/>
          </p:nvSpPr>
          <p:spPr>
            <a:xfrm>
              <a:off x="393471" y="375835"/>
              <a:ext cx="18528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1819"/>
                  </a:moveTo>
                  <a:lnTo>
                    <a:pt x="3135" y="2038"/>
                  </a:lnTo>
                  <a:lnTo>
                    <a:pt x="16723" y="21600"/>
                  </a:lnTo>
                  <a:lnTo>
                    <a:pt x="18465" y="21600"/>
                  </a:lnTo>
                  <a:lnTo>
                    <a:pt x="0" y="11819"/>
                  </a:lnTo>
                  <a:lnTo>
                    <a:pt x="18465" y="21600"/>
                  </a:lnTo>
                  <a:lnTo>
                    <a:pt x="19858" y="15894"/>
                  </a:lnTo>
                  <a:lnTo>
                    <a:pt x="21600" y="11819"/>
                  </a:lnTo>
                  <a:lnTo>
                    <a:pt x="19858" y="7743"/>
                  </a:lnTo>
                  <a:lnTo>
                    <a:pt x="18465" y="4075"/>
                  </a:lnTo>
                  <a:lnTo>
                    <a:pt x="16723" y="0"/>
                  </a:lnTo>
                  <a:lnTo>
                    <a:pt x="8361" y="0"/>
                  </a:lnTo>
                  <a:lnTo>
                    <a:pt x="3135" y="2038"/>
                  </a:lnTo>
                  <a:lnTo>
                    <a:pt x="21600" y="1181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28" name="Freeform 44"/>
            <p:cNvSpPr/>
            <p:nvPr/>
          </p:nvSpPr>
          <p:spPr>
            <a:xfrm>
              <a:off x="393471" y="383636"/>
              <a:ext cx="18528" cy="206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39" y="21600"/>
                  </a:moveTo>
                  <a:lnTo>
                    <a:pt x="21600" y="20784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0784"/>
                  </a:lnTo>
                  <a:lnTo>
                    <a:pt x="8361" y="19997"/>
                  </a:lnTo>
                  <a:lnTo>
                    <a:pt x="0" y="20784"/>
                  </a:lnTo>
                  <a:lnTo>
                    <a:pt x="1394" y="21206"/>
                  </a:lnTo>
                  <a:lnTo>
                    <a:pt x="3135" y="21459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465" y="21459"/>
                  </a:lnTo>
                  <a:lnTo>
                    <a:pt x="19858" y="21206"/>
                  </a:lnTo>
                  <a:lnTo>
                    <a:pt x="21600" y="20784"/>
                  </a:lnTo>
                  <a:lnTo>
                    <a:pt x="13239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29" name="Freeform 45"/>
            <p:cNvSpPr/>
            <p:nvPr/>
          </p:nvSpPr>
          <p:spPr>
            <a:xfrm>
              <a:off x="324457" y="574914"/>
              <a:ext cx="80371" cy="347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744"/>
                  </a:moveTo>
                  <a:lnTo>
                    <a:pt x="3132" y="21600"/>
                  </a:lnTo>
                  <a:lnTo>
                    <a:pt x="21600" y="9544"/>
                  </a:lnTo>
                  <a:lnTo>
                    <a:pt x="20476" y="0"/>
                  </a:lnTo>
                  <a:lnTo>
                    <a:pt x="1526" y="12056"/>
                  </a:lnTo>
                  <a:lnTo>
                    <a:pt x="5059" y="16744"/>
                  </a:lnTo>
                  <a:lnTo>
                    <a:pt x="1526" y="12056"/>
                  </a:lnTo>
                  <a:lnTo>
                    <a:pt x="803" y="12726"/>
                  </a:lnTo>
                  <a:lnTo>
                    <a:pt x="401" y="14400"/>
                  </a:lnTo>
                  <a:lnTo>
                    <a:pt x="0" y="16744"/>
                  </a:lnTo>
                  <a:lnTo>
                    <a:pt x="0" y="18419"/>
                  </a:lnTo>
                  <a:lnTo>
                    <a:pt x="401" y="20093"/>
                  </a:lnTo>
                  <a:lnTo>
                    <a:pt x="1124" y="20763"/>
                  </a:lnTo>
                  <a:lnTo>
                    <a:pt x="1927" y="21600"/>
                  </a:lnTo>
                  <a:lnTo>
                    <a:pt x="3132" y="21600"/>
                  </a:lnTo>
                  <a:lnTo>
                    <a:pt x="0" y="16744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30" name="Freeform 46"/>
            <p:cNvSpPr/>
            <p:nvPr/>
          </p:nvSpPr>
          <p:spPr>
            <a:xfrm>
              <a:off x="324457" y="536174"/>
              <a:ext cx="18826" cy="656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457" y="5046"/>
                  </a:moveTo>
                  <a:lnTo>
                    <a:pt x="0" y="292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921"/>
                  </a:lnTo>
                  <a:lnTo>
                    <a:pt x="3429" y="797"/>
                  </a:lnTo>
                  <a:lnTo>
                    <a:pt x="21600" y="2921"/>
                  </a:lnTo>
                  <a:lnTo>
                    <a:pt x="19886" y="1682"/>
                  </a:lnTo>
                  <a:lnTo>
                    <a:pt x="18171" y="797"/>
                  </a:lnTo>
                  <a:lnTo>
                    <a:pt x="14743" y="354"/>
                  </a:lnTo>
                  <a:lnTo>
                    <a:pt x="9943" y="0"/>
                  </a:lnTo>
                  <a:lnTo>
                    <a:pt x="6514" y="354"/>
                  </a:lnTo>
                  <a:lnTo>
                    <a:pt x="3429" y="797"/>
                  </a:lnTo>
                  <a:lnTo>
                    <a:pt x="1714" y="1682"/>
                  </a:lnTo>
                  <a:lnTo>
                    <a:pt x="0" y="2921"/>
                  </a:lnTo>
                  <a:lnTo>
                    <a:pt x="16457" y="504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31" name="Freeform 47"/>
            <p:cNvSpPr/>
            <p:nvPr/>
          </p:nvSpPr>
          <p:spPr>
            <a:xfrm>
              <a:off x="203755" y="538596"/>
              <a:ext cx="135047" cy="982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342" y="21008"/>
                  </a:moveTo>
                  <a:lnTo>
                    <a:pt x="21600" y="2841"/>
                  </a:lnTo>
                  <a:lnTo>
                    <a:pt x="19784" y="0"/>
                  </a:lnTo>
                  <a:lnTo>
                    <a:pt x="478" y="18464"/>
                  </a:lnTo>
                  <a:lnTo>
                    <a:pt x="0" y="19055"/>
                  </a:lnTo>
                  <a:lnTo>
                    <a:pt x="0" y="20180"/>
                  </a:lnTo>
                  <a:lnTo>
                    <a:pt x="239" y="20772"/>
                  </a:lnTo>
                  <a:lnTo>
                    <a:pt x="717" y="21304"/>
                  </a:lnTo>
                  <a:lnTo>
                    <a:pt x="1195" y="21600"/>
                  </a:lnTo>
                  <a:lnTo>
                    <a:pt x="1625" y="21600"/>
                  </a:lnTo>
                  <a:lnTo>
                    <a:pt x="2342" y="2100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32" name="Freeform 48"/>
            <p:cNvSpPr/>
            <p:nvPr/>
          </p:nvSpPr>
          <p:spPr>
            <a:xfrm>
              <a:off x="202560" y="622532"/>
              <a:ext cx="18528" cy="156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938"/>
                  </a:moveTo>
                  <a:lnTo>
                    <a:pt x="16723" y="17876"/>
                  </a:lnTo>
                  <a:lnTo>
                    <a:pt x="18465" y="16014"/>
                  </a:lnTo>
                  <a:lnTo>
                    <a:pt x="4877" y="0"/>
                  </a:lnTo>
                  <a:lnTo>
                    <a:pt x="3135" y="1862"/>
                  </a:lnTo>
                  <a:lnTo>
                    <a:pt x="21600" y="8938"/>
                  </a:lnTo>
                  <a:lnTo>
                    <a:pt x="3135" y="1862"/>
                  </a:lnTo>
                  <a:lnTo>
                    <a:pt x="0" y="5586"/>
                  </a:lnTo>
                  <a:lnTo>
                    <a:pt x="0" y="12662"/>
                  </a:lnTo>
                  <a:lnTo>
                    <a:pt x="3135" y="16014"/>
                  </a:lnTo>
                  <a:lnTo>
                    <a:pt x="4877" y="19738"/>
                  </a:lnTo>
                  <a:lnTo>
                    <a:pt x="10103" y="21600"/>
                  </a:lnTo>
                  <a:lnTo>
                    <a:pt x="13239" y="19738"/>
                  </a:lnTo>
                  <a:lnTo>
                    <a:pt x="16723" y="17876"/>
                  </a:lnTo>
                  <a:lnTo>
                    <a:pt x="0" y="893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33" name="Freeform 49"/>
            <p:cNvSpPr/>
            <p:nvPr/>
          </p:nvSpPr>
          <p:spPr>
            <a:xfrm>
              <a:off x="202560" y="413229"/>
              <a:ext cx="18528" cy="2157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619" y="0"/>
                  </a:moveTo>
                  <a:lnTo>
                    <a:pt x="0" y="78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781"/>
                  </a:lnTo>
                  <a:lnTo>
                    <a:pt x="13239" y="1562"/>
                  </a:lnTo>
                  <a:lnTo>
                    <a:pt x="21600" y="781"/>
                  </a:lnTo>
                  <a:lnTo>
                    <a:pt x="19858" y="404"/>
                  </a:lnTo>
                  <a:lnTo>
                    <a:pt x="18465" y="269"/>
                  </a:lnTo>
                  <a:lnTo>
                    <a:pt x="14981" y="0"/>
                  </a:lnTo>
                  <a:lnTo>
                    <a:pt x="6619" y="0"/>
                  </a:lnTo>
                  <a:lnTo>
                    <a:pt x="1394" y="404"/>
                  </a:lnTo>
                  <a:lnTo>
                    <a:pt x="0" y="781"/>
                  </a:lnTo>
                  <a:lnTo>
                    <a:pt x="6619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34" name="Freeform 50"/>
            <p:cNvSpPr/>
            <p:nvPr/>
          </p:nvSpPr>
          <p:spPr>
            <a:xfrm>
              <a:off x="208237" y="393859"/>
              <a:ext cx="81865" cy="349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4818"/>
                  </a:moveTo>
                  <a:lnTo>
                    <a:pt x="18526" y="0"/>
                  </a:lnTo>
                  <a:lnTo>
                    <a:pt x="0" y="11963"/>
                  </a:lnTo>
                  <a:lnTo>
                    <a:pt x="1498" y="21600"/>
                  </a:lnTo>
                  <a:lnTo>
                    <a:pt x="19708" y="9637"/>
                  </a:lnTo>
                  <a:lnTo>
                    <a:pt x="16634" y="4818"/>
                  </a:lnTo>
                  <a:lnTo>
                    <a:pt x="19708" y="9637"/>
                  </a:lnTo>
                  <a:lnTo>
                    <a:pt x="20812" y="8806"/>
                  </a:lnTo>
                  <a:lnTo>
                    <a:pt x="21206" y="7311"/>
                  </a:lnTo>
                  <a:lnTo>
                    <a:pt x="21600" y="4818"/>
                  </a:lnTo>
                  <a:lnTo>
                    <a:pt x="21206" y="3323"/>
                  </a:lnTo>
                  <a:lnTo>
                    <a:pt x="20812" y="1662"/>
                  </a:lnTo>
                  <a:lnTo>
                    <a:pt x="20418" y="831"/>
                  </a:lnTo>
                  <a:lnTo>
                    <a:pt x="19314" y="0"/>
                  </a:lnTo>
                  <a:lnTo>
                    <a:pt x="18526" y="0"/>
                  </a:lnTo>
                  <a:lnTo>
                    <a:pt x="21600" y="481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35" name="Freeform 51"/>
            <p:cNvSpPr/>
            <p:nvPr/>
          </p:nvSpPr>
          <p:spPr>
            <a:xfrm>
              <a:off x="271276" y="401661"/>
              <a:ext cx="18826" cy="737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143" y="17422"/>
                  </a:moveTo>
                  <a:lnTo>
                    <a:pt x="21600" y="19314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9314"/>
                  </a:lnTo>
                  <a:lnTo>
                    <a:pt x="16457" y="21206"/>
                  </a:lnTo>
                  <a:lnTo>
                    <a:pt x="0" y="19314"/>
                  </a:lnTo>
                  <a:lnTo>
                    <a:pt x="1714" y="20102"/>
                  </a:lnTo>
                  <a:lnTo>
                    <a:pt x="3429" y="20812"/>
                  </a:lnTo>
                  <a:lnTo>
                    <a:pt x="6857" y="21600"/>
                  </a:lnTo>
                  <a:lnTo>
                    <a:pt x="15086" y="21600"/>
                  </a:lnTo>
                  <a:lnTo>
                    <a:pt x="18171" y="20812"/>
                  </a:lnTo>
                  <a:lnTo>
                    <a:pt x="19886" y="20102"/>
                  </a:lnTo>
                  <a:lnTo>
                    <a:pt x="21600" y="19314"/>
                  </a:lnTo>
                  <a:lnTo>
                    <a:pt x="5143" y="1742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36" name="Freeform 52"/>
            <p:cNvSpPr/>
            <p:nvPr/>
          </p:nvSpPr>
          <p:spPr>
            <a:xfrm>
              <a:off x="275757" y="375835"/>
              <a:ext cx="134748" cy="981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716"/>
                  </a:moveTo>
                  <a:lnTo>
                    <a:pt x="19301" y="296"/>
                  </a:lnTo>
                  <a:lnTo>
                    <a:pt x="0" y="18759"/>
                  </a:lnTo>
                  <a:lnTo>
                    <a:pt x="1580" y="21600"/>
                  </a:lnTo>
                  <a:lnTo>
                    <a:pt x="21169" y="3136"/>
                  </a:lnTo>
                  <a:lnTo>
                    <a:pt x="18870" y="1716"/>
                  </a:lnTo>
                  <a:lnTo>
                    <a:pt x="21169" y="3136"/>
                  </a:lnTo>
                  <a:lnTo>
                    <a:pt x="21600" y="2545"/>
                  </a:lnTo>
                  <a:lnTo>
                    <a:pt x="21600" y="1124"/>
                  </a:lnTo>
                  <a:lnTo>
                    <a:pt x="21408" y="592"/>
                  </a:lnTo>
                  <a:lnTo>
                    <a:pt x="20929" y="0"/>
                  </a:lnTo>
                  <a:lnTo>
                    <a:pt x="20020" y="0"/>
                  </a:lnTo>
                  <a:lnTo>
                    <a:pt x="19301" y="296"/>
                  </a:lnTo>
                  <a:lnTo>
                    <a:pt x="21600" y="171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37" name="Freeform 53"/>
            <p:cNvSpPr/>
            <p:nvPr/>
          </p:nvSpPr>
          <p:spPr>
            <a:xfrm>
              <a:off x="10157" y="9148"/>
              <a:ext cx="585582" cy="3408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065" y="12599"/>
                  </a:moveTo>
                  <a:lnTo>
                    <a:pt x="18525" y="13332"/>
                  </a:lnTo>
                  <a:lnTo>
                    <a:pt x="17996" y="13997"/>
                  </a:lnTo>
                  <a:lnTo>
                    <a:pt x="17522" y="14559"/>
                  </a:lnTo>
                  <a:lnTo>
                    <a:pt x="17049" y="14968"/>
                  </a:lnTo>
                  <a:lnTo>
                    <a:pt x="16520" y="15377"/>
                  </a:lnTo>
                  <a:lnTo>
                    <a:pt x="16046" y="15718"/>
                  </a:lnTo>
                  <a:lnTo>
                    <a:pt x="15616" y="15957"/>
                  </a:lnTo>
                  <a:lnTo>
                    <a:pt x="15142" y="16196"/>
                  </a:lnTo>
                  <a:lnTo>
                    <a:pt x="14238" y="16451"/>
                  </a:lnTo>
                  <a:lnTo>
                    <a:pt x="13346" y="16605"/>
                  </a:lnTo>
                  <a:lnTo>
                    <a:pt x="12497" y="16690"/>
                  </a:lnTo>
                  <a:lnTo>
                    <a:pt x="11649" y="16690"/>
                  </a:lnTo>
                  <a:lnTo>
                    <a:pt x="10800" y="16775"/>
                  </a:lnTo>
                  <a:lnTo>
                    <a:pt x="10007" y="16861"/>
                  </a:lnTo>
                  <a:lnTo>
                    <a:pt x="9632" y="16946"/>
                  </a:lnTo>
                  <a:lnTo>
                    <a:pt x="9268" y="17014"/>
                  </a:lnTo>
                  <a:lnTo>
                    <a:pt x="8838" y="17185"/>
                  </a:lnTo>
                  <a:lnTo>
                    <a:pt x="8475" y="17423"/>
                  </a:lnTo>
                  <a:lnTo>
                    <a:pt x="8100" y="17679"/>
                  </a:lnTo>
                  <a:lnTo>
                    <a:pt x="7725" y="18003"/>
                  </a:lnTo>
                  <a:lnTo>
                    <a:pt x="7362" y="18412"/>
                  </a:lnTo>
                  <a:lnTo>
                    <a:pt x="6987" y="18906"/>
                  </a:lnTo>
                  <a:lnTo>
                    <a:pt x="6667" y="19401"/>
                  </a:lnTo>
                  <a:lnTo>
                    <a:pt x="6304" y="20049"/>
                  </a:lnTo>
                  <a:lnTo>
                    <a:pt x="5929" y="20782"/>
                  </a:lnTo>
                  <a:lnTo>
                    <a:pt x="5609" y="21600"/>
                  </a:lnTo>
                  <a:lnTo>
                    <a:pt x="5080" y="21361"/>
                  </a:lnTo>
                  <a:lnTo>
                    <a:pt x="4607" y="21106"/>
                  </a:lnTo>
                  <a:lnTo>
                    <a:pt x="4133" y="20782"/>
                  </a:lnTo>
                  <a:lnTo>
                    <a:pt x="3703" y="20458"/>
                  </a:lnTo>
                  <a:lnTo>
                    <a:pt x="3284" y="20134"/>
                  </a:lnTo>
                  <a:lnTo>
                    <a:pt x="2854" y="19725"/>
                  </a:lnTo>
                  <a:lnTo>
                    <a:pt x="2491" y="19230"/>
                  </a:lnTo>
                  <a:lnTo>
                    <a:pt x="2116" y="18736"/>
                  </a:lnTo>
                  <a:lnTo>
                    <a:pt x="1796" y="18242"/>
                  </a:lnTo>
                  <a:lnTo>
                    <a:pt x="1477" y="17679"/>
                  </a:lnTo>
                  <a:lnTo>
                    <a:pt x="1212" y="17099"/>
                  </a:lnTo>
                  <a:lnTo>
                    <a:pt x="948" y="16537"/>
                  </a:lnTo>
                  <a:lnTo>
                    <a:pt x="738" y="15957"/>
                  </a:lnTo>
                  <a:lnTo>
                    <a:pt x="584" y="15309"/>
                  </a:lnTo>
                  <a:lnTo>
                    <a:pt x="364" y="14644"/>
                  </a:lnTo>
                  <a:lnTo>
                    <a:pt x="264" y="13997"/>
                  </a:lnTo>
                  <a:lnTo>
                    <a:pt x="154" y="13332"/>
                  </a:lnTo>
                  <a:lnTo>
                    <a:pt x="55" y="12599"/>
                  </a:lnTo>
                  <a:lnTo>
                    <a:pt x="0" y="11951"/>
                  </a:lnTo>
                  <a:lnTo>
                    <a:pt x="0" y="10468"/>
                  </a:lnTo>
                  <a:lnTo>
                    <a:pt x="55" y="9734"/>
                  </a:lnTo>
                  <a:lnTo>
                    <a:pt x="99" y="9001"/>
                  </a:lnTo>
                  <a:lnTo>
                    <a:pt x="209" y="8337"/>
                  </a:lnTo>
                  <a:lnTo>
                    <a:pt x="364" y="7603"/>
                  </a:lnTo>
                  <a:lnTo>
                    <a:pt x="529" y="6870"/>
                  </a:lnTo>
                  <a:lnTo>
                    <a:pt x="738" y="6137"/>
                  </a:lnTo>
                  <a:lnTo>
                    <a:pt x="1003" y="5472"/>
                  </a:lnTo>
                  <a:lnTo>
                    <a:pt x="1267" y="4739"/>
                  </a:lnTo>
                  <a:lnTo>
                    <a:pt x="1587" y="4092"/>
                  </a:lnTo>
                  <a:lnTo>
                    <a:pt x="1962" y="3427"/>
                  </a:lnTo>
                  <a:lnTo>
                    <a:pt x="2325" y="2779"/>
                  </a:lnTo>
                  <a:lnTo>
                    <a:pt x="2755" y="2131"/>
                  </a:lnTo>
                  <a:lnTo>
                    <a:pt x="3229" y="1637"/>
                  </a:lnTo>
                  <a:lnTo>
                    <a:pt x="3703" y="1227"/>
                  </a:lnTo>
                  <a:lnTo>
                    <a:pt x="4232" y="818"/>
                  </a:lnTo>
                  <a:lnTo>
                    <a:pt x="4761" y="563"/>
                  </a:lnTo>
                  <a:lnTo>
                    <a:pt x="5345" y="324"/>
                  </a:lnTo>
                  <a:lnTo>
                    <a:pt x="5929" y="153"/>
                  </a:lnTo>
                  <a:lnTo>
                    <a:pt x="6568" y="85"/>
                  </a:lnTo>
                  <a:lnTo>
                    <a:pt x="7836" y="0"/>
                  </a:lnTo>
                  <a:lnTo>
                    <a:pt x="9213" y="85"/>
                  </a:lnTo>
                  <a:lnTo>
                    <a:pt x="11968" y="563"/>
                  </a:lnTo>
                  <a:lnTo>
                    <a:pt x="13390" y="818"/>
                  </a:lnTo>
                  <a:lnTo>
                    <a:pt x="14767" y="1142"/>
                  </a:lnTo>
                  <a:lnTo>
                    <a:pt x="16090" y="1313"/>
                  </a:lnTo>
                  <a:lnTo>
                    <a:pt x="17368" y="1381"/>
                  </a:lnTo>
                  <a:lnTo>
                    <a:pt x="18580" y="1381"/>
                  </a:lnTo>
                  <a:lnTo>
                    <a:pt x="19164" y="1313"/>
                  </a:lnTo>
                  <a:lnTo>
                    <a:pt x="19749" y="1142"/>
                  </a:lnTo>
                  <a:lnTo>
                    <a:pt x="20222" y="972"/>
                  </a:lnTo>
                  <a:lnTo>
                    <a:pt x="20751" y="733"/>
                  </a:lnTo>
                  <a:lnTo>
                    <a:pt x="21181" y="409"/>
                  </a:lnTo>
                  <a:lnTo>
                    <a:pt x="21600" y="0"/>
                  </a:lnTo>
                  <a:lnTo>
                    <a:pt x="21126" y="972"/>
                  </a:lnTo>
                  <a:lnTo>
                    <a:pt x="20597" y="1875"/>
                  </a:lnTo>
                  <a:lnTo>
                    <a:pt x="20013" y="2608"/>
                  </a:lnTo>
                  <a:lnTo>
                    <a:pt x="19484" y="3273"/>
                  </a:lnTo>
                  <a:lnTo>
                    <a:pt x="18955" y="3836"/>
                  </a:lnTo>
                  <a:lnTo>
                    <a:pt x="18371" y="4330"/>
                  </a:lnTo>
                  <a:lnTo>
                    <a:pt x="17787" y="4654"/>
                  </a:lnTo>
                  <a:lnTo>
                    <a:pt x="17258" y="4995"/>
                  </a:lnTo>
                  <a:lnTo>
                    <a:pt x="16200" y="5404"/>
                  </a:lnTo>
                  <a:lnTo>
                    <a:pt x="15197" y="5728"/>
                  </a:lnTo>
                  <a:lnTo>
                    <a:pt x="14238" y="5967"/>
                  </a:lnTo>
                  <a:lnTo>
                    <a:pt x="13500" y="6223"/>
                  </a:lnTo>
                  <a:lnTo>
                    <a:pt x="14503" y="6700"/>
                  </a:lnTo>
                  <a:lnTo>
                    <a:pt x="15351" y="6956"/>
                  </a:lnTo>
                  <a:lnTo>
                    <a:pt x="16145" y="7109"/>
                  </a:lnTo>
                  <a:lnTo>
                    <a:pt x="16894" y="7109"/>
                  </a:lnTo>
                  <a:lnTo>
                    <a:pt x="17633" y="7041"/>
                  </a:lnTo>
                  <a:lnTo>
                    <a:pt x="18481" y="6785"/>
                  </a:lnTo>
                  <a:lnTo>
                    <a:pt x="19429" y="6546"/>
                  </a:lnTo>
                  <a:lnTo>
                    <a:pt x="20597" y="6223"/>
                  </a:lnTo>
                  <a:lnTo>
                    <a:pt x="20123" y="7109"/>
                  </a:lnTo>
                  <a:lnTo>
                    <a:pt x="19693" y="7859"/>
                  </a:lnTo>
                  <a:lnTo>
                    <a:pt x="19220" y="8592"/>
                  </a:lnTo>
                  <a:lnTo>
                    <a:pt x="18746" y="9155"/>
                  </a:lnTo>
                  <a:lnTo>
                    <a:pt x="18261" y="9734"/>
                  </a:lnTo>
                  <a:lnTo>
                    <a:pt x="17313" y="10553"/>
                  </a:lnTo>
                  <a:lnTo>
                    <a:pt x="16784" y="10877"/>
                  </a:lnTo>
                  <a:lnTo>
                    <a:pt x="16310" y="11132"/>
                  </a:lnTo>
                  <a:lnTo>
                    <a:pt x="15781" y="11371"/>
                  </a:lnTo>
                  <a:lnTo>
                    <a:pt x="15252" y="11542"/>
                  </a:lnTo>
                  <a:lnTo>
                    <a:pt x="14723" y="11627"/>
                  </a:lnTo>
                  <a:lnTo>
                    <a:pt x="13555" y="11866"/>
                  </a:lnTo>
                  <a:lnTo>
                    <a:pt x="12387" y="11951"/>
                  </a:lnTo>
                  <a:lnTo>
                    <a:pt x="13081" y="12360"/>
                  </a:lnTo>
                  <a:lnTo>
                    <a:pt x="13875" y="12684"/>
                  </a:lnTo>
                  <a:lnTo>
                    <a:pt x="14613" y="12922"/>
                  </a:lnTo>
                  <a:lnTo>
                    <a:pt x="15407" y="13093"/>
                  </a:lnTo>
                  <a:lnTo>
                    <a:pt x="16255" y="13093"/>
                  </a:lnTo>
                  <a:lnTo>
                    <a:pt x="17104" y="13008"/>
                  </a:lnTo>
                  <a:lnTo>
                    <a:pt x="18051" y="12854"/>
                  </a:lnTo>
                  <a:lnTo>
                    <a:pt x="19065" y="12599"/>
                  </a:lnTo>
                  <a:close/>
                </a:path>
              </a:pathLst>
            </a:custGeom>
            <a:solidFill>
              <a:srgbClr val="FF66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38" name="Freeform 54"/>
            <p:cNvSpPr/>
            <p:nvPr/>
          </p:nvSpPr>
          <p:spPr>
            <a:xfrm>
              <a:off x="152368" y="202848"/>
              <a:ext cx="380331" cy="1549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07" y="21600"/>
                  </a:moveTo>
                  <a:lnTo>
                    <a:pt x="967" y="21075"/>
                  </a:lnTo>
                  <a:lnTo>
                    <a:pt x="1459" y="19275"/>
                  </a:lnTo>
                  <a:lnTo>
                    <a:pt x="2036" y="17813"/>
                  </a:lnTo>
                  <a:lnTo>
                    <a:pt x="2511" y="16387"/>
                  </a:lnTo>
                  <a:lnTo>
                    <a:pt x="3088" y="15300"/>
                  </a:lnTo>
                  <a:lnTo>
                    <a:pt x="4072" y="13500"/>
                  </a:lnTo>
                  <a:lnTo>
                    <a:pt x="4632" y="12975"/>
                  </a:lnTo>
                  <a:lnTo>
                    <a:pt x="5209" y="12412"/>
                  </a:lnTo>
                  <a:lnTo>
                    <a:pt x="5701" y="11887"/>
                  </a:lnTo>
                  <a:lnTo>
                    <a:pt x="6261" y="11512"/>
                  </a:lnTo>
                  <a:lnTo>
                    <a:pt x="6838" y="11325"/>
                  </a:lnTo>
                  <a:lnTo>
                    <a:pt x="7415" y="11175"/>
                  </a:lnTo>
                  <a:lnTo>
                    <a:pt x="9858" y="10800"/>
                  </a:lnTo>
                  <a:lnTo>
                    <a:pt x="11165" y="10800"/>
                  </a:lnTo>
                  <a:lnTo>
                    <a:pt x="12471" y="10612"/>
                  </a:lnTo>
                  <a:lnTo>
                    <a:pt x="13931" y="10425"/>
                  </a:lnTo>
                  <a:lnTo>
                    <a:pt x="15322" y="9713"/>
                  </a:lnTo>
                  <a:lnTo>
                    <a:pt x="16136" y="9187"/>
                  </a:lnTo>
                  <a:lnTo>
                    <a:pt x="16866" y="8625"/>
                  </a:lnTo>
                  <a:lnTo>
                    <a:pt x="17596" y="7912"/>
                  </a:lnTo>
                  <a:lnTo>
                    <a:pt x="18410" y="7013"/>
                  </a:lnTo>
                  <a:lnTo>
                    <a:pt x="19157" y="5925"/>
                  </a:lnTo>
                  <a:lnTo>
                    <a:pt x="19971" y="4687"/>
                  </a:lnTo>
                  <a:lnTo>
                    <a:pt x="20786" y="3225"/>
                  </a:lnTo>
                  <a:lnTo>
                    <a:pt x="21600" y="1612"/>
                  </a:lnTo>
                  <a:lnTo>
                    <a:pt x="20870" y="0"/>
                  </a:lnTo>
                  <a:lnTo>
                    <a:pt x="20124" y="1425"/>
                  </a:lnTo>
                  <a:lnTo>
                    <a:pt x="19394" y="2887"/>
                  </a:lnTo>
                  <a:lnTo>
                    <a:pt x="18580" y="3975"/>
                  </a:lnTo>
                  <a:lnTo>
                    <a:pt x="17935" y="5025"/>
                  </a:lnTo>
                  <a:lnTo>
                    <a:pt x="17188" y="5775"/>
                  </a:lnTo>
                  <a:lnTo>
                    <a:pt x="16459" y="6487"/>
                  </a:lnTo>
                  <a:lnTo>
                    <a:pt x="15814" y="7013"/>
                  </a:lnTo>
                  <a:lnTo>
                    <a:pt x="15067" y="7575"/>
                  </a:lnTo>
                  <a:lnTo>
                    <a:pt x="13761" y="8100"/>
                  </a:lnTo>
                  <a:lnTo>
                    <a:pt x="12386" y="8475"/>
                  </a:lnTo>
                  <a:lnTo>
                    <a:pt x="11165" y="8625"/>
                  </a:lnTo>
                  <a:lnTo>
                    <a:pt x="8552" y="8625"/>
                  </a:lnTo>
                  <a:lnTo>
                    <a:pt x="7330" y="9000"/>
                  </a:lnTo>
                  <a:lnTo>
                    <a:pt x="6668" y="9187"/>
                  </a:lnTo>
                  <a:lnTo>
                    <a:pt x="6024" y="9375"/>
                  </a:lnTo>
                  <a:lnTo>
                    <a:pt x="5447" y="9713"/>
                  </a:lnTo>
                  <a:lnTo>
                    <a:pt x="4802" y="10275"/>
                  </a:lnTo>
                  <a:lnTo>
                    <a:pt x="4157" y="10988"/>
                  </a:lnTo>
                  <a:lnTo>
                    <a:pt x="3580" y="11700"/>
                  </a:lnTo>
                  <a:lnTo>
                    <a:pt x="2918" y="12600"/>
                  </a:lnTo>
                  <a:lnTo>
                    <a:pt x="2359" y="13687"/>
                  </a:lnTo>
                  <a:lnTo>
                    <a:pt x="1782" y="14925"/>
                  </a:lnTo>
                  <a:lnTo>
                    <a:pt x="1222" y="16387"/>
                  </a:lnTo>
                  <a:lnTo>
                    <a:pt x="645" y="18000"/>
                  </a:lnTo>
                  <a:lnTo>
                    <a:pt x="68" y="19800"/>
                  </a:lnTo>
                  <a:lnTo>
                    <a:pt x="645" y="19275"/>
                  </a:lnTo>
                  <a:lnTo>
                    <a:pt x="68" y="19800"/>
                  </a:lnTo>
                  <a:lnTo>
                    <a:pt x="0" y="20325"/>
                  </a:lnTo>
                  <a:lnTo>
                    <a:pt x="0" y="20700"/>
                  </a:lnTo>
                  <a:lnTo>
                    <a:pt x="153" y="21075"/>
                  </a:lnTo>
                  <a:lnTo>
                    <a:pt x="238" y="21412"/>
                  </a:lnTo>
                  <a:lnTo>
                    <a:pt x="407" y="21600"/>
                  </a:lnTo>
                  <a:lnTo>
                    <a:pt x="645" y="21600"/>
                  </a:lnTo>
                  <a:lnTo>
                    <a:pt x="814" y="21412"/>
                  </a:lnTo>
                  <a:lnTo>
                    <a:pt x="967" y="21075"/>
                  </a:lnTo>
                  <a:lnTo>
                    <a:pt x="407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39" name="Freeform 55"/>
            <p:cNvSpPr/>
            <p:nvPr/>
          </p:nvSpPr>
          <p:spPr>
            <a:xfrm>
              <a:off x="-2" y="46543"/>
              <a:ext cx="163727" cy="3112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908" y="0"/>
                  </a:moveTo>
                  <a:lnTo>
                    <a:pt x="7410" y="803"/>
                  </a:lnTo>
                  <a:lnTo>
                    <a:pt x="6070" y="1531"/>
                  </a:lnTo>
                  <a:lnTo>
                    <a:pt x="4927" y="2334"/>
                  </a:lnTo>
                  <a:lnTo>
                    <a:pt x="3784" y="3043"/>
                  </a:lnTo>
                  <a:lnTo>
                    <a:pt x="2838" y="3846"/>
                  </a:lnTo>
                  <a:lnTo>
                    <a:pt x="2089" y="4742"/>
                  </a:lnTo>
                  <a:lnTo>
                    <a:pt x="1537" y="5563"/>
                  </a:lnTo>
                  <a:lnTo>
                    <a:pt x="946" y="6366"/>
                  </a:lnTo>
                  <a:lnTo>
                    <a:pt x="591" y="7169"/>
                  </a:lnTo>
                  <a:lnTo>
                    <a:pt x="394" y="7972"/>
                  </a:lnTo>
                  <a:lnTo>
                    <a:pt x="197" y="8868"/>
                  </a:lnTo>
                  <a:lnTo>
                    <a:pt x="0" y="9689"/>
                  </a:lnTo>
                  <a:lnTo>
                    <a:pt x="394" y="11295"/>
                  </a:lnTo>
                  <a:lnTo>
                    <a:pt x="749" y="12097"/>
                  </a:lnTo>
                  <a:lnTo>
                    <a:pt x="1143" y="12900"/>
                  </a:lnTo>
                  <a:lnTo>
                    <a:pt x="1537" y="13628"/>
                  </a:lnTo>
                  <a:lnTo>
                    <a:pt x="2286" y="14431"/>
                  </a:lnTo>
                  <a:lnTo>
                    <a:pt x="3035" y="15141"/>
                  </a:lnTo>
                  <a:lnTo>
                    <a:pt x="3784" y="15869"/>
                  </a:lnTo>
                  <a:lnTo>
                    <a:pt x="4730" y="16485"/>
                  </a:lnTo>
                  <a:lnTo>
                    <a:pt x="7016" y="17754"/>
                  </a:lnTo>
                  <a:lnTo>
                    <a:pt x="8159" y="18370"/>
                  </a:lnTo>
                  <a:lnTo>
                    <a:pt x="9460" y="18912"/>
                  </a:lnTo>
                  <a:lnTo>
                    <a:pt x="10800" y="19453"/>
                  </a:lnTo>
                  <a:lnTo>
                    <a:pt x="12337" y="19901"/>
                  </a:lnTo>
                  <a:lnTo>
                    <a:pt x="14032" y="20349"/>
                  </a:lnTo>
                  <a:lnTo>
                    <a:pt x="15530" y="20704"/>
                  </a:lnTo>
                  <a:lnTo>
                    <a:pt x="17422" y="21059"/>
                  </a:lnTo>
                  <a:lnTo>
                    <a:pt x="19117" y="21339"/>
                  </a:lnTo>
                  <a:lnTo>
                    <a:pt x="21048" y="21600"/>
                  </a:lnTo>
                  <a:lnTo>
                    <a:pt x="21600" y="20443"/>
                  </a:lnTo>
                  <a:lnTo>
                    <a:pt x="19905" y="20256"/>
                  </a:lnTo>
                  <a:lnTo>
                    <a:pt x="18171" y="19994"/>
                  </a:lnTo>
                  <a:lnTo>
                    <a:pt x="16476" y="19714"/>
                  </a:lnTo>
                  <a:lnTo>
                    <a:pt x="14978" y="19360"/>
                  </a:lnTo>
                  <a:lnTo>
                    <a:pt x="13638" y="18912"/>
                  </a:lnTo>
                  <a:lnTo>
                    <a:pt x="12337" y="18464"/>
                  </a:lnTo>
                  <a:lnTo>
                    <a:pt x="10997" y="18016"/>
                  </a:lnTo>
                  <a:lnTo>
                    <a:pt x="9854" y="17568"/>
                  </a:lnTo>
                  <a:lnTo>
                    <a:pt x="8711" y="17026"/>
                  </a:lnTo>
                  <a:lnTo>
                    <a:pt x="7568" y="16410"/>
                  </a:lnTo>
                  <a:lnTo>
                    <a:pt x="6622" y="15869"/>
                  </a:lnTo>
                  <a:lnTo>
                    <a:pt x="5873" y="15234"/>
                  </a:lnTo>
                  <a:lnTo>
                    <a:pt x="5124" y="14618"/>
                  </a:lnTo>
                  <a:lnTo>
                    <a:pt x="4375" y="13983"/>
                  </a:lnTo>
                  <a:lnTo>
                    <a:pt x="3784" y="13274"/>
                  </a:lnTo>
                  <a:lnTo>
                    <a:pt x="3429" y="12546"/>
                  </a:lnTo>
                  <a:lnTo>
                    <a:pt x="3035" y="11836"/>
                  </a:lnTo>
                  <a:lnTo>
                    <a:pt x="2641" y="11108"/>
                  </a:lnTo>
                  <a:lnTo>
                    <a:pt x="2483" y="10399"/>
                  </a:lnTo>
                  <a:lnTo>
                    <a:pt x="2483" y="8868"/>
                  </a:lnTo>
                  <a:lnTo>
                    <a:pt x="2641" y="8158"/>
                  </a:lnTo>
                  <a:lnTo>
                    <a:pt x="2838" y="7430"/>
                  </a:lnTo>
                  <a:lnTo>
                    <a:pt x="3232" y="6627"/>
                  </a:lnTo>
                  <a:lnTo>
                    <a:pt x="3784" y="5918"/>
                  </a:lnTo>
                  <a:lnTo>
                    <a:pt x="4375" y="5115"/>
                  </a:lnTo>
                  <a:lnTo>
                    <a:pt x="5124" y="4387"/>
                  </a:lnTo>
                  <a:lnTo>
                    <a:pt x="5873" y="3678"/>
                  </a:lnTo>
                  <a:lnTo>
                    <a:pt x="6819" y="2950"/>
                  </a:lnTo>
                  <a:lnTo>
                    <a:pt x="9105" y="1531"/>
                  </a:lnTo>
                  <a:lnTo>
                    <a:pt x="10406" y="803"/>
                  </a:lnTo>
                  <a:lnTo>
                    <a:pt x="8908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40" name="Freeform 56"/>
            <p:cNvSpPr/>
            <p:nvPr/>
          </p:nvSpPr>
          <p:spPr>
            <a:xfrm>
              <a:off x="67520" y="-1"/>
              <a:ext cx="538377" cy="581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80" y="4800"/>
                  </a:moveTo>
                  <a:lnTo>
                    <a:pt x="21025" y="1000"/>
                  </a:lnTo>
                  <a:lnTo>
                    <a:pt x="20557" y="2900"/>
                  </a:lnTo>
                  <a:lnTo>
                    <a:pt x="20102" y="4800"/>
                  </a:lnTo>
                  <a:lnTo>
                    <a:pt x="19634" y="6300"/>
                  </a:lnTo>
                  <a:lnTo>
                    <a:pt x="19059" y="7200"/>
                  </a:lnTo>
                  <a:lnTo>
                    <a:pt x="18483" y="8200"/>
                  </a:lnTo>
                  <a:lnTo>
                    <a:pt x="17908" y="8700"/>
                  </a:lnTo>
                  <a:lnTo>
                    <a:pt x="16649" y="8700"/>
                  </a:lnTo>
                  <a:lnTo>
                    <a:pt x="15259" y="8200"/>
                  </a:lnTo>
                  <a:lnTo>
                    <a:pt x="13761" y="6700"/>
                  </a:lnTo>
                  <a:lnTo>
                    <a:pt x="12322" y="5300"/>
                  </a:lnTo>
                  <a:lnTo>
                    <a:pt x="10776" y="3900"/>
                  </a:lnTo>
                  <a:lnTo>
                    <a:pt x="9278" y="1900"/>
                  </a:lnTo>
                  <a:lnTo>
                    <a:pt x="7719" y="1000"/>
                  </a:lnTo>
                  <a:lnTo>
                    <a:pt x="6221" y="500"/>
                  </a:lnTo>
                  <a:lnTo>
                    <a:pt x="4843" y="1000"/>
                  </a:lnTo>
                  <a:lnTo>
                    <a:pt x="4147" y="1500"/>
                  </a:lnTo>
                  <a:lnTo>
                    <a:pt x="3452" y="2400"/>
                  </a:lnTo>
                  <a:lnTo>
                    <a:pt x="2817" y="3900"/>
                  </a:lnTo>
                  <a:lnTo>
                    <a:pt x="2194" y="5800"/>
                  </a:lnTo>
                  <a:lnTo>
                    <a:pt x="1558" y="7700"/>
                  </a:lnTo>
                  <a:lnTo>
                    <a:pt x="983" y="10600"/>
                  </a:lnTo>
                  <a:lnTo>
                    <a:pt x="455" y="13500"/>
                  </a:lnTo>
                  <a:lnTo>
                    <a:pt x="0" y="17300"/>
                  </a:lnTo>
                  <a:lnTo>
                    <a:pt x="455" y="21600"/>
                  </a:lnTo>
                  <a:lnTo>
                    <a:pt x="923" y="18300"/>
                  </a:lnTo>
                  <a:lnTo>
                    <a:pt x="1378" y="15400"/>
                  </a:lnTo>
                  <a:lnTo>
                    <a:pt x="1906" y="13000"/>
                  </a:lnTo>
                  <a:lnTo>
                    <a:pt x="2421" y="11100"/>
                  </a:lnTo>
                  <a:lnTo>
                    <a:pt x="2997" y="9600"/>
                  </a:lnTo>
                  <a:lnTo>
                    <a:pt x="3572" y="8200"/>
                  </a:lnTo>
                  <a:lnTo>
                    <a:pt x="4207" y="7700"/>
                  </a:lnTo>
                  <a:lnTo>
                    <a:pt x="4843" y="6700"/>
                  </a:lnTo>
                  <a:lnTo>
                    <a:pt x="6221" y="6300"/>
                  </a:lnTo>
                  <a:lnTo>
                    <a:pt x="7659" y="6700"/>
                  </a:lnTo>
                  <a:lnTo>
                    <a:pt x="9158" y="8200"/>
                  </a:lnTo>
                  <a:lnTo>
                    <a:pt x="10716" y="9600"/>
                  </a:lnTo>
                  <a:lnTo>
                    <a:pt x="12214" y="11100"/>
                  </a:lnTo>
                  <a:lnTo>
                    <a:pt x="13713" y="13000"/>
                  </a:lnTo>
                  <a:lnTo>
                    <a:pt x="15199" y="13900"/>
                  </a:lnTo>
                  <a:lnTo>
                    <a:pt x="16590" y="14900"/>
                  </a:lnTo>
                  <a:lnTo>
                    <a:pt x="17273" y="14900"/>
                  </a:lnTo>
                  <a:lnTo>
                    <a:pt x="17968" y="14400"/>
                  </a:lnTo>
                  <a:lnTo>
                    <a:pt x="18603" y="13900"/>
                  </a:lnTo>
                  <a:lnTo>
                    <a:pt x="19239" y="13000"/>
                  </a:lnTo>
                  <a:lnTo>
                    <a:pt x="19814" y="12000"/>
                  </a:lnTo>
                  <a:lnTo>
                    <a:pt x="20389" y="10100"/>
                  </a:lnTo>
                  <a:lnTo>
                    <a:pt x="20905" y="8200"/>
                  </a:lnTo>
                  <a:lnTo>
                    <a:pt x="21420" y="5800"/>
                  </a:lnTo>
                  <a:lnTo>
                    <a:pt x="20905" y="1500"/>
                  </a:lnTo>
                  <a:lnTo>
                    <a:pt x="21420" y="5800"/>
                  </a:lnTo>
                  <a:lnTo>
                    <a:pt x="21540" y="4800"/>
                  </a:lnTo>
                  <a:lnTo>
                    <a:pt x="21600" y="3900"/>
                  </a:lnTo>
                  <a:lnTo>
                    <a:pt x="21540" y="2400"/>
                  </a:lnTo>
                  <a:lnTo>
                    <a:pt x="21480" y="1500"/>
                  </a:lnTo>
                  <a:lnTo>
                    <a:pt x="21420" y="1000"/>
                  </a:lnTo>
                  <a:lnTo>
                    <a:pt x="21312" y="500"/>
                  </a:lnTo>
                  <a:lnTo>
                    <a:pt x="21133" y="0"/>
                  </a:lnTo>
                  <a:lnTo>
                    <a:pt x="21025" y="1000"/>
                  </a:lnTo>
                  <a:lnTo>
                    <a:pt x="21480" y="48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41" name="Freeform 57"/>
            <p:cNvSpPr/>
            <p:nvPr/>
          </p:nvSpPr>
          <p:spPr>
            <a:xfrm>
              <a:off x="367479" y="4037"/>
              <a:ext cx="235431" cy="1108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9" y="18612"/>
                  </a:moveTo>
                  <a:lnTo>
                    <a:pt x="932" y="21600"/>
                  </a:lnTo>
                  <a:lnTo>
                    <a:pt x="2906" y="20866"/>
                  </a:lnTo>
                  <a:lnTo>
                    <a:pt x="5153" y="20132"/>
                  </a:lnTo>
                  <a:lnTo>
                    <a:pt x="7648" y="19083"/>
                  </a:lnTo>
                  <a:lnTo>
                    <a:pt x="10416" y="17825"/>
                  </a:lnTo>
                  <a:lnTo>
                    <a:pt x="11869" y="16829"/>
                  </a:lnTo>
                  <a:lnTo>
                    <a:pt x="13294" y="15571"/>
                  </a:lnTo>
                  <a:lnTo>
                    <a:pt x="14747" y="14050"/>
                  </a:lnTo>
                  <a:lnTo>
                    <a:pt x="16200" y="12320"/>
                  </a:lnTo>
                  <a:lnTo>
                    <a:pt x="17516" y="10276"/>
                  </a:lnTo>
                  <a:lnTo>
                    <a:pt x="18969" y="7759"/>
                  </a:lnTo>
                  <a:lnTo>
                    <a:pt x="20284" y="5033"/>
                  </a:lnTo>
                  <a:lnTo>
                    <a:pt x="21600" y="1730"/>
                  </a:lnTo>
                  <a:lnTo>
                    <a:pt x="20284" y="0"/>
                  </a:lnTo>
                  <a:lnTo>
                    <a:pt x="19106" y="2988"/>
                  </a:lnTo>
                  <a:lnTo>
                    <a:pt x="17790" y="5767"/>
                  </a:lnTo>
                  <a:lnTo>
                    <a:pt x="16474" y="8021"/>
                  </a:lnTo>
                  <a:lnTo>
                    <a:pt x="15295" y="9804"/>
                  </a:lnTo>
                  <a:lnTo>
                    <a:pt x="13843" y="11534"/>
                  </a:lnTo>
                  <a:lnTo>
                    <a:pt x="12527" y="12792"/>
                  </a:lnTo>
                  <a:lnTo>
                    <a:pt x="11211" y="13841"/>
                  </a:lnTo>
                  <a:lnTo>
                    <a:pt x="9895" y="14837"/>
                  </a:lnTo>
                  <a:lnTo>
                    <a:pt x="7237" y="16095"/>
                  </a:lnTo>
                  <a:lnTo>
                    <a:pt x="4879" y="17091"/>
                  </a:lnTo>
                  <a:lnTo>
                    <a:pt x="2494" y="17825"/>
                  </a:lnTo>
                  <a:lnTo>
                    <a:pt x="521" y="18612"/>
                  </a:lnTo>
                  <a:lnTo>
                    <a:pt x="521" y="21600"/>
                  </a:lnTo>
                  <a:lnTo>
                    <a:pt x="521" y="18612"/>
                  </a:lnTo>
                  <a:lnTo>
                    <a:pt x="274" y="18874"/>
                  </a:lnTo>
                  <a:lnTo>
                    <a:pt x="0" y="19346"/>
                  </a:lnTo>
                  <a:lnTo>
                    <a:pt x="0" y="20604"/>
                  </a:lnTo>
                  <a:lnTo>
                    <a:pt x="137" y="21128"/>
                  </a:lnTo>
                  <a:lnTo>
                    <a:pt x="274" y="21390"/>
                  </a:lnTo>
                  <a:lnTo>
                    <a:pt x="658" y="21600"/>
                  </a:lnTo>
                  <a:lnTo>
                    <a:pt x="932" y="21600"/>
                  </a:lnTo>
                  <a:lnTo>
                    <a:pt x="1069" y="1861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42" name="Freeform 58"/>
            <p:cNvSpPr/>
            <p:nvPr/>
          </p:nvSpPr>
          <p:spPr>
            <a:xfrm>
              <a:off x="373156" y="99541"/>
              <a:ext cx="204058" cy="295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42" y="9425"/>
                  </a:moveTo>
                  <a:lnTo>
                    <a:pt x="20525" y="0"/>
                  </a:lnTo>
                  <a:lnTo>
                    <a:pt x="17172" y="3731"/>
                  </a:lnTo>
                  <a:lnTo>
                    <a:pt x="14453" y="6480"/>
                  </a:lnTo>
                  <a:lnTo>
                    <a:pt x="12018" y="9425"/>
                  </a:lnTo>
                  <a:lnTo>
                    <a:pt x="10057" y="10407"/>
                  </a:lnTo>
                  <a:lnTo>
                    <a:pt x="7906" y="10407"/>
                  </a:lnTo>
                  <a:lnTo>
                    <a:pt x="5787" y="8444"/>
                  </a:lnTo>
                  <a:lnTo>
                    <a:pt x="3352" y="5695"/>
                  </a:lnTo>
                  <a:lnTo>
                    <a:pt x="633" y="0"/>
                  </a:lnTo>
                  <a:lnTo>
                    <a:pt x="0" y="11193"/>
                  </a:lnTo>
                  <a:lnTo>
                    <a:pt x="2910" y="16887"/>
                  </a:lnTo>
                  <a:lnTo>
                    <a:pt x="5471" y="19833"/>
                  </a:lnTo>
                  <a:lnTo>
                    <a:pt x="7748" y="21600"/>
                  </a:lnTo>
                  <a:lnTo>
                    <a:pt x="10057" y="21600"/>
                  </a:lnTo>
                  <a:lnTo>
                    <a:pt x="12334" y="20618"/>
                  </a:lnTo>
                  <a:lnTo>
                    <a:pt x="14737" y="18851"/>
                  </a:lnTo>
                  <a:lnTo>
                    <a:pt x="17489" y="15120"/>
                  </a:lnTo>
                  <a:lnTo>
                    <a:pt x="20841" y="11193"/>
                  </a:lnTo>
                  <a:lnTo>
                    <a:pt x="19924" y="1767"/>
                  </a:lnTo>
                  <a:lnTo>
                    <a:pt x="20841" y="11193"/>
                  </a:lnTo>
                  <a:lnTo>
                    <a:pt x="21284" y="10407"/>
                  </a:lnTo>
                  <a:lnTo>
                    <a:pt x="21600" y="8444"/>
                  </a:lnTo>
                  <a:lnTo>
                    <a:pt x="21600" y="2749"/>
                  </a:lnTo>
                  <a:lnTo>
                    <a:pt x="21284" y="982"/>
                  </a:lnTo>
                  <a:lnTo>
                    <a:pt x="20967" y="0"/>
                  </a:lnTo>
                  <a:lnTo>
                    <a:pt x="20525" y="0"/>
                  </a:lnTo>
                  <a:lnTo>
                    <a:pt x="21442" y="942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43" name="Freeform 59"/>
            <p:cNvSpPr/>
            <p:nvPr/>
          </p:nvSpPr>
          <p:spPr>
            <a:xfrm>
              <a:off x="336109" y="101963"/>
              <a:ext cx="239612" cy="1035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58" y="18346"/>
                  </a:moveTo>
                  <a:lnTo>
                    <a:pt x="889" y="21600"/>
                  </a:lnTo>
                  <a:lnTo>
                    <a:pt x="3878" y="21319"/>
                  </a:lnTo>
                  <a:lnTo>
                    <a:pt x="6706" y="20758"/>
                  </a:lnTo>
                  <a:lnTo>
                    <a:pt x="7999" y="20254"/>
                  </a:lnTo>
                  <a:lnTo>
                    <a:pt x="9426" y="19692"/>
                  </a:lnTo>
                  <a:lnTo>
                    <a:pt x="10719" y="18907"/>
                  </a:lnTo>
                  <a:lnTo>
                    <a:pt x="12012" y="18065"/>
                  </a:lnTo>
                  <a:lnTo>
                    <a:pt x="13197" y="16999"/>
                  </a:lnTo>
                  <a:lnTo>
                    <a:pt x="14490" y="15653"/>
                  </a:lnTo>
                  <a:lnTo>
                    <a:pt x="15648" y="14026"/>
                  </a:lnTo>
                  <a:lnTo>
                    <a:pt x="16941" y="12175"/>
                  </a:lnTo>
                  <a:lnTo>
                    <a:pt x="18099" y="10267"/>
                  </a:lnTo>
                  <a:lnTo>
                    <a:pt x="19257" y="7855"/>
                  </a:lnTo>
                  <a:lnTo>
                    <a:pt x="20442" y="5162"/>
                  </a:lnTo>
                  <a:lnTo>
                    <a:pt x="21600" y="2188"/>
                  </a:lnTo>
                  <a:lnTo>
                    <a:pt x="20307" y="0"/>
                  </a:lnTo>
                  <a:lnTo>
                    <a:pt x="19257" y="2974"/>
                  </a:lnTo>
                  <a:lnTo>
                    <a:pt x="18099" y="5386"/>
                  </a:lnTo>
                  <a:lnTo>
                    <a:pt x="17075" y="7574"/>
                  </a:lnTo>
                  <a:lnTo>
                    <a:pt x="15890" y="9425"/>
                  </a:lnTo>
                  <a:lnTo>
                    <a:pt x="14867" y="11333"/>
                  </a:lnTo>
                  <a:lnTo>
                    <a:pt x="13709" y="12679"/>
                  </a:lnTo>
                  <a:lnTo>
                    <a:pt x="12551" y="13745"/>
                  </a:lnTo>
                  <a:lnTo>
                    <a:pt x="11366" y="14868"/>
                  </a:lnTo>
                  <a:lnTo>
                    <a:pt x="9049" y="16438"/>
                  </a:lnTo>
                  <a:lnTo>
                    <a:pt x="7757" y="16999"/>
                  </a:lnTo>
                  <a:lnTo>
                    <a:pt x="6464" y="17280"/>
                  </a:lnTo>
                  <a:lnTo>
                    <a:pt x="3744" y="17785"/>
                  </a:lnTo>
                  <a:lnTo>
                    <a:pt x="754" y="18346"/>
                  </a:lnTo>
                  <a:lnTo>
                    <a:pt x="512" y="21600"/>
                  </a:lnTo>
                  <a:lnTo>
                    <a:pt x="754" y="18346"/>
                  </a:lnTo>
                  <a:lnTo>
                    <a:pt x="512" y="18346"/>
                  </a:lnTo>
                  <a:lnTo>
                    <a:pt x="242" y="18907"/>
                  </a:lnTo>
                  <a:lnTo>
                    <a:pt x="108" y="19412"/>
                  </a:lnTo>
                  <a:lnTo>
                    <a:pt x="0" y="19973"/>
                  </a:lnTo>
                  <a:lnTo>
                    <a:pt x="108" y="20478"/>
                  </a:lnTo>
                  <a:lnTo>
                    <a:pt x="242" y="21039"/>
                  </a:lnTo>
                  <a:lnTo>
                    <a:pt x="512" y="21600"/>
                  </a:lnTo>
                  <a:lnTo>
                    <a:pt x="889" y="21600"/>
                  </a:lnTo>
                  <a:lnTo>
                    <a:pt x="1158" y="1834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44" name="Freeform 60"/>
            <p:cNvSpPr/>
            <p:nvPr/>
          </p:nvSpPr>
          <p:spPr>
            <a:xfrm>
              <a:off x="341786" y="189934"/>
              <a:ext cx="193602" cy="33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300" y="15725"/>
                  </a:moveTo>
                  <a:lnTo>
                    <a:pt x="20500" y="6566"/>
                  </a:lnTo>
                  <a:lnTo>
                    <a:pt x="17433" y="9158"/>
                  </a:lnTo>
                  <a:lnTo>
                    <a:pt x="14733" y="10714"/>
                  </a:lnTo>
                  <a:lnTo>
                    <a:pt x="12167" y="11578"/>
                  </a:lnTo>
                  <a:lnTo>
                    <a:pt x="9600" y="10714"/>
                  </a:lnTo>
                  <a:lnTo>
                    <a:pt x="7367" y="10022"/>
                  </a:lnTo>
                  <a:lnTo>
                    <a:pt x="5100" y="7430"/>
                  </a:lnTo>
                  <a:lnTo>
                    <a:pt x="2867" y="5011"/>
                  </a:lnTo>
                  <a:lnTo>
                    <a:pt x="800" y="0"/>
                  </a:lnTo>
                  <a:lnTo>
                    <a:pt x="0" y="10022"/>
                  </a:lnTo>
                  <a:lnTo>
                    <a:pt x="2233" y="14170"/>
                  </a:lnTo>
                  <a:lnTo>
                    <a:pt x="4633" y="18317"/>
                  </a:lnTo>
                  <a:lnTo>
                    <a:pt x="7033" y="19872"/>
                  </a:lnTo>
                  <a:lnTo>
                    <a:pt x="9600" y="21600"/>
                  </a:lnTo>
                  <a:lnTo>
                    <a:pt x="12167" y="21600"/>
                  </a:lnTo>
                  <a:lnTo>
                    <a:pt x="14900" y="20736"/>
                  </a:lnTo>
                  <a:lnTo>
                    <a:pt x="17767" y="19008"/>
                  </a:lnTo>
                  <a:lnTo>
                    <a:pt x="20800" y="17453"/>
                  </a:lnTo>
                  <a:lnTo>
                    <a:pt x="19867" y="8294"/>
                  </a:lnTo>
                  <a:lnTo>
                    <a:pt x="20800" y="17453"/>
                  </a:lnTo>
                  <a:lnTo>
                    <a:pt x="21133" y="16589"/>
                  </a:lnTo>
                  <a:lnTo>
                    <a:pt x="21467" y="14861"/>
                  </a:lnTo>
                  <a:lnTo>
                    <a:pt x="21600" y="13306"/>
                  </a:lnTo>
                  <a:lnTo>
                    <a:pt x="21600" y="10714"/>
                  </a:lnTo>
                  <a:lnTo>
                    <a:pt x="21467" y="9158"/>
                  </a:lnTo>
                  <a:lnTo>
                    <a:pt x="21133" y="7430"/>
                  </a:lnTo>
                  <a:lnTo>
                    <a:pt x="20800" y="6566"/>
                  </a:lnTo>
                  <a:lnTo>
                    <a:pt x="20500" y="6566"/>
                  </a:lnTo>
                  <a:lnTo>
                    <a:pt x="21300" y="1572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546" name="Прямая соединительная линия 3098"/>
          <p:cNvSpPr/>
          <p:nvPr/>
        </p:nvSpPr>
        <p:spPr>
          <a:xfrm>
            <a:off x="2055324" y="732470"/>
            <a:ext cx="9141764" cy="4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547" name="Разработка северной части веб-сервиса"/>
          <p:cNvSpPr txBox="1"/>
          <p:nvPr/>
        </p:nvSpPr>
        <p:spPr>
          <a:xfrm>
            <a:off x="365689" y="911062"/>
            <a:ext cx="5584795" cy="584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ru-RU" sz="3200" b="1" noProof="0" dirty="0">
                <a:latin typeface="Aptos (Основной текст)"/>
                <a:ea typeface="+mj-ea"/>
              </a:rPr>
              <a:t>Интеграция внешних сервисов</a:t>
            </a:r>
            <a:endParaRPr lang="ru-RU" sz="3200" b="1" dirty="0">
              <a:latin typeface="Aptos (Основной текст)"/>
              <a:ea typeface="+mj-ea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F1DD422-D5E8-4A3C-8210-7AC4767AE6B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095181" y="6414762"/>
            <a:ext cx="258620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888888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fld id="{86CB4B4D-7CA3-9044-876B-883B54F8677D}" type="slidenum">
              <a:rPr lang="ru-RU" smtClean="0"/>
              <a:pPr/>
              <a:t>10</a:t>
            </a:fld>
            <a:endParaRPr lang="ru-RU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DAEEFB7-5556-4180-9EB2-751672254CCB}"/>
              </a:ext>
            </a:extLst>
          </p:cNvPr>
          <p:cNvSpPr txBox="1"/>
          <p:nvPr/>
        </p:nvSpPr>
        <p:spPr>
          <a:xfrm>
            <a:off x="365689" y="1674421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Для шлакового режима реализовано взаимодействие с внешним API с использованием JWT-аутентификации. Конфигурация подключения вынесена в настройки приложения, что упрощает развертывание.</a:t>
            </a:r>
          </a:p>
        </p:txBody>
      </p:sp>
      <p:pic>
        <p:nvPicPr>
          <p:cNvPr id="5128" name="Picture 8" descr="Прокси-сервер: как работает и что собой представляет">
            <a:extLst>
              <a:ext uri="{FF2B5EF4-FFF2-40B4-BE49-F238E27FC236}">
                <a16:creationId xmlns:a16="http://schemas.microsoft.com/office/drawing/2014/main" id="{ECB520E3-D0A2-412C-B867-62E3B22069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432" y="3208980"/>
            <a:ext cx="5833148" cy="3281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1310C49-6953-45F8-B78A-A862C1E15C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1552" y="803473"/>
            <a:ext cx="4251445" cy="57354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8E64C-119C-FF9C-C85A-59214A979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7" name="Picture 7" descr="Picture 7">
            <a:extLst>
              <a:ext uri="{FF2B5EF4-FFF2-40B4-BE49-F238E27FC236}">
                <a16:creationId xmlns:a16="http://schemas.microsoft.com/office/drawing/2014/main" id="{CF6F134F-38B6-D072-42E1-24D176C93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87" y="12115"/>
            <a:ext cx="2034240" cy="68893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45" name="Group 13">
            <a:extLst>
              <a:ext uri="{FF2B5EF4-FFF2-40B4-BE49-F238E27FC236}">
                <a16:creationId xmlns:a16="http://schemas.microsoft.com/office/drawing/2014/main" id="{B0702485-1B8E-1AE8-2924-B4EA21777AB9}"/>
              </a:ext>
            </a:extLst>
          </p:cNvPr>
          <p:cNvGrpSpPr/>
          <p:nvPr/>
        </p:nvGrpSpPr>
        <p:grpSpPr>
          <a:xfrm>
            <a:off x="11407140" y="93998"/>
            <a:ext cx="605898" cy="638143"/>
            <a:chOff x="-1" y="0"/>
            <a:chExt cx="605897" cy="638142"/>
          </a:xfrm>
        </p:grpSpPr>
        <p:sp>
          <p:nvSpPr>
            <p:cNvPr id="498" name="Freeform 14">
              <a:extLst>
                <a:ext uri="{FF2B5EF4-FFF2-40B4-BE49-F238E27FC236}">
                  <a16:creationId xmlns:a16="http://schemas.microsoft.com/office/drawing/2014/main" id="{40EBD3D7-8812-7A39-68BE-EFE7F9E5CFA1}"/>
                </a:ext>
              </a:extLst>
            </p:cNvPr>
            <p:cNvSpPr/>
            <p:nvPr/>
          </p:nvSpPr>
          <p:spPr>
            <a:xfrm>
              <a:off x="87537" y="343551"/>
              <a:ext cx="182249" cy="2453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4784"/>
                  </a:moveTo>
                  <a:lnTo>
                    <a:pt x="21600" y="0"/>
                  </a:lnTo>
                  <a:lnTo>
                    <a:pt x="21600" y="5116"/>
                  </a:lnTo>
                  <a:lnTo>
                    <a:pt x="14483" y="6703"/>
                  </a:lnTo>
                  <a:lnTo>
                    <a:pt x="14660" y="20250"/>
                  </a:lnTo>
                  <a:lnTo>
                    <a:pt x="6976" y="21600"/>
                  </a:lnTo>
                  <a:lnTo>
                    <a:pt x="6976" y="8408"/>
                  </a:lnTo>
                  <a:lnTo>
                    <a:pt x="0" y="10018"/>
                  </a:lnTo>
                  <a:lnTo>
                    <a:pt x="0" y="4784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99" name="Freeform 15">
              <a:extLst>
                <a:ext uri="{FF2B5EF4-FFF2-40B4-BE49-F238E27FC236}">
                  <a16:creationId xmlns:a16="http://schemas.microsoft.com/office/drawing/2014/main" id="{43A032C2-066B-1982-200D-6ED832FA705A}"/>
                </a:ext>
              </a:extLst>
            </p:cNvPr>
            <p:cNvSpPr/>
            <p:nvPr/>
          </p:nvSpPr>
          <p:spPr>
            <a:xfrm>
              <a:off x="84848" y="335750"/>
              <a:ext cx="193602" cy="699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409"/>
                  </a:moveTo>
                  <a:lnTo>
                    <a:pt x="20333" y="0"/>
                  </a:lnTo>
                  <a:lnTo>
                    <a:pt x="0" y="16782"/>
                  </a:lnTo>
                  <a:lnTo>
                    <a:pt x="633" y="21600"/>
                  </a:lnTo>
                  <a:lnTo>
                    <a:pt x="20967" y="4818"/>
                  </a:lnTo>
                  <a:lnTo>
                    <a:pt x="19700" y="2409"/>
                  </a:lnTo>
                  <a:lnTo>
                    <a:pt x="20967" y="4818"/>
                  </a:lnTo>
                  <a:lnTo>
                    <a:pt x="21300" y="4403"/>
                  </a:lnTo>
                  <a:lnTo>
                    <a:pt x="21600" y="3655"/>
                  </a:lnTo>
                  <a:lnTo>
                    <a:pt x="21600" y="1662"/>
                  </a:lnTo>
                  <a:lnTo>
                    <a:pt x="21467" y="831"/>
                  </a:lnTo>
                  <a:lnTo>
                    <a:pt x="20800" y="0"/>
                  </a:lnTo>
                  <a:lnTo>
                    <a:pt x="20333" y="0"/>
                  </a:lnTo>
                  <a:lnTo>
                    <a:pt x="21600" y="240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00" name="Freeform 16">
              <a:extLst>
                <a:ext uri="{FF2B5EF4-FFF2-40B4-BE49-F238E27FC236}">
                  <a16:creationId xmlns:a16="http://schemas.microsoft.com/office/drawing/2014/main" id="{26F7196E-F27F-484C-1DD5-4CE9C0F3E35D}"/>
                </a:ext>
              </a:extLst>
            </p:cNvPr>
            <p:cNvSpPr/>
            <p:nvPr/>
          </p:nvSpPr>
          <p:spPr>
            <a:xfrm>
              <a:off x="261417" y="343551"/>
              <a:ext cx="17033" cy="67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400" y="21168"/>
                  </a:moveTo>
                  <a:lnTo>
                    <a:pt x="21600" y="18662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8662"/>
                  </a:lnTo>
                  <a:lnTo>
                    <a:pt x="7200" y="16157"/>
                  </a:lnTo>
                  <a:lnTo>
                    <a:pt x="0" y="18662"/>
                  </a:lnTo>
                  <a:lnTo>
                    <a:pt x="0" y="19958"/>
                  </a:lnTo>
                  <a:lnTo>
                    <a:pt x="3411" y="20736"/>
                  </a:lnTo>
                  <a:lnTo>
                    <a:pt x="7200" y="21168"/>
                  </a:lnTo>
                  <a:lnTo>
                    <a:pt x="10611" y="21600"/>
                  </a:lnTo>
                  <a:lnTo>
                    <a:pt x="18189" y="20736"/>
                  </a:lnTo>
                  <a:lnTo>
                    <a:pt x="21600" y="19958"/>
                  </a:lnTo>
                  <a:lnTo>
                    <a:pt x="21600" y="18662"/>
                  </a:lnTo>
                  <a:lnTo>
                    <a:pt x="14400" y="2116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01" name="Freeform 17">
              <a:extLst>
                <a:ext uri="{FF2B5EF4-FFF2-40B4-BE49-F238E27FC236}">
                  <a16:creationId xmlns:a16="http://schemas.microsoft.com/office/drawing/2014/main" id="{D2E8A6E6-9621-71D3-C4C2-1A4C39A7CC21}"/>
                </a:ext>
              </a:extLst>
            </p:cNvPr>
            <p:cNvSpPr/>
            <p:nvPr/>
          </p:nvSpPr>
          <p:spPr>
            <a:xfrm>
              <a:off x="201067" y="393859"/>
              <a:ext cx="71707" cy="33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220" y="16589"/>
                  </a:moveTo>
                  <a:lnTo>
                    <a:pt x="3420" y="21600"/>
                  </a:lnTo>
                  <a:lnTo>
                    <a:pt x="21600" y="10022"/>
                  </a:lnTo>
                  <a:lnTo>
                    <a:pt x="19890" y="0"/>
                  </a:lnTo>
                  <a:lnTo>
                    <a:pt x="1710" y="11750"/>
                  </a:lnTo>
                  <a:lnTo>
                    <a:pt x="0" y="16589"/>
                  </a:lnTo>
                  <a:lnTo>
                    <a:pt x="1710" y="11750"/>
                  </a:lnTo>
                  <a:lnTo>
                    <a:pt x="810" y="13306"/>
                  </a:lnTo>
                  <a:lnTo>
                    <a:pt x="0" y="15034"/>
                  </a:lnTo>
                  <a:lnTo>
                    <a:pt x="0" y="18317"/>
                  </a:lnTo>
                  <a:lnTo>
                    <a:pt x="450" y="20045"/>
                  </a:lnTo>
                  <a:lnTo>
                    <a:pt x="1260" y="21600"/>
                  </a:lnTo>
                  <a:lnTo>
                    <a:pt x="3420" y="21600"/>
                  </a:lnTo>
                  <a:lnTo>
                    <a:pt x="5220" y="165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02" name="Freeform 18">
              <a:extLst>
                <a:ext uri="{FF2B5EF4-FFF2-40B4-BE49-F238E27FC236}">
                  <a16:creationId xmlns:a16="http://schemas.microsoft.com/office/drawing/2014/main" id="{E848795A-330D-BE98-E5C6-FE4E4EFE083E}"/>
                </a:ext>
              </a:extLst>
            </p:cNvPr>
            <p:cNvSpPr/>
            <p:nvPr/>
          </p:nvSpPr>
          <p:spPr>
            <a:xfrm>
              <a:off x="201067" y="419686"/>
              <a:ext cx="18527" cy="1616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981" y="21600"/>
                  </a:moveTo>
                  <a:lnTo>
                    <a:pt x="21600" y="20558"/>
                  </a:lnTo>
                  <a:lnTo>
                    <a:pt x="20206" y="0"/>
                  </a:lnTo>
                  <a:lnTo>
                    <a:pt x="0" y="0"/>
                  </a:lnTo>
                  <a:lnTo>
                    <a:pt x="1742" y="20558"/>
                  </a:lnTo>
                  <a:lnTo>
                    <a:pt x="8361" y="19515"/>
                  </a:lnTo>
                  <a:lnTo>
                    <a:pt x="1742" y="20558"/>
                  </a:lnTo>
                  <a:lnTo>
                    <a:pt x="1742" y="21061"/>
                  </a:lnTo>
                  <a:lnTo>
                    <a:pt x="4877" y="21420"/>
                  </a:lnTo>
                  <a:lnTo>
                    <a:pt x="8361" y="21600"/>
                  </a:lnTo>
                  <a:lnTo>
                    <a:pt x="14981" y="21600"/>
                  </a:lnTo>
                  <a:lnTo>
                    <a:pt x="18465" y="21420"/>
                  </a:lnTo>
                  <a:lnTo>
                    <a:pt x="21600" y="21061"/>
                  </a:lnTo>
                  <a:lnTo>
                    <a:pt x="21600" y="20558"/>
                  </a:lnTo>
                  <a:lnTo>
                    <a:pt x="14981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03" name="Freeform 19">
              <a:extLst>
                <a:ext uri="{FF2B5EF4-FFF2-40B4-BE49-F238E27FC236}">
                  <a16:creationId xmlns:a16="http://schemas.microsoft.com/office/drawing/2014/main" id="{A7D392BB-AA6F-9BF4-6310-5872AC047B14}"/>
                </a:ext>
              </a:extLst>
            </p:cNvPr>
            <p:cNvSpPr/>
            <p:nvPr/>
          </p:nvSpPr>
          <p:spPr>
            <a:xfrm>
              <a:off x="136534" y="565767"/>
              <a:ext cx="77383" cy="322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5480"/>
                  </a:moveTo>
                  <a:lnTo>
                    <a:pt x="3169" y="20700"/>
                  </a:lnTo>
                  <a:lnTo>
                    <a:pt x="21600" y="10440"/>
                  </a:lnTo>
                  <a:lnTo>
                    <a:pt x="20015" y="0"/>
                  </a:lnTo>
                  <a:lnTo>
                    <a:pt x="2002" y="10440"/>
                  </a:lnTo>
                  <a:lnTo>
                    <a:pt x="5171" y="15480"/>
                  </a:lnTo>
                  <a:lnTo>
                    <a:pt x="2002" y="10440"/>
                  </a:lnTo>
                  <a:lnTo>
                    <a:pt x="751" y="12060"/>
                  </a:lnTo>
                  <a:lnTo>
                    <a:pt x="334" y="12960"/>
                  </a:lnTo>
                  <a:lnTo>
                    <a:pt x="0" y="15480"/>
                  </a:lnTo>
                  <a:lnTo>
                    <a:pt x="334" y="17280"/>
                  </a:lnTo>
                  <a:lnTo>
                    <a:pt x="334" y="19080"/>
                  </a:lnTo>
                  <a:lnTo>
                    <a:pt x="1168" y="20700"/>
                  </a:lnTo>
                  <a:lnTo>
                    <a:pt x="2002" y="21600"/>
                  </a:lnTo>
                  <a:lnTo>
                    <a:pt x="3169" y="20700"/>
                  </a:lnTo>
                  <a:lnTo>
                    <a:pt x="0" y="1548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04" name="Freeform 20">
              <a:extLst>
                <a:ext uri="{FF2B5EF4-FFF2-40B4-BE49-F238E27FC236}">
                  <a16:creationId xmlns:a16="http://schemas.microsoft.com/office/drawing/2014/main" id="{544A75B4-8AC9-2B78-E171-D851FD23F415}"/>
                </a:ext>
              </a:extLst>
            </p:cNvPr>
            <p:cNvSpPr/>
            <p:nvPr/>
          </p:nvSpPr>
          <p:spPr>
            <a:xfrm>
              <a:off x="136534" y="431523"/>
              <a:ext cx="18527" cy="1573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39" y="2105"/>
                  </a:moveTo>
                  <a:lnTo>
                    <a:pt x="0" y="1034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034"/>
                  </a:lnTo>
                  <a:lnTo>
                    <a:pt x="8361" y="0"/>
                  </a:lnTo>
                  <a:lnTo>
                    <a:pt x="21600" y="1034"/>
                  </a:lnTo>
                  <a:lnTo>
                    <a:pt x="19858" y="517"/>
                  </a:lnTo>
                  <a:lnTo>
                    <a:pt x="18465" y="148"/>
                  </a:lnTo>
                  <a:lnTo>
                    <a:pt x="14981" y="0"/>
                  </a:lnTo>
                  <a:lnTo>
                    <a:pt x="6619" y="0"/>
                  </a:lnTo>
                  <a:lnTo>
                    <a:pt x="3135" y="148"/>
                  </a:lnTo>
                  <a:lnTo>
                    <a:pt x="1394" y="517"/>
                  </a:lnTo>
                  <a:lnTo>
                    <a:pt x="0" y="1034"/>
                  </a:lnTo>
                  <a:lnTo>
                    <a:pt x="13239" y="210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05" name="Freeform 21">
              <a:extLst>
                <a:ext uri="{FF2B5EF4-FFF2-40B4-BE49-F238E27FC236}">
                  <a16:creationId xmlns:a16="http://schemas.microsoft.com/office/drawing/2014/main" id="{06D4C13E-95AA-74C9-7381-6115C091E347}"/>
                </a:ext>
              </a:extLst>
            </p:cNvPr>
            <p:cNvSpPr/>
            <p:nvPr/>
          </p:nvSpPr>
          <p:spPr>
            <a:xfrm>
              <a:off x="78873" y="431523"/>
              <a:ext cx="69018" cy="333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723"/>
                  </a:moveTo>
                  <a:lnTo>
                    <a:pt x="3647" y="20903"/>
                  </a:lnTo>
                  <a:lnTo>
                    <a:pt x="21600" y="9929"/>
                  </a:lnTo>
                  <a:lnTo>
                    <a:pt x="20291" y="0"/>
                  </a:lnTo>
                  <a:lnTo>
                    <a:pt x="1870" y="11671"/>
                  </a:lnTo>
                  <a:lnTo>
                    <a:pt x="5423" y="16723"/>
                  </a:lnTo>
                  <a:lnTo>
                    <a:pt x="1870" y="11671"/>
                  </a:lnTo>
                  <a:lnTo>
                    <a:pt x="935" y="12542"/>
                  </a:lnTo>
                  <a:lnTo>
                    <a:pt x="0" y="14110"/>
                  </a:lnTo>
                  <a:lnTo>
                    <a:pt x="0" y="18290"/>
                  </a:lnTo>
                  <a:lnTo>
                    <a:pt x="468" y="20032"/>
                  </a:lnTo>
                  <a:lnTo>
                    <a:pt x="1403" y="20903"/>
                  </a:lnTo>
                  <a:lnTo>
                    <a:pt x="2244" y="21600"/>
                  </a:lnTo>
                  <a:lnTo>
                    <a:pt x="3647" y="20903"/>
                  </a:lnTo>
                  <a:lnTo>
                    <a:pt x="0" y="1672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06" name="Freeform 22">
              <a:extLst>
                <a:ext uri="{FF2B5EF4-FFF2-40B4-BE49-F238E27FC236}">
                  <a16:creationId xmlns:a16="http://schemas.microsoft.com/office/drawing/2014/main" id="{F3F03A19-BFE7-E202-116C-E25DCBFCE9C0}"/>
                </a:ext>
              </a:extLst>
            </p:cNvPr>
            <p:cNvSpPr/>
            <p:nvPr/>
          </p:nvSpPr>
          <p:spPr>
            <a:xfrm>
              <a:off x="78873" y="390093"/>
              <a:ext cx="17332" cy="67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448" y="0"/>
                  </a:moveTo>
                  <a:lnTo>
                    <a:pt x="0" y="2506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506"/>
                  </a:lnTo>
                  <a:lnTo>
                    <a:pt x="14524" y="5011"/>
                  </a:lnTo>
                  <a:lnTo>
                    <a:pt x="21600" y="2506"/>
                  </a:lnTo>
                  <a:lnTo>
                    <a:pt x="21600" y="1642"/>
                  </a:lnTo>
                  <a:lnTo>
                    <a:pt x="14524" y="0"/>
                  </a:lnTo>
                  <a:lnTo>
                    <a:pt x="7448" y="0"/>
                  </a:lnTo>
                  <a:lnTo>
                    <a:pt x="3724" y="864"/>
                  </a:lnTo>
                  <a:lnTo>
                    <a:pt x="0" y="1642"/>
                  </a:lnTo>
                  <a:lnTo>
                    <a:pt x="0" y="2506"/>
                  </a:lnTo>
                  <a:lnTo>
                    <a:pt x="7448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07" name="Freeform 23">
              <a:extLst>
                <a:ext uri="{FF2B5EF4-FFF2-40B4-BE49-F238E27FC236}">
                  <a16:creationId xmlns:a16="http://schemas.microsoft.com/office/drawing/2014/main" id="{783E8642-BDE5-D109-3D61-1D32CE55579E}"/>
                </a:ext>
              </a:extLst>
            </p:cNvPr>
            <p:cNvSpPr/>
            <p:nvPr/>
          </p:nvSpPr>
          <p:spPr>
            <a:xfrm>
              <a:off x="367479" y="260957"/>
              <a:ext cx="212424" cy="2698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613" y="18413"/>
                  </a:moveTo>
                  <a:lnTo>
                    <a:pt x="21600" y="17056"/>
                  </a:lnTo>
                  <a:lnTo>
                    <a:pt x="21600" y="0"/>
                  </a:lnTo>
                  <a:lnTo>
                    <a:pt x="21327" y="215"/>
                  </a:lnTo>
                  <a:lnTo>
                    <a:pt x="10359" y="8786"/>
                  </a:lnTo>
                  <a:lnTo>
                    <a:pt x="0" y="3833"/>
                  </a:lnTo>
                  <a:lnTo>
                    <a:pt x="0" y="3919"/>
                  </a:lnTo>
                  <a:lnTo>
                    <a:pt x="0" y="3833"/>
                  </a:lnTo>
                  <a:lnTo>
                    <a:pt x="0" y="21600"/>
                  </a:lnTo>
                  <a:lnTo>
                    <a:pt x="7018" y="20265"/>
                  </a:lnTo>
                  <a:lnTo>
                    <a:pt x="7018" y="13740"/>
                  </a:lnTo>
                  <a:lnTo>
                    <a:pt x="10663" y="15505"/>
                  </a:lnTo>
                  <a:lnTo>
                    <a:pt x="10663" y="15613"/>
                  </a:lnTo>
                  <a:lnTo>
                    <a:pt x="14613" y="12512"/>
                  </a:lnTo>
                  <a:lnTo>
                    <a:pt x="14613" y="18413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08" name="Freeform 24">
              <a:extLst>
                <a:ext uri="{FF2B5EF4-FFF2-40B4-BE49-F238E27FC236}">
                  <a16:creationId xmlns:a16="http://schemas.microsoft.com/office/drawing/2014/main" id="{9C2BA159-B21E-F875-C931-91208F1A6777}"/>
                </a:ext>
              </a:extLst>
            </p:cNvPr>
            <p:cNvSpPr/>
            <p:nvPr/>
          </p:nvSpPr>
          <p:spPr>
            <a:xfrm>
              <a:off x="508196" y="466228"/>
              <a:ext cx="80371" cy="322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43" y="5220"/>
                  </a:moveTo>
                  <a:lnTo>
                    <a:pt x="18549" y="0"/>
                  </a:lnTo>
                  <a:lnTo>
                    <a:pt x="0" y="11340"/>
                  </a:lnTo>
                  <a:lnTo>
                    <a:pt x="1124" y="21600"/>
                  </a:lnTo>
                  <a:lnTo>
                    <a:pt x="20074" y="10440"/>
                  </a:lnTo>
                  <a:lnTo>
                    <a:pt x="21600" y="5220"/>
                  </a:lnTo>
                  <a:lnTo>
                    <a:pt x="20074" y="10440"/>
                  </a:lnTo>
                  <a:lnTo>
                    <a:pt x="20877" y="9540"/>
                  </a:lnTo>
                  <a:lnTo>
                    <a:pt x="21600" y="7740"/>
                  </a:lnTo>
                  <a:lnTo>
                    <a:pt x="21600" y="4320"/>
                  </a:lnTo>
                  <a:lnTo>
                    <a:pt x="21199" y="2700"/>
                  </a:lnTo>
                  <a:lnTo>
                    <a:pt x="20476" y="900"/>
                  </a:lnTo>
                  <a:lnTo>
                    <a:pt x="19673" y="0"/>
                  </a:lnTo>
                  <a:lnTo>
                    <a:pt x="18549" y="0"/>
                  </a:lnTo>
                  <a:lnTo>
                    <a:pt x="16943" y="52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09" name="Freeform 25">
              <a:extLst>
                <a:ext uri="{FF2B5EF4-FFF2-40B4-BE49-F238E27FC236}">
                  <a16:creationId xmlns:a16="http://schemas.microsoft.com/office/drawing/2014/main" id="{4CAE4158-3A75-3FE8-6BFC-80FD9A4D629B}"/>
                </a:ext>
              </a:extLst>
            </p:cNvPr>
            <p:cNvSpPr/>
            <p:nvPr/>
          </p:nvSpPr>
          <p:spPr>
            <a:xfrm>
              <a:off x="571235" y="255846"/>
              <a:ext cx="17332" cy="218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772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506"/>
                  </a:lnTo>
                  <a:lnTo>
                    <a:pt x="18248" y="240"/>
                  </a:lnTo>
                  <a:lnTo>
                    <a:pt x="14524" y="133"/>
                  </a:lnTo>
                  <a:lnTo>
                    <a:pt x="10800" y="0"/>
                  </a:lnTo>
                  <a:lnTo>
                    <a:pt x="7448" y="133"/>
                  </a:lnTo>
                  <a:lnTo>
                    <a:pt x="3724" y="240"/>
                  </a:lnTo>
                  <a:lnTo>
                    <a:pt x="0" y="506"/>
                  </a:lnTo>
                  <a:lnTo>
                    <a:pt x="0" y="77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10" name="Freeform 26">
              <a:extLst>
                <a:ext uri="{FF2B5EF4-FFF2-40B4-BE49-F238E27FC236}">
                  <a16:creationId xmlns:a16="http://schemas.microsoft.com/office/drawing/2014/main" id="{E1BD7695-BC0A-28C5-61D5-69FEC629C8C4}"/>
                </a:ext>
              </a:extLst>
            </p:cNvPr>
            <p:cNvSpPr/>
            <p:nvPr/>
          </p:nvSpPr>
          <p:spPr>
            <a:xfrm>
              <a:off x="571235" y="251810"/>
              <a:ext cx="17332" cy="142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38" y="21600"/>
                  </a:moveTo>
                  <a:lnTo>
                    <a:pt x="0" y="11819"/>
                  </a:lnTo>
                  <a:lnTo>
                    <a:pt x="0" y="17932"/>
                  </a:lnTo>
                  <a:lnTo>
                    <a:pt x="21600" y="19562"/>
                  </a:lnTo>
                  <a:lnTo>
                    <a:pt x="21600" y="13857"/>
                  </a:lnTo>
                  <a:lnTo>
                    <a:pt x="1862" y="6113"/>
                  </a:lnTo>
                  <a:lnTo>
                    <a:pt x="21600" y="13857"/>
                  </a:lnTo>
                  <a:lnTo>
                    <a:pt x="21600" y="8151"/>
                  </a:lnTo>
                  <a:lnTo>
                    <a:pt x="19738" y="4075"/>
                  </a:lnTo>
                  <a:lnTo>
                    <a:pt x="16386" y="2038"/>
                  </a:lnTo>
                  <a:lnTo>
                    <a:pt x="10800" y="0"/>
                  </a:lnTo>
                  <a:lnTo>
                    <a:pt x="7448" y="2038"/>
                  </a:lnTo>
                  <a:lnTo>
                    <a:pt x="3724" y="4075"/>
                  </a:lnTo>
                  <a:lnTo>
                    <a:pt x="1862" y="8151"/>
                  </a:lnTo>
                  <a:lnTo>
                    <a:pt x="0" y="11819"/>
                  </a:lnTo>
                  <a:lnTo>
                    <a:pt x="19738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11" name="Freeform 27">
              <a:extLst>
                <a:ext uri="{FF2B5EF4-FFF2-40B4-BE49-F238E27FC236}">
                  <a16:creationId xmlns:a16="http://schemas.microsoft.com/office/drawing/2014/main" id="{B588097A-4A31-CA08-4EA3-92295A6BCFE8}"/>
                </a:ext>
              </a:extLst>
            </p:cNvPr>
            <p:cNvSpPr/>
            <p:nvPr/>
          </p:nvSpPr>
          <p:spPr>
            <a:xfrm>
              <a:off x="571235" y="255846"/>
              <a:ext cx="17332" cy="129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550"/>
                  </a:moveTo>
                  <a:lnTo>
                    <a:pt x="19738" y="17100"/>
                  </a:lnTo>
                  <a:lnTo>
                    <a:pt x="1862" y="0"/>
                  </a:lnTo>
                  <a:lnTo>
                    <a:pt x="21600" y="8550"/>
                  </a:lnTo>
                  <a:lnTo>
                    <a:pt x="1862" y="0"/>
                  </a:lnTo>
                  <a:lnTo>
                    <a:pt x="0" y="4050"/>
                  </a:lnTo>
                  <a:lnTo>
                    <a:pt x="0" y="14850"/>
                  </a:lnTo>
                  <a:lnTo>
                    <a:pt x="3724" y="19350"/>
                  </a:lnTo>
                  <a:lnTo>
                    <a:pt x="7448" y="21600"/>
                  </a:lnTo>
                  <a:lnTo>
                    <a:pt x="16386" y="21600"/>
                  </a:lnTo>
                  <a:lnTo>
                    <a:pt x="19738" y="17100"/>
                  </a:lnTo>
                  <a:lnTo>
                    <a:pt x="0" y="855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12" name="Freeform 28">
              <a:extLst>
                <a:ext uri="{FF2B5EF4-FFF2-40B4-BE49-F238E27FC236}">
                  <a16:creationId xmlns:a16="http://schemas.microsoft.com/office/drawing/2014/main" id="{9F137E63-94B5-FD9E-5335-DA6FA82628BE}"/>
                </a:ext>
              </a:extLst>
            </p:cNvPr>
            <p:cNvSpPr/>
            <p:nvPr/>
          </p:nvSpPr>
          <p:spPr>
            <a:xfrm>
              <a:off x="571235" y="251810"/>
              <a:ext cx="17332" cy="142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38" y="21600"/>
                  </a:moveTo>
                  <a:lnTo>
                    <a:pt x="0" y="13857"/>
                  </a:lnTo>
                  <a:lnTo>
                    <a:pt x="21600" y="13857"/>
                  </a:lnTo>
                  <a:lnTo>
                    <a:pt x="1862" y="6113"/>
                  </a:lnTo>
                  <a:lnTo>
                    <a:pt x="21600" y="13857"/>
                  </a:lnTo>
                  <a:lnTo>
                    <a:pt x="21600" y="8151"/>
                  </a:lnTo>
                  <a:lnTo>
                    <a:pt x="18248" y="4075"/>
                  </a:lnTo>
                  <a:lnTo>
                    <a:pt x="10800" y="0"/>
                  </a:lnTo>
                  <a:lnTo>
                    <a:pt x="7448" y="2038"/>
                  </a:lnTo>
                  <a:lnTo>
                    <a:pt x="3724" y="4075"/>
                  </a:lnTo>
                  <a:lnTo>
                    <a:pt x="0" y="8151"/>
                  </a:lnTo>
                  <a:lnTo>
                    <a:pt x="0" y="13857"/>
                  </a:lnTo>
                  <a:lnTo>
                    <a:pt x="19738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13" name="Freeform 29">
              <a:extLst>
                <a:ext uri="{FF2B5EF4-FFF2-40B4-BE49-F238E27FC236}">
                  <a16:creationId xmlns:a16="http://schemas.microsoft.com/office/drawing/2014/main" id="{761500A1-52CA-56F4-D7AA-110E3597FCC2}"/>
                </a:ext>
              </a:extLst>
            </p:cNvPr>
            <p:cNvSpPr/>
            <p:nvPr/>
          </p:nvSpPr>
          <p:spPr>
            <a:xfrm>
              <a:off x="568546" y="255846"/>
              <a:ext cx="18527" cy="153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465" y="18189"/>
                  </a:moveTo>
                  <a:lnTo>
                    <a:pt x="21600" y="14400"/>
                  </a:lnTo>
                  <a:lnTo>
                    <a:pt x="4877" y="0"/>
                  </a:lnTo>
                  <a:lnTo>
                    <a:pt x="1742" y="3411"/>
                  </a:lnTo>
                  <a:lnTo>
                    <a:pt x="0" y="7200"/>
                  </a:lnTo>
                  <a:lnTo>
                    <a:pt x="0" y="12505"/>
                  </a:lnTo>
                  <a:lnTo>
                    <a:pt x="1742" y="16295"/>
                  </a:lnTo>
                  <a:lnTo>
                    <a:pt x="3135" y="20084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465" y="181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14" name="Freeform 30">
              <a:extLst>
                <a:ext uri="{FF2B5EF4-FFF2-40B4-BE49-F238E27FC236}">
                  <a16:creationId xmlns:a16="http://schemas.microsoft.com/office/drawing/2014/main" id="{15B8DA0E-0C02-401D-264D-4F910488C19F}"/>
                </a:ext>
              </a:extLst>
            </p:cNvPr>
            <p:cNvSpPr/>
            <p:nvPr/>
          </p:nvSpPr>
          <p:spPr>
            <a:xfrm>
              <a:off x="460992" y="258267"/>
              <a:ext cx="123393" cy="1216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32" y="21122"/>
                  </a:moveTo>
                  <a:lnTo>
                    <a:pt x="2720" y="20883"/>
                  </a:lnTo>
                  <a:lnTo>
                    <a:pt x="21600" y="1864"/>
                  </a:lnTo>
                  <a:lnTo>
                    <a:pt x="19090" y="0"/>
                  </a:lnTo>
                  <a:lnTo>
                    <a:pt x="471" y="19067"/>
                  </a:lnTo>
                  <a:lnTo>
                    <a:pt x="2510" y="18828"/>
                  </a:lnTo>
                  <a:lnTo>
                    <a:pt x="471" y="19067"/>
                  </a:lnTo>
                  <a:lnTo>
                    <a:pt x="0" y="19497"/>
                  </a:lnTo>
                  <a:lnTo>
                    <a:pt x="0" y="20214"/>
                  </a:lnTo>
                  <a:lnTo>
                    <a:pt x="209" y="20644"/>
                  </a:lnTo>
                  <a:lnTo>
                    <a:pt x="471" y="21122"/>
                  </a:lnTo>
                  <a:lnTo>
                    <a:pt x="994" y="21361"/>
                  </a:lnTo>
                  <a:lnTo>
                    <a:pt x="1464" y="21600"/>
                  </a:lnTo>
                  <a:lnTo>
                    <a:pt x="2249" y="21361"/>
                  </a:lnTo>
                  <a:lnTo>
                    <a:pt x="2720" y="20883"/>
                  </a:lnTo>
                  <a:lnTo>
                    <a:pt x="732" y="2112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15" name="Freeform 31">
              <a:extLst>
                <a:ext uri="{FF2B5EF4-FFF2-40B4-BE49-F238E27FC236}">
                  <a16:creationId xmlns:a16="http://schemas.microsoft.com/office/drawing/2014/main" id="{2271C3D9-991B-CE24-B19D-72D63BB88387}"/>
                </a:ext>
              </a:extLst>
            </p:cNvPr>
            <p:cNvSpPr/>
            <p:nvPr/>
          </p:nvSpPr>
          <p:spPr>
            <a:xfrm>
              <a:off x="358815" y="301042"/>
              <a:ext cx="116521" cy="761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212" y="2213"/>
                  </a:moveTo>
                  <a:lnTo>
                    <a:pt x="831" y="4045"/>
                  </a:lnTo>
                  <a:lnTo>
                    <a:pt x="19717" y="21600"/>
                  </a:lnTo>
                  <a:lnTo>
                    <a:pt x="21600" y="17936"/>
                  </a:lnTo>
                  <a:lnTo>
                    <a:pt x="2658" y="382"/>
                  </a:lnTo>
                  <a:lnTo>
                    <a:pt x="0" y="2213"/>
                  </a:lnTo>
                  <a:lnTo>
                    <a:pt x="2658" y="382"/>
                  </a:lnTo>
                  <a:lnTo>
                    <a:pt x="1883" y="0"/>
                  </a:lnTo>
                  <a:lnTo>
                    <a:pt x="1329" y="0"/>
                  </a:lnTo>
                  <a:lnTo>
                    <a:pt x="554" y="382"/>
                  </a:lnTo>
                  <a:lnTo>
                    <a:pt x="277" y="1069"/>
                  </a:lnTo>
                  <a:lnTo>
                    <a:pt x="0" y="1832"/>
                  </a:lnTo>
                  <a:lnTo>
                    <a:pt x="0" y="2519"/>
                  </a:lnTo>
                  <a:lnTo>
                    <a:pt x="277" y="3282"/>
                  </a:lnTo>
                  <a:lnTo>
                    <a:pt x="831" y="4045"/>
                  </a:lnTo>
                  <a:lnTo>
                    <a:pt x="3212" y="221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16" name="Freeform 32">
              <a:extLst>
                <a:ext uri="{FF2B5EF4-FFF2-40B4-BE49-F238E27FC236}">
                  <a16:creationId xmlns:a16="http://schemas.microsoft.com/office/drawing/2014/main" id="{21ACBD92-9E78-22A6-4D6C-2D14F1E6483E}"/>
                </a:ext>
              </a:extLst>
            </p:cNvPr>
            <p:cNvSpPr/>
            <p:nvPr/>
          </p:nvSpPr>
          <p:spPr>
            <a:xfrm>
              <a:off x="358815" y="302387"/>
              <a:ext cx="17332" cy="15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724" y="19705"/>
                  </a:moveTo>
                  <a:lnTo>
                    <a:pt x="21600" y="9095"/>
                  </a:lnTo>
                  <a:lnTo>
                    <a:pt x="0" y="9095"/>
                  </a:lnTo>
                  <a:lnTo>
                    <a:pt x="0" y="10611"/>
                  </a:lnTo>
                  <a:lnTo>
                    <a:pt x="17876" y="0"/>
                  </a:lnTo>
                  <a:lnTo>
                    <a:pt x="0" y="10611"/>
                  </a:lnTo>
                  <a:lnTo>
                    <a:pt x="0" y="14400"/>
                  </a:lnTo>
                  <a:lnTo>
                    <a:pt x="3724" y="18189"/>
                  </a:lnTo>
                  <a:lnTo>
                    <a:pt x="7448" y="19705"/>
                  </a:lnTo>
                  <a:lnTo>
                    <a:pt x="10800" y="21600"/>
                  </a:lnTo>
                  <a:lnTo>
                    <a:pt x="14524" y="19705"/>
                  </a:lnTo>
                  <a:lnTo>
                    <a:pt x="17876" y="18189"/>
                  </a:lnTo>
                  <a:lnTo>
                    <a:pt x="21600" y="14400"/>
                  </a:lnTo>
                  <a:lnTo>
                    <a:pt x="21600" y="9095"/>
                  </a:lnTo>
                  <a:lnTo>
                    <a:pt x="3724" y="1970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17" name="Freeform 33">
              <a:extLst>
                <a:ext uri="{FF2B5EF4-FFF2-40B4-BE49-F238E27FC236}">
                  <a16:creationId xmlns:a16="http://schemas.microsoft.com/office/drawing/2014/main" id="{1E600444-BC97-1ADA-3CCF-5A9434113305}"/>
                </a:ext>
              </a:extLst>
            </p:cNvPr>
            <p:cNvSpPr/>
            <p:nvPr/>
          </p:nvSpPr>
          <p:spPr>
            <a:xfrm>
              <a:off x="357620" y="301042"/>
              <a:ext cx="18527" cy="15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989"/>
                  </a:moveTo>
                  <a:lnTo>
                    <a:pt x="4877" y="20084"/>
                  </a:lnTo>
                  <a:lnTo>
                    <a:pt x="4877" y="21600"/>
                  </a:lnTo>
                  <a:lnTo>
                    <a:pt x="18116" y="1895"/>
                  </a:lnTo>
                  <a:lnTo>
                    <a:pt x="16723" y="1895"/>
                  </a:lnTo>
                  <a:lnTo>
                    <a:pt x="0" y="10989"/>
                  </a:lnTo>
                  <a:lnTo>
                    <a:pt x="16723" y="1895"/>
                  </a:lnTo>
                  <a:lnTo>
                    <a:pt x="13239" y="0"/>
                  </a:lnTo>
                  <a:lnTo>
                    <a:pt x="8361" y="0"/>
                  </a:lnTo>
                  <a:lnTo>
                    <a:pt x="4877" y="1895"/>
                  </a:lnTo>
                  <a:lnTo>
                    <a:pt x="3135" y="3411"/>
                  </a:lnTo>
                  <a:lnTo>
                    <a:pt x="1394" y="9095"/>
                  </a:lnTo>
                  <a:lnTo>
                    <a:pt x="0" y="12505"/>
                  </a:lnTo>
                  <a:lnTo>
                    <a:pt x="1394" y="16295"/>
                  </a:lnTo>
                  <a:lnTo>
                    <a:pt x="4877" y="20084"/>
                  </a:lnTo>
                  <a:lnTo>
                    <a:pt x="21600" y="109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18" name="Freeform 34">
              <a:extLst>
                <a:ext uri="{FF2B5EF4-FFF2-40B4-BE49-F238E27FC236}">
                  <a16:creationId xmlns:a16="http://schemas.microsoft.com/office/drawing/2014/main" id="{4F8DE71C-D85D-2F02-0E60-DE559639EE9A}"/>
                </a:ext>
              </a:extLst>
            </p:cNvPr>
            <p:cNvSpPr/>
            <p:nvPr/>
          </p:nvSpPr>
          <p:spPr>
            <a:xfrm>
              <a:off x="357620" y="308844"/>
              <a:ext cx="18527" cy="2297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361" y="20158"/>
                  </a:moveTo>
                  <a:lnTo>
                    <a:pt x="21600" y="20867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0867"/>
                  </a:lnTo>
                  <a:lnTo>
                    <a:pt x="13239" y="21600"/>
                  </a:lnTo>
                  <a:lnTo>
                    <a:pt x="0" y="20867"/>
                  </a:lnTo>
                  <a:lnTo>
                    <a:pt x="1394" y="21246"/>
                  </a:lnTo>
                  <a:lnTo>
                    <a:pt x="3135" y="21474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116" y="21474"/>
                  </a:lnTo>
                  <a:lnTo>
                    <a:pt x="19858" y="21246"/>
                  </a:lnTo>
                  <a:lnTo>
                    <a:pt x="21600" y="20867"/>
                  </a:lnTo>
                  <a:lnTo>
                    <a:pt x="8361" y="2015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19" name="Freeform 35">
              <a:extLst>
                <a:ext uri="{FF2B5EF4-FFF2-40B4-BE49-F238E27FC236}">
                  <a16:creationId xmlns:a16="http://schemas.microsoft.com/office/drawing/2014/main" id="{5833317B-75F9-14D3-D706-61E718ADD0E2}"/>
                </a:ext>
              </a:extLst>
            </p:cNvPr>
            <p:cNvSpPr/>
            <p:nvPr/>
          </p:nvSpPr>
          <p:spPr>
            <a:xfrm>
              <a:off x="364790" y="506313"/>
              <a:ext cx="80371" cy="322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43" y="5220"/>
                  </a:moveTo>
                  <a:lnTo>
                    <a:pt x="18468" y="0"/>
                  </a:lnTo>
                  <a:lnTo>
                    <a:pt x="0" y="11340"/>
                  </a:lnTo>
                  <a:lnTo>
                    <a:pt x="1124" y="21600"/>
                  </a:lnTo>
                  <a:lnTo>
                    <a:pt x="19994" y="10440"/>
                  </a:lnTo>
                  <a:lnTo>
                    <a:pt x="21600" y="5220"/>
                  </a:lnTo>
                  <a:lnTo>
                    <a:pt x="19994" y="10440"/>
                  </a:lnTo>
                  <a:lnTo>
                    <a:pt x="20797" y="9540"/>
                  </a:lnTo>
                  <a:lnTo>
                    <a:pt x="21600" y="7740"/>
                  </a:lnTo>
                  <a:lnTo>
                    <a:pt x="21600" y="3420"/>
                  </a:lnTo>
                  <a:lnTo>
                    <a:pt x="21199" y="1800"/>
                  </a:lnTo>
                  <a:lnTo>
                    <a:pt x="20396" y="900"/>
                  </a:lnTo>
                  <a:lnTo>
                    <a:pt x="19673" y="0"/>
                  </a:lnTo>
                  <a:lnTo>
                    <a:pt x="18468" y="0"/>
                  </a:lnTo>
                  <a:lnTo>
                    <a:pt x="16943" y="52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20" name="Freeform 36">
              <a:extLst>
                <a:ext uri="{FF2B5EF4-FFF2-40B4-BE49-F238E27FC236}">
                  <a16:creationId xmlns:a16="http://schemas.microsoft.com/office/drawing/2014/main" id="{6D00BFA7-D834-B788-4FE1-D2ABAEE21D24}"/>
                </a:ext>
              </a:extLst>
            </p:cNvPr>
            <p:cNvSpPr/>
            <p:nvPr/>
          </p:nvSpPr>
          <p:spPr>
            <a:xfrm>
              <a:off x="427829" y="425066"/>
              <a:ext cx="17332" cy="890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014" y="261"/>
                  </a:moveTo>
                  <a:lnTo>
                    <a:pt x="0" y="1827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827"/>
                  </a:lnTo>
                  <a:lnTo>
                    <a:pt x="3724" y="3393"/>
                  </a:lnTo>
                  <a:lnTo>
                    <a:pt x="21600" y="1827"/>
                  </a:lnTo>
                  <a:lnTo>
                    <a:pt x="21600" y="1240"/>
                  </a:lnTo>
                  <a:lnTo>
                    <a:pt x="17876" y="587"/>
                  </a:lnTo>
                  <a:lnTo>
                    <a:pt x="14152" y="0"/>
                  </a:lnTo>
                  <a:lnTo>
                    <a:pt x="7076" y="0"/>
                  </a:lnTo>
                  <a:lnTo>
                    <a:pt x="0" y="1240"/>
                  </a:lnTo>
                  <a:lnTo>
                    <a:pt x="0" y="1827"/>
                  </a:lnTo>
                  <a:lnTo>
                    <a:pt x="16014" y="261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21" name="Freeform 37">
              <a:extLst>
                <a:ext uri="{FF2B5EF4-FFF2-40B4-BE49-F238E27FC236}">
                  <a16:creationId xmlns:a16="http://schemas.microsoft.com/office/drawing/2014/main" id="{3A4F2B91-BE96-38EF-25F7-72691A14AEF9}"/>
                </a:ext>
              </a:extLst>
            </p:cNvPr>
            <p:cNvSpPr/>
            <p:nvPr/>
          </p:nvSpPr>
          <p:spPr>
            <a:xfrm>
              <a:off x="430817" y="426143"/>
              <a:ext cx="50196" cy="363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314" y="13920"/>
                  </a:moveTo>
                  <a:lnTo>
                    <a:pt x="19671" y="13120"/>
                  </a:lnTo>
                  <a:lnTo>
                    <a:pt x="4243" y="0"/>
                  </a:lnTo>
                  <a:lnTo>
                    <a:pt x="0" y="7680"/>
                  </a:lnTo>
                  <a:lnTo>
                    <a:pt x="15429" y="20800"/>
                  </a:lnTo>
                  <a:lnTo>
                    <a:pt x="14786" y="20000"/>
                  </a:lnTo>
                  <a:lnTo>
                    <a:pt x="15429" y="20800"/>
                  </a:lnTo>
                  <a:lnTo>
                    <a:pt x="17229" y="21600"/>
                  </a:lnTo>
                  <a:lnTo>
                    <a:pt x="18514" y="21600"/>
                  </a:lnTo>
                  <a:lnTo>
                    <a:pt x="19671" y="20800"/>
                  </a:lnTo>
                  <a:lnTo>
                    <a:pt x="20957" y="19200"/>
                  </a:lnTo>
                  <a:lnTo>
                    <a:pt x="21600" y="17760"/>
                  </a:lnTo>
                  <a:lnTo>
                    <a:pt x="21600" y="16160"/>
                  </a:lnTo>
                  <a:lnTo>
                    <a:pt x="20957" y="14720"/>
                  </a:lnTo>
                  <a:lnTo>
                    <a:pt x="20314" y="139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22" name="Freeform 38">
              <a:extLst>
                <a:ext uri="{FF2B5EF4-FFF2-40B4-BE49-F238E27FC236}">
                  <a16:creationId xmlns:a16="http://schemas.microsoft.com/office/drawing/2014/main" id="{5E479C20-E1D2-6862-8137-9288A4375325}"/>
                </a:ext>
              </a:extLst>
            </p:cNvPr>
            <p:cNvSpPr/>
            <p:nvPr/>
          </p:nvSpPr>
          <p:spPr>
            <a:xfrm>
              <a:off x="465174" y="449548"/>
              <a:ext cx="17333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2" y="0"/>
                  </a:moveTo>
                  <a:lnTo>
                    <a:pt x="16014" y="0"/>
                  </a:lnTo>
                  <a:lnTo>
                    <a:pt x="0" y="15487"/>
                  </a:lnTo>
                  <a:lnTo>
                    <a:pt x="1862" y="17525"/>
                  </a:lnTo>
                  <a:lnTo>
                    <a:pt x="17876" y="17525"/>
                  </a:lnTo>
                  <a:lnTo>
                    <a:pt x="1862" y="17525"/>
                  </a:lnTo>
                  <a:lnTo>
                    <a:pt x="5214" y="21600"/>
                  </a:lnTo>
                  <a:lnTo>
                    <a:pt x="10800" y="21600"/>
                  </a:lnTo>
                  <a:lnTo>
                    <a:pt x="14152" y="19562"/>
                  </a:lnTo>
                  <a:lnTo>
                    <a:pt x="17876" y="17525"/>
                  </a:lnTo>
                  <a:lnTo>
                    <a:pt x="19738" y="13449"/>
                  </a:lnTo>
                  <a:lnTo>
                    <a:pt x="21600" y="9781"/>
                  </a:lnTo>
                  <a:lnTo>
                    <a:pt x="19738" y="3668"/>
                  </a:lnTo>
                  <a:lnTo>
                    <a:pt x="17876" y="0"/>
                  </a:lnTo>
                  <a:lnTo>
                    <a:pt x="1862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23" name="Freeform 39">
              <a:extLst>
                <a:ext uri="{FF2B5EF4-FFF2-40B4-BE49-F238E27FC236}">
                  <a16:creationId xmlns:a16="http://schemas.microsoft.com/office/drawing/2014/main" id="{C0CF264C-36E7-F9D2-F301-2E1776B8775E}"/>
                </a:ext>
              </a:extLst>
            </p:cNvPr>
            <p:cNvSpPr/>
            <p:nvPr/>
          </p:nvSpPr>
          <p:spPr>
            <a:xfrm>
              <a:off x="466668" y="409463"/>
              <a:ext cx="53184" cy="516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3263"/>
                  </a:moveTo>
                  <a:lnTo>
                    <a:pt x="15169" y="1125"/>
                  </a:lnTo>
                  <a:lnTo>
                    <a:pt x="0" y="16763"/>
                  </a:lnTo>
                  <a:lnTo>
                    <a:pt x="5218" y="21600"/>
                  </a:lnTo>
                  <a:lnTo>
                    <a:pt x="20387" y="5400"/>
                  </a:lnTo>
                  <a:lnTo>
                    <a:pt x="13955" y="3263"/>
                  </a:lnTo>
                  <a:lnTo>
                    <a:pt x="20387" y="5400"/>
                  </a:lnTo>
                  <a:lnTo>
                    <a:pt x="21600" y="4275"/>
                  </a:lnTo>
                  <a:lnTo>
                    <a:pt x="21600" y="3263"/>
                  </a:lnTo>
                  <a:lnTo>
                    <a:pt x="20993" y="1575"/>
                  </a:lnTo>
                  <a:lnTo>
                    <a:pt x="20387" y="1125"/>
                  </a:lnTo>
                  <a:lnTo>
                    <a:pt x="19173" y="0"/>
                  </a:lnTo>
                  <a:lnTo>
                    <a:pt x="16261" y="0"/>
                  </a:lnTo>
                  <a:lnTo>
                    <a:pt x="15169" y="1125"/>
                  </a:lnTo>
                  <a:lnTo>
                    <a:pt x="21600" y="326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24" name="Freeform 40">
              <a:extLst>
                <a:ext uri="{FF2B5EF4-FFF2-40B4-BE49-F238E27FC236}">
                  <a16:creationId xmlns:a16="http://schemas.microsoft.com/office/drawing/2014/main" id="{1236B3BF-1FE2-E820-4B82-3285371DB14A}"/>
                </a:ext>
              </a:extLst>
            </p:cNvPr>
            <p:cNvSpPr/>
            <p:nvPr/>
          </p:nvSpPr>
          <p:spPr>
            <a:xfrm>
              <a:off x="501026" y="417265"/>
              <a:ext cx="18826" cy="812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229" y="17523"/>
                  </a:moveTo>
                  <a:lnTo>
                    <a:pt x="21600" y="19597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9597"/>
                  </a:lnTo>
                  <a:lnTo>
                    <a:pt x="13029" y="21600"/>
                  </a:lnTo>
                  <a:lnTo>
                    <a:pt x="0" y="19597"/>
                  </a:lnTo>
                  <a:lnTo>
                    <a:pt x="1714" y="20599"/>
                  </a:lnTo>
                  <a:lnTo>
                    <a:pt x="3429" y="21314"/>
                  </a:lnTo>
                  <a:lnTo>
                    <a:pt x="6514" y="21600"/>
                  </a:lnTo>
                  <a:lnTo>
                    <a:pt x="14743" y="21600"/>
                  </a:lnTo>
                  <a:lnTo>
                    <a:pt x="18171" y="21314"/>
                  </a:lnTo>
                  <a:lnTo>
                    <a:pt x="19886" y="20599"/>
                  </a:lnTo>
                  <a:lnTo>
                    <a:pt x="21600" y="19597"/>
                  </a:lnTo>
                  <a:lnTo>
                    <a:pt x="8229" y="1752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25" name="Freeform 41">
              <a:extLst>
                <a:ext uri="{FF2B5EF4-FFF2-40B4-BE49-F238E27FC236}">
                  <a16:creationId xmlns:a16="http://schemas.microsoft.com/office/drawing/2014/main" id="{BCBB83B1-ECFD-0DD4-E020-64D9A3F3E973}"/>
                </a:ext>
              </a:extLst>
            </p:cNvPr>
            <p:cNvSpPr/>
            <p:nvPr/>
          </p:nvSpPr>
          <p:spPr>
            <a:xfrm>
              <a:off x="211224" y="383636"/>
              <a:ext cx="192111" cy="2453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66" y="0"/>
                  </a:moveTo>
                  <a:lnTo>
                    <a:pt x="21600" y="0"/>
                  </a:lnTo>
                  <a:lnTo>
                    <a:pt x="21600" y="17503"/>
                  </a:lnTo>
                  <a:lnTo>
                    <a:pt x="13706" y="19208"/>
                  </a:lnTo>
                  <a:lnTo>
                    <a:pt x="13706" y="14211"/>
                  </a:lnTo>
                  <a:lnTo>
                    <a:pt x="134" y="21482"/>
                  </a:lnTo>
                  <a:lnTo>
                    <a:pt x="0" y="21600"/>
                  </a:lnTo>
                  <a:lnTo>
                    <a:pt x="0" y="3292"/>
                  </a:lnTo>
                  <a:lnTo>
                    <a:pt x="7894" y="1587"/>
                  </a:lnTo>
                  <a:lnTo>
                    <a:pt x="7894" y="7389"/>
                  </a:lnTo>
                  <a:lnTo>
                    <a:pt x="21466" y="0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26" name="Freeform 42">
              <a:extLst>
                <a:ext uri="{FF2B5EF4-FFF2-40B4-BE49-F238E27FC236}">
                  <a16:creationId xmlns:a16="http://schemas.microsoft.com/office/drawing/2014/main" id="{5B4405FD-6EDC-3F5D-BDF1-C8639B84B6F9}"/>
                </a:ext>
              </a:extLst>
            </p:cNvPr>
            <p:cNvSpPr/>
            <p:nvPr/>
          </p:nvSpPr>
          <p:spPr>
            <a:xfrm>
              <a:off x="393471" y="377180"/>
              <a:ext cx="17034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11" y="0"/>
                  </a:moveTo>
                  <a:lnTo>
                    <a:pt x="21600" y="9781"/>
                  </a:lnTo>
                  <a:lnTo>
                    <a:pt x="0" y="9781"/>
                  </a:lnTo>
                  <a:lnTo>
                    <a:pt x="18189" y="19562"/>
                  </a:lnTo>
                  <a:lnTo>
                    <a:pt x="0" y="9781"/>
                  </a:lnTo>
                  <a:lnTo>
                    <a:pt x="0" y="15487"/>
                  </a:lnTo>
                  <a:lnTo>
                    <a:pt x="3411" y="19562"/>
                  </a:lnTo>
                  <a:lnTo>
                    <a:pt x="7200" y="21600"/>
                  </a:lnTo>
                  <a:lnTo>
                    <a:pt x="14400" y="21600"/>
                  </a:lnTo>
                  <a:lnTo>
                    <a:pt x="18189" y="19562"/>
                  </a:lnTo>
                  <a:lnTo>
                    <a:pt x="21600" y="15487"/>
                  </a:lnTo>
                  <a:lnTo>
                    <a:pt x="21600" y="9781"/>
                  </a:lnTo>
                  <a:lnTo>
                    <a:pt x="3411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27" name="Freeform 43">
              <a:extLst>
                <a:ext uri="{FF2B5EF4-FFF2-40B4-BE49-F238E27FC236}">
                  <a16:creationId xmlns:a16="http://schemas.microsoft.com/office/drawing/2014/main" id="{43FD4039-621D-C32A-A8D5-492B7280C2FB}"/>
                </a:ext>
              </a:extLst>
            </p:cNvPr>
            <p:cNvSpPr/>
            <p:nvPr/>
          </p:nvSpPr>
          <p:spPr>
            <a:xfrm>
              <a:off x="393471" y="375835"/>
              <a:ext cx="18528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1819"/>
                  </a:moveTo>
                  <a:lnTo>
                    <a:pt x="3135" y="2038"/>
                  </a:lnTo>
                  <a:lnTo>
                    <a:pt x="16723" y="21600"/>
                  </a:lnTo>
                  <a:lnTo>
                    <a:pt x="18465" y="21600"/>
                  </a:lnTo>
                  <a:lnTo>
                    <a:pt x="0" y="11819"/>
                  </a:lnTo>
                  <a:lnTo>
                    <a:pt x="18465" y="21600"/>
                  </a:lnTo>
                  <a:lnTo>
                    <a:pt x="19858" y="15894"/>
                  </a:lnTo>
                  <a:lnTo>
                    <a:pt x="21600" y="11819"/>
                  </a:lnTo>
                  <a:lnTo>
                    <a:pt x="19858" y="7743"/>
                  </a:lnTo>
                  <a:lnTo>
                    <a:pt x="18465" y="4075"/>
                  </a:lnTo>
                  <a:lnTo>
                    <a:pt x="16723" y="0"/>
                  </a:lnTo>
                  <a:lnTo>
                    <a:pt x="8361" y="0"/>
                  </a:lnTo>
                  <a:lnTo>
                    <a:pt x="3135" y="2038"/>
                  </a:lnTo>
                  <a:lnTo>
                    <a:pt x="21600" y="1181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28" name="Freeform 44">
              <a:extLst>
                <a:ext uri="{FF2B5EF4-FFF2-40B4-BE49-F238E27FC236}">
                  <a16:creationId xmlns:a16="http://schemas.microsoft.com/office/drawing/2014/main" id="{6A258E35-3F06-796B-886B-E099A3C2B9BE}"/>
                </a:ext>
              </a:extLst>
            </p:cNvPr>
            <p:cNvSpPr/>
            <p:nvPr/>
          </p:nvSpPr>
          <p:spPr>
            <a:xfrm>
              <a:off x="393471" y="383636"/>
              <a:ext cx="18528" cy="206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39" y="21600"/>
                  </a:moveTo>
                  <a:lnTo>
                    <a:pt x="21600" y="20784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0784"/>
                  </a:lnTo>
                  <a:lnTo>
                    <a:pt x="8361" y="19997"/>
                  </a:lnTo>
                  <a:lnTo>
                    <a:pt x="0" y="20784"/>
                  </a:lnTo>
                  <a:lnTo>
                    <a:pt x="1394" y="21206"/>
                  </a:lnTo>
                  <a:lnTo>
                    <a:pt x="3135" y="21459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465" y="21459"/>
                  </a:lnTo>
                  <a:lnTo>
                    <a:pt x="19858" y="21206"/>
                  </a:lnTo>
                  <a:lnTo>
                    <a:pt x="21600" y="20784"/>
                  </a:lnTo>
                  <a:lnTo>
                    <a:pt x="13239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29" name="Freeform 45">
              <a:extLst>
                <a:ext uri="{FF2B5EF4-FFF2-40B4-BE49-F238E27FC236}">
                  <a16:creationId xmlns:a16="http://schemas.microsoft.com/office/drawing/2014/main" id="{46A32A52-334B-6CCD-78A7-750B31737101}"/>
                </a:ext>
              </a:extLst>
            </p:cNvPr>
            <p:cNvSpPr/>
            <p:nvPr/>
          </p:nvSpPr>
          <p:spPr>
            <a:xfrm>
              <a:off x="324457" y="574914"/>
              <a:ext cx="80371" cy="347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744"/>
                  </a:moveTo>
                  <a:lnTo>
                    <a:pt x="3132" y="21600"/>
                  </a:lnTo>
                  <a:lnTo>
                    <a:pt x="21600" y="9544"/>
                  </a:lnTo>
                  <a:lnTo>
                    <a:pt x="20476" y="0"/>
                  </a:lnTo>
                  <a:lnTo>
                    <a:pt x="1526" y="12056"/>
                  </a:lnTo>
                  <a:lnTo>
                    <a:pt x="5059" y="16744"/>
                  </a:lnTo>
                  <a:lnTo>
                    <a:pt x="1526" y="12056"/>
                  </a:lnTo>
                  <a:lnTo>
                    <a:pt x="803" y="12726"/>
                  </a:lnTo>
                  <a:lnTo>
                    <a:pt x="401" y="14400"/>
                  </a:lnTo>
                  <a:lnTo>
                    <a:pt x="0" y="16744"/>
                  </a:lnTo>
                  <a:lnTo>
                    <a:pt x="0" y="18419"/>
                  </a:lnTo>
                  <a:lnTo>
                    <a:pt x="401" y="20093"/>
                  </a:lnTo>
                  <a:lnTo>
                    <a:pt x="1124" y="20763"/>
                  </a:lnTo>
                  <a:lnTo>
                    <a:pt x="1927" y="21600"/>
                  </a:lnTo>
                  <a:lnTo>
                    <a:pt x="3132" y="21600"/>
                  </a:lnTo>
                  <a:lnTo>
                    <a:pt x="0" y="16744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30" name="Freeform 46">
              <a:extLst>
                <a:ext uri="{FF2B5EF4-FFF2-40B4-BE49-F238E27FC236}">
                  <a16:creationId xmlns:a16="http://schemas.microsoft.com/office/drawing/2014/main" id="{BCF1DD7D-95AD-E981-7A13-57935C7CCB80}"/>
                </a:ext>
              </a:extLst>
            </p:cNvPr>
            <p:cNvSpPr/>
            <p:nvPr/>
          </p:nvSpPr>
          <p:spPr>
            <a:xfrm>
              <a:off x="324457" y="536174"/>
              <a:ext cx="18826" cy="656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457" y="5046"/>
                  </a:moveTo>
                  <a:lnTo>
                    <a:pt x="0" y="292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921"/>
                  </a:lnTo>
                  <a:lnTo>
                    <a:pt x="3429" y="797"/>
                  </a:lnTo>
                  <a:lnTo>
                    <a:pt x="21600" y="2921"/>
                  </a:lnTo>
                  <a:lnTo>
                    <a:pt x="19886" y="1682"/>
                  </a:lnTo>
                  <a:lnTo>
                    <a:pt x="18171" y="797"/>
                  </a:lnTo>
                  <a:lnTo>
                    <a:pt x="14743" y="354"/>
                  </a:lnTo>
                  <a:lnTo>
                    <a:pt x="9943" y="0"/>
                  </a:lnTo>
                  <a:lnTo>
                    <a:pt x="6514" y="354"/>
                  </a:lnTo>
                  <a:lnTo>
                    <a:pt x="3429" y="797"/>
                  </a:lnTo>
                  <a:lnTo>
                    <a:pt x="1714" y="1682"/>
                  </a:lnTo>
                  <a:lnTo>
                    <a:pt x="0" y="2921"/>
                  </a:lnTo>
                  <a:lnTo>
                    <a:pt x="16457" y="504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31" name="Freeform 47">
              <a:extLst>
                <a:ext uri="{FF2B5EF4-FFF2-40B4-BE49-F238E27FC236}">
                  <a16:creationId xmlns:a16="http://schemas.microsoft.com/office/drawing/2014/main" id="{3621BB32-A327-706E-07C8-54F6F7C6DEEF}"/>
                </a:ext>
              </a:extLst>
            </p:cNvPr>
            <p:cNvSpPr/>
            <p:nvPr/>
          </p:nvSpPr>
          <p:spPr>
            <a:xfrm>
              <a:off x="203755" y="538596"/>
              <a:ext cx="135047" cy="982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342" y="21008"/>
                  </a:moveTo>
                  <a:lnTo>
                    <a:pt x="21600" y="2841"/>
                  </a:lnTo>
                  <a:lnTo>
                    <a:pt x="19784" y="0"/>
                  </a:lnTo>
                  <a:lnTo>
                    <a:pt x="478" y="18464"/>
                  </a:lnTo>
                  <a:lnTo>
                    <a:pt x="0" y="19055"/>
                  </a:lnTo>
                  <a:lnTo>
                    <a:pt x="0" y="20180"/>
                  </a:lnTo>
                  <a:lnTo>
                    <a:pt x="239" y="20772"/>
                  </a:lnTo>
                  <a:lnTo>
                    <a:pt x="717" y="21304"/>
                  </a:lnTo>
                  <a:lnTo>
                    <a:pt x="1195" y="21600"/>
                  </a:lnTo>
                  <a:lnTo>
                    <a:pt x="1625" y="21600"/>
                  </a:lnTo>
                  <a:lnTo>
                    <a:pt x="2342" y="2100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32" name="Freeform 48">
              <a:extLst>
                <a:ext uri="{FF2B5EF4-FFF2-40B4-BE49-F238E27FC236}">
                  <a16:creationId xmlns:a16="http://schemas.microsoft.com/office/drawing/2014/main" id="{45E51DFD-7121-E1F1-7B59-F3285FAF2E86}"/>
                </a:ext>
              </a:extLst>
            </p:cNvPr>
            <p:cNvSpPr/>
            <p:nvPr/>
          </p:nvSpPr>
          <p:spPr>
            <a:xfrm>
              <a:off x="202560" y="622532"/>
              <a:ext cx="18528" cy="156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938"/>
                  </a:moveTo>
                  <a:lnTo>
                    <a:pt x="16723" y="17876"/>
                  </a:lnTo>
                  <a:lnTo>
                    <a:pt x="18465" y="16014"/>
                  </a:lnTo>
                  <a:lnTo>
                    <a:pt x="4877" y="0"/>
                  </a:lnTo>
                  <a:lnTo>
                    <a:pt x="3135" y="1862"/>
                  </a:lnTo>
                  <a:lnTo>
                    <a:pt x="21600" y="8938"/>
                  </a:lnTo>
                  <a:lnTo>
                    <a:pt x="3135" y="1862"/>
                  </a:lnTo>
                  <a:lnTo>
                    <a:pt x="0" y="5586"/>
                  </a:lnTo>
                  <a:lnTo>
                    <a:pt x="0" y="12662"/>
                  </a:lnTo>
                  <a:lnTo>
                    <a:pt x="3135" y="16014"/>
                  </a:lnTo>
                  <a:lnTo>
                    <a:pt x="4877" y="19738"/>
                  </a:lnTo>
                  <a:lnTo>
                    <a:pt x="10103" y="21600"/>
                  </a:lnTo>
                  <a:lnTo>
                    <a:pt x="13239" y="19738"/>
                  </a:lnTo>
                  <a:lnTo>
                    <a:pt x="16723" y="17876"/>
                  </a:lnTo>
                  <a:lnTo>
                    <a:pt x="0" y="893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33" name="Freeform 49">
              <a:extLst>
                <a:ext uri="{FF2B5EF4-FFF2-40B4-BE49-F238E27FC236}">
                  <a16:creationId xmlns:a16="http://schemas.microsoft.com/office/drawing/2014/main" id="{453AB9A5-920C-51AB-6697-E37F970E2C33}"/>
                </a:ext>
              </a:extLst>
            </p:cNvPr>
            <p:cNvSpPr/>
            <p:nvPr/>
          </p:nvSpPr>
          <p:spPr>
            <a:xfrm>
              <a:off x="202560" y="413229"/>
              <a:ext cx="18528" cy="2157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619" y="0"/>
                  </a:moveTo>
                  <a:lnTo>
                    <a:pt x="0" y="78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781"/>
                  </a:lnTo>
                  <a:lnTo>
                    <a:pt x="13239" y="1562"/>
                  </a:lnTo>
                  <a:lnTo>
                    <a:pt x="21600" y="781"/>
                  </a:lnTo>
                  <a:lnTo>
                    <a:pt x="19858" y="404"/>
                  </a:lnTo>
                  <a:lnTo>
                    <a:pt x="18465" y="269"/>
                  </a:lnTo>
                  <a:lnTo>
                    <a:pt x="14981" y="0"/>
                  </a:lnTo>
                  <a:lnTo>
                    <a:pt x="6619" y="0"/>
                  </a:lnTo>
                  <a:lnTo>
                    <a:pt x="1394" y="404"/>
                  </a:lnTo>
                  <a:lnTo>
                    <a:pt x="0" y="781"/>
                  </a:lnTo>
                  <a:lnTo>
                    <a:pt x="6619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34" name="Freeform 50">
              <a:extLst>
                <a:ext uri="{FF2B5EF4-FFF2-40B4-BE49-F238E27FC236}">
                  <a16:creationId xmlns:a16="http://schemas.microsoft.com/office/drawing/2014/main" id="{C869ECD3-7DE6-38C4-1E89-9458AB81039D}"/>
                </a:ext>
              </a:extLst>
            </p:cNvPr>
            <p:cNvSpPr/>
            <p:nvPr/>
          </p:nvSpPr>
          <p:spPr>
            <a:xfrm>
              <a:off x="208237" y="393859"/>
              <a:ext cx="81865" cy="349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4818"/>
                  </a:moveTo>
                  <a:lnTo>
                    <a:pt x="18526" y="0"/>
                  </a:lnTo>
                  <a:lnTo>
                    <a:pt x="0" y="11963"/>
                  </a:lnTo>
                  <a:lnTo>
                    <a:pt x="1498" y="21600"/>
                  </a:lnTo>
                  <a:lnTo>
                    <a:pt x="19708" y="9637"/>
                  </a:lnTo>
                  <a:lnTo>
                    <a:pt x="16634" y="4818"/>
                  </a:lnTo>
                  <a:lnTo>
                    <a:pt x="19708" y="9637"/>
                  </a:lnTo>
                  <a:lnTo>
                    <a:pt x="20812" y="8806"/>
                  </a:lnTo>
                  <a:lnTo>
                    <a:pt x="21206" y="7311"/>
                  </a:lnTo>
                  <a:lnTo>
                    <a:pt x="21600" y="4818"/>
                  </a:lnTo>
                  <a:lnTo>
                    <a:pt x="21206" y="3323"/>
                  </a:lnTo>
                  <a:lnTo>
                    <a:pt x="20812" y="1662"/>
                  </a:lnTo>
                  <a:lnTo>
                    <a:pt x="20418" y="831"/>
                  </a:lnTo>
                  <a:lnTo>
                    <a:pt x="19314" y="0"/>
                  </a:lnTo>
                  <a:lnTo>
                    <a:pt x="18526" y="0"/>
                  </a:lnTo>
                  <a:lnTo>
                    <a:pt x="21600" y="481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35" name="Freeform 51">
              <a:extLst>
                <a:ext uri="{FF2B5EF4-FFF2-40B4-BE49-F238E27FC236}">
                  <a16:creationId xmlns:a16="http://schemas.microsoft.com/office/drawing/2014/main" id="{9D88120D-B80A-D599-57DC-95C9C7C9DDB9}"/>
                </a:ext>
              </a:extLst>
            </p:cNvPr>
            <p:cNvSpPr/>
            <p:nvPr/>
          </p:nvSpPr>
          <p:spPr>
            <a:xfrm>
              <a:off x="271276" y="401661"/>
              <a:ext cx="18826" cy="737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143" y="17422"/>
                  </a:moveTo>
                  <a:lnTo>
                    <a:pt x="21600" y="19314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9314"/>
                  </a:lnTo>
                  <a:lnTo>
                    <a:pt x="16457" y="21206"/>
                  </a:lnTo>
                  <a:lnTo>
                    <a:pt x="0" y="19314"/>
                  </a:lnTo>
                  <a:lnTo>
                    <a:pt x="1714" y="20102"/>
                  </a:lnTo>
                  <a:lnTo>
                    <a:pt x="3429" y="20812"/>
                  </a:lnTo>
                  <a:lnTo>
                    <a:pt x="6857" y="21600"/>
                  </a:lnTo>
                  <a:lnTo>
                    <a:pt x="15086" y="21600"/>
                  </a:lnTo>
                  <a:lnTo>
                    <a:pt x="18171" y="20812"/>
                  </a:lnTo>
                  <a:lnTo>
                    <a:pt x="19886" y="20102"/>
                  </a:lnTo>
                  <a:lnTo>
                    <a:pt x="21600" y="19314"/>
                  </a:lnTo>
                  <a:lnTo>
                    <a:pt x="5143" y="1742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36" name="Freeform 52">
              <a:extLst>
                <a:ext uri="{FF2B5EF4-FFF2-40B4-BE49-F238E27FC236}">
                  <a16:creationId xmlns:a16="http://schemas.microsoft.com/office/drawing/2014/main" id="{5D8A56A1-CFB5-F504-92F6-EB890B4BB4EA}"/>
                </a:ext>
              </a:extLst>
            </p:cNvPr>
            <p:cNvSpPr/>
            <p:nvPr/>
          </p:nvSpPr>
          <p:spPr>
            <a:xfrm>
              <a:off x="275757" y="375835"/>
              <a:ext cx="134748" cy="981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716"/>
                  </a:moveTo>
                  <a:lnTo>
                    <a:pt x="19301" y="296"/>
                  </a:lnTo>
                  <a:lnTo>
                    <a:pt x="0" y="18759"/>
                  </a:lnTo>
                  <a:lnTo>
                    <a:pt x="1580" y="21600"/>
                  </a:lnTo>
                  <a:lnTo>
                    <a:pt x="21169" y="3136"/>
                  </a:lnTo>
                  <a:lnTo>
                    <a:pt x="18870" y="1716"/>
                  </a:lnTo>
                  <a:lnTo>
                    <a:pt x="21169" y="3136"/>
                  </a:lnTo>
                  <a:lnTo>
                    <a:pt x="21600" y="2545"/>
                  </a:lnTo>
                  <a:lnTo>
                    <a:pt x="21600" y="1124"/>
                  </a:lnTo>
                  <a:lnTo>
                    <a:pt x="21408" y="592"/>
                  </a:lnTo>
                  <a:lnTo>
                    <a:pt x="20929" y="0"/>
                  </a:lnTo>
                  <a:lnTo>
                    <a:pt x="20020" y="0"/>
                  </a:lnTo>
                  <a:lnTo>
                    <a:pt x="19301" y="296"/>
                  </a:lnTo>
                  <a:lnTo>
                    <a:pt x="21600" y="171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37" name="Freeform 53">
              <a:extLst>
                <a:ext uri="{FF2B5EF4-FFF2-40B4-BE49-F238E27FC236}">
                  <a16:creationId xmlns:a16="http://schemas.microsoft.com/office/drawing/2014/main" id="{138C319D-E333-E913-93C7-92A317D19CC5}"/>
                </a:ext>
              </a:extLst>
            </p:cNvPr>
            <p:cNvSpPr/>
            <p:nvPr/>
          </p:nvSpPr>
          <p:spPr>
            <a:xfrm>
              <a:off x="10157" y="9148"/>
              <a:ext cx="585582" cy="3408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065" y="12599"/>
                  </a:moveTo>
                  <a:lnTo>
                    <a:pt x="18525" y="13332"/>
                  </a:lnTo>
                  <a:lnTo>
                    <a:pt x="17996" y="13997"/>
                  </a:lnTo>
                  <a:lnTo>
                    <a:pt x="17522" y="14559"/>
                  </a:lnTo>
                  <a:lnTo>
                    <a:pt x="17049" y="14968"/>
                  </a:lnTo>
                  <a:lnTo>
                    <a:pt x="16520" y="15377"/>
                  </a:lnTo>
                  <a:lnTo>
                    <a:pt x="16046" y="15718"/>
                  </a:lnTo>
                  <a:lnTo>
                    <a:pt x="15616" y="15957"/>
                  </a:lnTo>
                  <a:lnTo>
                    <a:pt x="15142" y="16196"/>
                  </a:lnTo>
                  <a:lnTo>
                    <a:pt x="14238" y="16451"/>
                  </a:lnTo>
                  <a:lnTo>
                    <a:pt x="13346" y="16605"/>
                  </a:lnTo>
                  <a:lnTo>
                    <a:pt x="12497" y="16690"/>
                  </a:lnTo>
                  <a:lnTo>
                    <a:pt x="11649" y="16690"/>
                  </a:lnTo>
                  <a:lnTo>
                    <a:pt x="10800" y="16775"/>
                  </a:lnTo>
                  <a:lnTo>
                    <a:pt x="10007" y="16861"/>
                  </a:lnTo>
                  <a:lnTo>
                    <a:pt x="9632" y="16946"/>
                  </a:lnTo>
                  <a:lnTo>
                    <a:pt x="9268" y="17014"/>
                  </a:lnTo>
                  <a:lnTo>
                    <a:pt x="8838" y="17185"/>
                  </a:lnTo>
                  <a:lnTo>
                    <a:pt x="8475" y="17423"/>
                  </a:lnTo>
                  <a:lnTo>
                    <a:pt x="8100" y="17679"/>
                  </a:lnTo>
                  <a:lnTo>
                    <a:pt x="7725" y="18003"/>
                  </a:lnTo>
                  <a:lnTo>
                    <a:pt x="7362" y="18412"/>
                  </a:lnTo>
                  <a:lnTo>
                    <a:pt x="6987" y="18906"/>
                  </a:lnTo>
                  <a:lnTo>
                    <a:pt x="6667" y="19401"/>
                  </a:lnTo>
                  <a:lnTo>
                    <a:pt x="6304" y="20049"/>
                  </a:lnTo>
                  <a:lnTo>
                    <a:pt x="5929" y="20782"/>
                  </a:lnTo>
                  <a:lnTo>
                    <a:pt x="5609" y="21600"/>
                  </a:lnTo>
                  <a:lnTo>
                    <a:pt x="5080" y="21361"/>
                  </a:lnTo>
                  <a:lnTo>
                    <a:pt x="4607" y="21106"/>
                  </a:lnTo>
                  <a:lnTo>
                    <a:pt x="4133" y="20782"/>
                  </a:lnTo>
                  <a:lnTo>
                    <a:pt x="3703" y="20458"/>
                  </a:lnTo>
                  <a:lnTo>
                    <a:pt x="3284" y="20134"/>
                  </a:lnTo>
                  <a:lnTo>
                    <a:pt x="2854" y="19725"/>
                  </a:lnTo>
                  <a:lnTo>
                    <a:pt x="2491" y="19230"/>
                  </a:lnTo>
                  <a:lnTo>
                    <a:pt x="2116" y="18736"/>
                  </a:lnTo>
                  <a:lnTo>
                    <a:pt x="1796" y="18242"/>
                  </a:lnTo>
                  <a:lnTo>
                    <a:pt x="1477" y="17679"/>
                  </a:lnTo>
                  <a:lnTo>
                    <a:pt x="1212" y="17099"/>
                  </a:lnTo>
                  <a:lnTo>
                    <a:pt x="948" y="16537"/>
                  </a:lnTo>
                  <a:lnTo>
                    <a:pt x="738" y="15957"/>
                  </a:lnTo>
                  <a:lnTo>
                    <a:pt x="584" y="15309"/>
                  </a:lnTo>
                  <a:lnTo>
                    <a:pt x="364" y="14644"/>
                  </a:lnTo>
                  <a:lnTo>
                    <a:pt x="264" y="13997"/>
                  </a:lnTo>
                  <a:lnTo>
                    <a:pt x="154" y="13332"/>
                  </a:lnTo>
                  <a:lnTo>
                    <a:pt x="55" y="12599"/>
                  </a:lnTo>
                  <a:lnTo>
                    <a:pt x="0" y="11951"/>
                  </a:lnTo>
                  <a:lnTo>
                    <a:pt x="0" y="10468"/>
                  </a:lnTo>
                  <a:lnTo>
                    <a:pt x="55" y="9734"/>
                  </a:lnTo>
                  <a:lnTo>
                    <a:pt x="99" y="9001"/>
                  </a:lnTo>
                  <a:lnTo>
                    <a:pt x="209" y="8337"/>
                  </a:lnTo>
                  <a:lnTo>
                    <a:pt x="364" y="7603"/>
                  </a:lnTo>
                  <a:lnTo>
                    <a:pt x="529" y="6870"/>
                  </a:lnTo>
                  <a:lnTo>
                    <a:pt x="738" y="6137"/>
                  </a:lnTo>
                  <a:lnTo>
                    <a:pt x="1003" y="5472"/>
                  </a:lnTo>
                  <a:lnTo>
                    <a:pt x="1267" y="4739"/>
                  </a:lnTo>
                  <a:lnTo>
                    <a:pt x="1587" y="4092"/>
                  </a:lnTo>
                  <a:lnTo>
                    <a:pt x="1962" y="3427"/>
                  </a:lnTo>
                  <a:lnTo>
                    <a:pt x="2325" y="2779"/>
                  </a:lnTo>
                  <a:lnTo>
                    <a:pt x="2755" y="2131"/>
                  </a:lnTo>
                  <a:lnTo>
                    <a:pt x="3229" y="1637"/>
                  </a:lnTo>
                  <a:lnTo>
                    <a:pt x="3703" y="1227"/>
                  </a:lnTo>
                  <a:lnTo>
                    <a:pt x="4232" y="818"/>
                  </a:lnTo>
                  <a:lnTo>
                    <a:pt x="4761" y="563"/>
                  </a:lnTo>
                  <a:lnTo>
                    <a:pt x="5345" y="324"/>
                  </a:lnTo>
                  <a:lnTo>
                    <a:pt x="5929" y="153"/>
                  </a:lnTo>
                  <a:lnTo>
                    <a:pt x="6568" y="85"/>
                  </a:lnTo>
                  <a:lnTo>
                    <a:pt x="7836" y="0"/>
                  </a:lnTo>
                  <a:lnTo>
                    <a:pt x="9213" y="85"/>
                  </a:lnTo>
                  <a:lnTo>
                    <a:pt x="11968" y="563"/>
                  </a:lnTo>
                  <a:lnTo>
                    <a:pt x="13390" y="818"/>
                  </a:lnTo>
                  <a:lnTo>
                    <a:pt x="14767" y="1142"/>
                  </a:lnTo>
                  <a:lnTo>
                    <a:pt x="16090" y="1313"/>
                  </a:lnTo>
                  <a:lnTo>
                    <a:pt x="17368" y="1381"/>
                  </a:lnTo>
                  <a:lnTo>
                    <a:pt x="18580" y="1381"/>
                  </a:lnTo>
                  <a:lnTo>
                    <a:pt x="19164" y="1313"/>
                  </a:lnTo>
                  <a:lnTo>
                    <a:pt x="19749" y="1142"/>
                  </a:lnTo>
                  <a:lnTo>
                    <a:pt x="20222" y="972"/>
                  </a:lnTo>
                  <a:lnTo>
                    <a:pt x="20751" y="733"/>
                  </a:lnTo>
                  <a:lnTo>
                    <a:pt x="21181" y="409"/>
                  </a:lnTo>
                  <a:lnTo>
                    <a:pt x="21600" y="0"/>
                  </a:lnTo>
                  <a:lnTo>
                    <a:pt x="21126" y="972"/>
                  </a:lnTo>
                  <a:lnTo>
                    <a:pt x="20597" y="1875"/>
                  </a:lnTo>
                  <a:lnTo>
                    <a:pt x="20013" y="2608"/>
                  </a:lnTo>
                  <a:lnTo>
                    <a:pt x="19484" y="3273"/>
                  </a:lnTo>
                  <a:lnTo>
                    <a:pt x="18955" y="3836"/>
                  </a:lnTo>
                  <a:lnTo>
                    <a:pt x="18371" y="4330"/>
                  </a:lnTo>
                  <a:lnTo>
                    <a:pt x="17787" y="4654"/>
                  </a:lnTo>
                  <a:lnTo>
                    <a:pt x="17258" y="4995"/>
                  </a:lnTo>
                  <a:lnTo>
                    <a:pt x="16200" y="5404"/>
                  </a:lnTo>
                  <a:lnTo>
                    <a:pt x="15197" y="5728"/>
                  </a:lnTo>
                  <a:lnTo>
                    <a:pt x="14238" y="5967"/>
                  </a:lnTo>
                  <a:lnTo>
                    <a:pt x="13500" y="6223"/>
                  </a:lnTo>
                  <a:lnTo>
                    <a:pt x="14503" y="6700"/>
                  </a:lnTo>
                  <a:lnTo>
                    <a:pt x="15351" y="6956"/>
                  </a:lnTo>
                  <a:lnTo>
                    <a:pt x="16145" y="7109"/>
                  </a:lnTo>
                  <a:lnTo>
                    <a:pt x="16894" y="7109"/>
                  </a:lnTo>
                  <a:lnTo>
                    <a:pt x="17633" y="7041"/>
                  </a:lnTo>
                  <a:lnTo>
                    <a:pt x="18481" y="6785"/>
                  </a:lnTo>
                  <a:lnTo>
                    <a:pt x="19429" y="6546"/>
                  </a:lnTo>
                  <a:lnTo>
                    <a:pt x="20597" y="6223"/>
                  </a:lnTo>
                  <a:lnTo>
                    <a:pt x="20123" y="7109"/>
                  </a:lnTo>
                  <a:lnTo>
                    <a:pt x="19693" y="7859"/>
                  </a:lnTo>
                  <a:lnTo>
                    <a:pt x="19220" y="8592"/>
                  </a:lnTo>
                  <a:lnTo>
                    <a:pt x="18746" y="9155"/>
                  </a:lnTo>
                  <a:lnTo>
                    <a:pt x="18261" y="9734"/>
                  </a:lnTo>
                  <a:lnTo>
                    <a:pt x="17313" y="10553"/>
                  </a:lnTo>
                  <a:lnTo>
                    <a:pt x="16784" y="10877"/>
                  </a:lnTo>
                  <a:lnTo>
                    <a:pt x="16310" y="11132"/>
                  </a:lnTo>
                  <a:lnTo>
                    <a:pt x="15781" y="11371"/>
                  </a:lnTo>
                  <a:lnTo>
                    <a:pt x="15252" y="11542"/>
                  </a:lnTo>
                  <a:lnTo>
                    <a:pt x="14723" y="11627"/>
                  </a:lnTo>
                  <a:lnTo>
                    <a:pt x="13555" y="11866"/>
                  </a:lnTo>
                  <a:lnTo>
                    <a:pt x="12387" y="11951"/>
                  </a:lnTo>
                  <a:lnTo>
                    <a:pt x="13081" y="12360"/>
                  </a:lnTo>
                  <a:lnTo>
                    <a:pt x="13875" y="12684"/>
                  </a:lnTo>
                  <a:lnTo>
                    <a:pt x="14613" y="12922"/>
                  </a:lnTo>
                  <a:lnTo>
                    <a:pt x="15407" y="13093"/>
                  </a:lnTo>
                  <a:lnTo>
                    <a:pt x="16255" y="13093"/>
                  </a:lnTo>
                  <a:lnTo>
                    <a:pt x="17104" y="13008"/>
                  </a:lnTo>
                  <a:lnTo>
                    <a:pt x="18051" y="12854"/>
                  </a:lnTo>
                  <a:lnTo>
                    <a:pt x="19065" y="12599"/>
                  </a:lnTo>
                  <a:close/>
                </a:path>
              </a:pathLst>
            </a:custGeom>
            <a:solidFill>
              <a:srgbClr val="FF66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38" name="Freeform 54">
              <a:extLst>
                <a:ext uri="{FF2B5EF4-FFF2-40B4-BE49-F238E27FC236}">
                  <a16:creationId xmlns:a16="http://schemas.microsoft.com/office/drawing/2014/main" id="{18016F4B-858A-9A25-69CF-C2D99DF8FF46}"/>
                </a:ext>
              </a:extLst>
            </p:cNvPr>
            <p:cNvSpPr/>
            <p:nvPr/>
          </p:nvSpPr>
          <p:spPr>
            <a:xfrm>
              <a:off x="152368" y="202848"/>
              <a:ext cx="380331" cy="1549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07" y="21600"/>
                  </a:moveTo>
                  <a:lnTo>
                    <a:pt x="967" y="21075"/>
                  </a:lnTo>
                  <a:lnTo>
                    <a:pt x="1459" y="19275"/>
                  </a:lnTo>
                  <a:lnTo>
                    <a:pt x="2036" y="17813"/>
                  </a:lnTo>
                  <a:lnTo>
                    <a:pt x="2511" y="16387"/>
                  </a:lnTo>
                  <a:lnTo>
                    <a:pt x="3088" y="15300"/>
                  </a:lnTo>
                  <a:lnTo>
                    <a:pt x="4072" y="13500"/>
                  </a:lnTo>
                  <a:lnTo>
                    <a:pt x="4632" y="12975"/>
                  </a:lnTo>
                  <a:lnTo>
                    <a:pt x="5209" y="12412"/>
                  </a:lnTo>
                  <a:lnTo>
                    <a:pt x="5701" y="11887"/>
                  </a:lnTo>
                  <a:lnTo>
                    <a:pt x="6261" y="11512"/>
                  </a:lnTo>
                  <a:lnTo>
                    <a:pt x="6838" y="11325"/>
                  </a:lnTo>
                  <a:lnTo>
                    <a:pt x="7415" y="11175"/>
                  </a:lnTo>
                  <a:lnTo>
                    <a:pt x="9858" y="10800"/>
                  </a:lnTo>
                  <a:lnTo>
                    <a:pt x="11165" y="10800"/>
                  </a:lnTo>
                  <a:lnTo>
                    <a:pt x="12471" y="10612"/>
                  </a:lnTo>
                  <a:lnTo>
                    <a:pt x="13931" y="10425"/>
                  </a:lnTo>
                  <a:lnTo>
                    <a:pt x="15322" y="9713"/>
                  </a:lnTo>
                  <a:lnTo>
                    <a:pt x="16136" y="9187"/>
                  </a:lnTo>
                  <a:lnTo>
                    <a:pt x="16866" y="8625"/>
                  </a:lnTo>
                  <a:lnTo>
                    <a:pt x="17596" y="7912"/>
                  </a:lnTo>
                  <a:lnTo>
                    <a:pt x="18410" y="7013"/>
                  </a:lnTo>
                  <a:lnTo>
                    <a:pt x="19157" y="5925"/>
                  </a:lnTo>
                  <a:lnTo>
                    <a:pt x="19971" y="4687"/>
                  </a:lnTo>
                  <a:lnTo>
                    <a:pt x="20786" y="3225"/>
                  </a:lnTo>
                  <a:lnTo>
                    <a:pt x="21600" y="1612"/>
                  </a:lnTo>
                  <a:lnTo>
                    <a:pt x="20870" y="0"/>
                  </a:lnTo>
                  <a:lnTo>
                    <a:pt x="20124" y="1425"/>
                  </a:lnTo>
                  <a:lnTo>
                    <a:pt x="19394" y="2887"/>
                  </a:lnTo>
                  <a:lnTo>
                    <a:pt x="18580" y="3975"/>
                  </a:lnTo>
                  <a:lnTo>
                    <a:pt x="17935" y="5025"/>
                  </a:lnTo>
                  <a:lnTo>
                    <a:pt x="17188" y="5775"/>
                  </a:lnTo>
                  <a:lnTo>
                    <a:pt x="16459" y="6487"/>
                  </a:lnTo>
                  <a:lnTo>
                    <a:pt x="15814" y="7013"/>
                  </a:lnTo>
                  <a:lnTo>
                    <a:pt x="15067" y="7575"/>
                  </a:lnTo>
                  <a:lnTo>
                    <a:pt x="13761" y="8100"/>
                  </a:lnTo>
                  <a:lnTo>
                    <a:pt x="12386" y="8475"/>
                  </a:lnTo>
                  <a:lnTo>
                    <a:pt x="11165" y="8625"/>
                  </a:lnTo>
                  <a:lnTo>
                    <a:pt x="8552" y="8625"/>
                  </a:lnTo>
                  <a:lnTo>
                    <a:pt x="7330" y="9000"/>
                  </a:lnTo>
                  <a:lnTo>
                    <a:pt x="6668" y="9187"/>
                  </a:lnTo>
                  <a:lnTo>
                    <a:pt x="6024" y="9375"/>
                  </a:lnTo>
                  <a:lnTo>
                    <a:pt x="5447" y="9713"/>
                  </a:lnTo>
                  <a:lnTo>
                    <a:pt x="4802" y="10275"/>
                  </a:lnTo>
                  <a:lnTo>
                    <a:pt x="4157" y="10988"/>
                  </a:lnTo>
                  <a:lnTo>
                    <a:pt x="3580" y="11700"/>
                  </a:lnTo>
                  <a:lnTo>
                    <a:pt x="2918" y="12600"/>
                  </a:lnTo>
                  <a:lnTo>
                    <a:pt x="2359" y="13687"/>
                  </a:lnTo>
                  <a:lnTo>
                    <a:pt x="1782" y="14925"/>
                  </a:lnTo>
                  <a:lnTo>
                    <a:pt x="1222" y="16387"/>
                  </a:lnTo>
                  <a:lnTo>
                    <a:pt x="645" y="18000"/>
                  </a:lnTo>
                  <a:lnTo>
                    <a:pt x="68" y="19800"/>
                  </a:lnTo>
                  <a:lnTo>
                    <a:pt x="645" y="19275"/>
                  </a:lnTo>
                  <a:lnTo>
                    <a:pt x="68" y="19800"/>
                  </a:lnTo>
                  <a:lnTo>
                    <a:pt x="0" y="20325"/>
                  </a:lnTo>
                  <a:lnTo>
                    <a:pt x="0" y="20700"/>
                  </a:lnTo>
                  <a:lnTo>
                    <a:pt x="153" y="21075"/>
                  </a:lnTo>
                  <a:lnTo>
                    <a:pt x="238" y="21412"/>
                  </a:lnTo>
                  <a:lnTo>
                    <a:pt x="407" y="21600"/>
                  </a:lnTo>
                  <a:lnTo>
                    <a:pt x="645" y="21600"/>
                  </a:lnTo>
                  <a:lnTo>
                    <a:pt x="814" y="21412"/>
                  </a:lnTo>
                  <a:lnTo>
                    <a:pt x="967" y="21075"/>
                  </a:lnTo>
                  <a:lnTo>
                    <a:pt x="407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39" name="Freeform 55">
              <a:extLst>
                <a:ext uri="{FF2B5EF4-FFF2-40B4-BE49-F238E27FC236}">
                  <a16:creationId xmlns:a16="http://schemas.microsoft.com/office/drawing/2014/main" id="{37FBBD7C-5912-4AD9-9E2E-146A55FF4BEA}"/>
                </a:ext>
              </a:extLst>
            </p:cNvPr>
            <p:cNvSpPr/>
            <p:nvPr/>
          </p:nvSpPr>
          <p:spPr>
            <a:xfrm>
              <a:off x="-2" y="46543"/>
              <a:ext cx="163727" cy="3112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908" y="0"/>
                  </a:moveTo>
                  <a:lnTo>
                    <a:pt x="7410" y="803"/>
                  </a:lnTo>
                  <a:lnTo>
                    <a:pt x="6070" y="1531"/>
                  </a:lnTo>
                  <a:lnTo>
                    <a:pt x="4927" y="2334"/>
                  </a:lnTo>
                  <a:lnTo>
                    <a:pt x="3784" y="3043"/>
                  </a:lnTo>
                  <a:lnTo>
                    <a:pt x="2838" y="3846"/>
                  </a:lnTo>
                  <a:lnTo>
                    <a:pt x="2089" y="4742"/>
                  </a:lnTo>
                  <a:lnTo>
                    <a:pt x="1537" y="5563"/>
                  </a:lnTo>
                  <a:lnTo>
                    <a:pt x="946" y="6366"/>
                  </a:lnTo>
                  <a:lnTo>
                    <a:pt x="591" y="7169"/>
                  </a:lnTo>
                  <a:lnTo>
                    <a:pt x="394" y="7972"/>
                  </a:lnTo>
                  <a:lnTo>
                    <a:pt x="197" y="8868"/>
                  </a:lnTo>
                  <a:lnTo>
                    <a:pt x="0" y="9689"/>
                  </a:lnTo>
                  <a:lnTo>
                    <a:pt x="394" y="11295"/>
                  </a:lnTo>
                  <a:lnTo>
                    <a:pt x="749" y="12097"/>
                  </a:lnTo>
                  <a:lnTo>
                    <a:pt x="1143" y="12900"/>
                  </a:lnTo>
                  <a:lnTo>
                    <a:pt x="1537" y="13628"/>
                  </a:lnTo>
                  <a:lnTo>
                    <a:pt x="2286" y="14431"/>
                  </a:lnTo>
                  <a:lnTo>
                    <a:pt x="3035" y="15141"/>
                  </a:lnTo>
                  <a:lnTo>
                    <a:pt x="3784" y="15869"/>
                  </a:lnTo>
                  <a:lnTo>
                    <a:pt x="4730" y="16485"/>
                  </a:lnTo>
                  <a:lnTo>
                    <a:pt x="7016" y="17754"/>
                  </a:lnTo>
                  <a:lnTo>
                    <a:pt x="8159" y="18370"/>
                  </a:lnTo>
                  <a:lnTo>
                    <a:pt x="9460" y="18912"/>
                  </a:lnTo>
                  <a:lnTo>
                    <a:pt x="10800" y="19453"/>
                  </a:lnTo>
                  <a:lnTo>
                    <a:pt x="12337" y="19901"/>
                  </a:lnTo>
                  <a:lnTo>
                    <a:pt x="14032" y="20349"/>
                  </a:lnTo>
                  <a:lnTo>
                    <a:pt x="15530" y="20704"/>
                  </a:lnTo>
                  <a:lnTo>
                    <a:pt x="17422" y="21059"/>
                  </a:lnTo>
                  <a:lnTo>
                    <a:pt x="19117" y="21339"/>
                  </a:lnTo>
                  <a:lnTo>
                    <a:pt x="21048" y="21600"/>
                  </a:lnTo>
                  <a:lnTo>
                    <a:pt x="21600" y="20443"/>
                  </a:lnTo>
                  <a:lnTo>
                    <a:pt x="19905" y="20256"/>
                  </a:lnTo>
                  <a:lnTo>
                    <a:pt x="18171" y="19994"/>
                  </a:lnTo>
                  <a:lnTo>
                    <a:pt x="16476" y="19714"/>
                  </a:lnTo>
                  <a:lnTo>
                    <a:pt x="14978" y="19360"/>
                  </a:lnTo>
                  <a:lnTo>
                    <a:pt x="13638" y="18912"/>
                  </a:lnTo>
                  <a:lnTo>
                    <a:pt x="12337" y="18464"/>
                  </a:lnTo>
                  <a:lnTo>
                    <a:pt x="10997" y="18016"/>
                  </a:lnTo>
                  <a:lnTo>
                    <a:pt x="9854" y="17568"/>
                  </a:lnTo>
                  <a:lnTo>
                    <a:pt x="8711" y="17026"/>
                  </a:lnTo>
                  <a:lnTo>
                    <a:pt x="7568" y="16410"/>
                  </a:lnTo>
                  <a:lnTo>
                    <a:pt x="6622" y="15869"/>
                  </a:lnTo>
                  <a:lnTo>
                    <a:pt x="5873" y="15234"/>
                  </a:lnTo>
                  <a:lnTo>
                    <a:pt x="5124" y="14618"/>
                  </a:lnTo>
                  <a:lnTo>
                    <a:pt x="4375" y="13983"/>
                  </a:lnTo>
                  <a:lnTo>
                    <a:pt x="3784" y="13274"/>
                  </a:lnTo>
                  <a:lnTo>
                    <a:pt x="3429" y="12546"/>
                  </a:lnTo>
                  <a:lnTo>
                    <a:pt x="3035" y="11836"/>
                  </a:lnTo>
                  <a:lnTo>
                    <a:pt x="2641" y="11108"/>
                  </a:lnTo>
                  <a:lnTo>
                    <a:pt x="2483" y="10399"/>
                  </a:lnTo>
                  <a:lnTo>
                    <a:pt x="2483" y="8868"/>
                  </a:lnTo>
                  <a:lnTo>
                    <a:pt x="2641" y="8158"/>
                  </a:lnTo>
                  <a:lnTo>
                    <a:pt x="2838" y="7430"/>
                  </a:lnTo>
                  <a:lnTo>
                    <a:pt x="3232" y="6627"/>
                  </a:lnTo>
                  <a:lnTo>
                    <a:pt x="3784" y="5918"/>
                  </a:lnTo>
                  <a:lnTo>
                    <a:pt x="4375" y="5115"/>
                  </a:lnTo>
                  <a:lnTo>
                    <a:pt x="5124" y="4387"/>
                  </a:lnTo>
                  <a:lnTo>
                    <a:pt x="5873" y="3678"/>
                  </a:lnTo>
                  <a:lnTo>
                    <a:pt x="6819" y="2950"/>
                  </a:lnTo>
                  <a:lnTo>
                    <a:pt x="9105" y="1531"/>
                  </a:lnTo>
                  <a:lnTo>
                    <a:pt x="10406" y="803"/>
                  </a:lnTo>
                  <a:lnTo>
                    <a:pt x="8908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40" name="Freeform 56">
              <a:extLst>
                <a:ext uri="{FF2B5EF4-FFF2-40B4-BE49-F238E27FC236}">
                  <a16:creationId xmlns:a16="http://schemas.microsoft.com/office/drawing/2014/main" id="{22F8FD09-1CF5-396F-ED1B-4131EE6B1395}"/>
                </a:ext>
              </a:extLst>
            </p:cNvPr>
            <p:cNvSpPr/>
            <p:nvPr/>
          </p:nvSpPr>
          <p:spPr>
            <a:xfrm>
              <a:off x="67520" y="-1"/>
              <a:ext cx="538377" cy="581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80" y="4800"/>
                  </a:moveTo>
                  <a:lnTo>
                    <a:pt x="21025" y="1000"/>
                  </a:lnTo>
                  <a:lnTo>
                    <a:pt x="20557" y="2900"/>
                  </a:lnTo>
                  <a:lnTo>
                    <a:pt x="20102" y="4800"/>
                  </a:lnTo>
                  <a:lnTo>
                    <a:pt x="19634" y="6300"/>
                  </a:lnTo>
                  <a:lnTo>
                    <a:pt x="19059" y="7200"/>
                  </a:lnTo>
                  <a:lnTo>
                    <a:pt x="18483" y="8200"/>
                  </a:lnTo>
                  <a:lnTo>
                    <a:pt x="17908" y="8700"/>
                  </a:lnTo>
                  <a:lnTo>
                    <a:pt x="16649" y="8700"/>
                  </a:lnTo>
                  <a:lnTo>
                    <a:pt x="15259" y="8200"/>
                  </a:lnTo>
                  <a:lnTo>
                    <a:pt x="13761" y="6700"/>
                  </a:lnTo>
                  <a:lnTo>
                    <a:pt x="12322" y="5300"/>
                  </a:lnTo>
                  <a:lnTo>
                    <a:pt x="10776" y="3900"/>
                  </a:lnTo>
                  <a:lnTo>
                    <a:pt x="9278" y="1900"/>
                  </a:lnTo>
                  <a:lnTo>
                    <a:pt x="7719" y="1000"/>
                  </a:lnTo>
                  <a:lnTo>
                    <a:pt x="6221" y="500"/>
                  </a:lnTo>
                  <a:lnTo>
                    <a:pt x="4843" y="1000"/>
                  </a:lnTo>
                  <a:lnTo>
                    <a:pt x="4147" y="1500"/>
                  </a:lnTo>
                  <a:lnTo>
                    <a:pt x="3452" y="2400"/>
                  </a:lnTo>
                  <a:lnTo>
                    <a:pt x="2817" y="3900"/>
                  </a:lnTo>
                  <a:lnTo>
                    <a:pt x="2194" y="5800"/>
                  </a:lnTo>
                  <a:lnTo>
                    <a:pt x="1558" y="7700"/>
                  </a:lnTo>
                  <a:lnTo>
                    <a:pt x="983" y="10600"/>
                  </a:lnTo>
                  <a:lnTo>
                    <a:pt x="455" y="13500"/>
                  </a:lnTo>
                  <a:lnTo>
                    <a:pt x="0" y="17300"/>
                  </a:lnTo>
                  <a:lnTo>
                    <a:pt x="455" y="21600"/>
                  </a:lnTo>
                  <a:lnTo>
                    <a:pt x="923" y="18300"/>
                  </a:lnTo>
                  <a:lnTo>
                    <a:pt x="1378" y="15400"/>
                  </a:lnTo>
                  <a:lnTo>
                    <a:pt x="1906" y="13000"/>
                  </a:lnTo>
                  <a:lnTo>
                    <a:pt x="2421" y="11100"/>
                  </a:lnTo>
                  <a:lnTo>
                    <a:pt x="2997" y="9600"/>
                  </a:lnTo>
                  <a:lnTo>
                    <a:pt x="3572" y="8200"/>
                  </a:lnTo>
                  <a:lnTo>
                    <a:pt x="4207" y="7700"/>
                  </a:lnTo>
                  <a:lnTo>
                    <a:pt x="4843" y="6700"/>
                  </a:lnTo>
                  <a:lnTo>
                    <a:pt x="6221" y="6300"/>
                  </a:lnTo>
                  <a:lnTo>
                    <a:pt x="7659" y="6700"/>
                  </a:lnTo>
                  <a:lnTo>
                    <a:pt x="9158" y="8200"/>
                  </a:lnTo>
                  <a:lnTo>
                    <a:pt x="10716" y="9600"/>
                  </a:lnTo>
                  <a:lnTo>
                    <a:pt x="12214" y="11100"/>
                  </a:lnTo>
                  <a:lnTo>
                    <a:pt x="13713" y="13000"/>
                  </a:lnTo>
                  <a:lnTo>
                    <a:pt x="15199" y="13900"/>
                  </a:lnTo>
                  <a:lnTo>
                    <a:pt x="16590" y="14900"/>
                  </a:lnTo>
                  <a:lnTo>
                    <a:pt x="17273" y="14900"/>
                  </a:lnTo>
                  <a:lnTo>
                    <a:pt x="17968" y="14400"/>
                  </a:lnTo>
                  <a:lnTo>
                    <a:pt x="18603" y="13900"/>
                  </a:lnTo>
                  <a:lnTo>
                    <a:pt x="19239" y="13000"/>
                  </a:lnTo>
                  <a:lnTo>
                    <a:pt x="19814" y="12000"/>
                  </a:lnTo>
                  <a:lnTo>
                    <a:pt x="20389" y="10100"/>
                  </a:lnTo>
                  <a:lnTo>
                    <a:pt x="20905" y="8200"/>
                  </a:lnTo>
                  <a:lnTo>
                    <a:pt x="21420" y="5800"/>
                  </a:lnTo>
                  <a:lnTo>
                    <a:pt x="20905" y="1500"/>
                  </a:lnTo>
                  <a:lnTo>
                    <a:pt x="21420" y="5800"/>
                  </a:lnTo>
                  <a:lnTo>
                    <a:pt x="21540" y="4800"/>
                  </a:lnTo>
                  <a:lnTo>
                    <a:pt x="21600" y="3900"/>
                  </a:lnTo>
                  <a:lnTo>
                    <a:pt x="21540" y="2400"/>
                  </a:lnTo>
                  <a:lnTo>
                    <a:pt x="21480" y="1500"/>
                  </a:lnTo>
                  <a:lnTo>
                    <a:pt x="21420" y="1000"/>
                  </a:lnTo>
                  <a:lnTo>
                    <a:pt x="21312" y="500"/>
                  </a:lnTo>
                  <a:lnTo>
                    <a:pt x="21133" y="0"/>
                  </a:lnTo>
                  <a:lnTo>
                    <a:pt x="21025" y="1000"/>
                  </a:lnTo>
                  <a:lnTo>
                    <a:pt x="21480" y="48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41" name="Freeform 57">
              <a:extLst>
                <a:ext uri="{FF2B5EF4-FFF2-40B4-BE49-F238E27FC236}">
                  <a16:creationId xmlns:a16="http://schemas.microsoft.com/office/drawing/2014/main" id="{207FE6D3-A7B3-0091-D43C-DBBBB5DCA4B0}"/>
                </a:ext>
              </a:extLst>
            </p:cNvPr>
            <p:cNvSpPr/>
            <p:nvPr/>
          </p:nvSpPr>
          <p:spPr>
            <a:xfrm>
              <a:off x="367479" y="4037"/>
              <a:ext cx="235431" cy="1108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9" y="18612"/>
                  </a:moveTo>
                  <a:lnTo>
                    <a:pt x="932" y="21600"/>
                  </a:lnTo>
                  <a:lnTo>
                    <a:pt x="2906" y="20866"/>
                  </a:lnTo>
                  <a:lnTo>
                    <a:pt x="5153" y="20132"/>
                  </a:lnTo>
                  <a:lnTo>
                    <a:pt x="7648" y="19083"/>
                  </a:lnTo>
                  <a:lnTo>
                    <a:pt x="10416" y="17825"/>
                  </a:lnTo>
                  <a:lnTo>
                    <a:pt x="11869" y="16829"/>
                  </a:lnTo>
                  <a:lnTo>
                    <a:pt x="13294" y="15571"/>
                  </a:lnTo>
                  <a:lnTo>
                    <a:pt x="14747" y="14050"/>
                  </a:lnTo>
                  <a:lnTo>
                    <a:pt x="16200" y="12320"/>
                  </a:lnTo>
                  <a:lnTo>
                    <a:pt x="17516" y="10276"/>
                  </a:lnTo>
                  <a:lnTo>
                    <a:pt x="18969" y="7759"/>
                  </a:lnTo>
                  <a:lnTo>
                    <a:pt x="20284" y="5033"/>
                  </a:lnTo>
                  <a:lnTo>
                    <a:pt x="21600" y="1730"/>
                  </a:lnTo>
                  <a:lnTo>
                    <a:pt x="20284" y="0"/>
                  </a:lnTo>
                  <a:lnTo>
                    <a:pt x="19106" y="2988"/>
                  </a:lnTo>
                  <a:lnTo>
                    <a:pt x="17790" y="5767"/>
                  </a:lnTo>
                  <a:lnTo>
                    <a:pt x="16474" y="8021"/>
                  </a:lnTo>
                  <a:lnTo>
                    <a:pt x="15295" y="9804"/>
                  </a:lnTo>
                  <a:lnTo>
                    <a:pt x="13843" y="11534"/>
                  </a:lnTo>
                  <a:lnTo>
                    <a:pt x="12527" y="12792"/>
                  </a:lnTo>
                  <a:lnTo>
                    <a:pt x="11211" y="13841"/>
                  </a:lnTo>
                  <a:lnTo>
                    <a:pt x="9895" y="14837"/>
                  </a:lnTo>
                  <a:lnTo>
                    <a:pt x="7237" y="16095"/>
                  </a:lnTo>
                  <a:lnTo>
                    <a:pt x="4879" y="17091"/>
                  </a:lnTo>
                  <a:lnTo>
                    <a:pt x="2494" y="17825"/>
                  </a:lnTo>
                  <a:lnTo>
                    <a:pt x="521" y="18612"/>
                  </a:lnTo>
                  <a:lnTo>
                    <a:pt x="521" y="21600"/>
                  </a:lnTo>
                  <a:lnTo>
                    <a:pt x="521" y="18612"/>
                  </a:lnTo>
                  <a:lnTo>
                    <a:pt x="274" y="18874"/>
                  </a:lnTo>
                  <a:lnTo>
                    <a:pt x="0" y="19346"/>
                  </a:lnTo>
                  <a:lnTo>
                    <a:pt x="0" y="20604"/>
                  </a:lnTo>
                  <a:lnTo>
                    <a:pt x="137" y="21128"/>
                  </a:lnTo>
                  <a:lnTo>
                    <a:pt x="274" y="21390"/>
                  </a:lnTo>
                  <a:lnTo>
                    <a:pt x="658" y="21600"/>
                  </a:lnTo>
                  <a:lnTo>
                    <a:pt x="932" y="21600"/>
                  </a:lnTo>
                  <a:lnTo>
                    <a:pt x="1069" y="1861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42" name="Freeform 58">
              <a:extLst>
                <a:ext uri="{FF2B5EF4-FFF2-40B4-BE49-F238E27FC236}">
                  <a16:creationId xmlns:a16="http://schemas.microsoft.com/office/drawing/2014/main" id="{72A476CD-A8AC-C0BE-DB85-66BE539B6EF8}"/>
                </a:ext>
              </a:extLst>
            </p:cNvPr>
            <p:cNvSpPr/>
            <p:nvPr/>
          </p:nvSpPr>
          <p:spPr>
            <a:xfrm>
              <a:off x="373156" y="99541"/>
              <a:ext cx="204058" cy="295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42" y="9425"/>
                  </a:moveTo>
                  <a:lnTo>
                    <a:pt x="20525" y="0"/>
                  </a:lnTo>
                  <a:lnTo>
                    <a:pt x="17172" y="3731"/>
                  </a:lnTo>
                  <a:lnTo>
                    <a:pt x="14453" y="6480"/>
                  </a:lnTo>
                  <a:lnTo>
                    <a:pt x="12018" y="9425"/>
                  </a:lnTo>
                  <a:lnTo>
                    <a:pt x="10057" y="10407"/>
                  </a:lnTo>
                  <a:lnTo>
                    <a:pt x="7906" y="10407"/>
                  </a:lnTo>
                  <a:lnTo>
                    <a:pt x="5787" y="8444"/>
                  </a:lnTo>
                  <a:lnTo>
                    <a:pt x="3352" y="5695"/>
                  </a:lnTo>
                  <a:lnTo>
                    <a:pt x="633" y="0"/>
                  </a:lnTo>
                  <a:lnTo>
                    <a:pt x="0" y="11193"/>
                  </a:lnTo>
                  <a:lnTo>
                    <a:pt x="2910" y="16887"/>
                  </a:lnTo>
                  <a:lnTo>
                    <a:pt x="5471" y="19833"/>
                  </a:lnTo>
                  <a:lnTo>
                    <a:pt x="7748" y="21600"/>
                  </a:lnTo>
                  <a:lnTo>
                    <a:pt x="10057" y="21600"/>
                  </a:lnTo>
                  <a:lnTo>
                    <a:pt x="12334" y="20618"/>
                  </a:lnTo>
                  <a:lnTo>
                    <a:pt x="14737" y="18851"/>
                  </a:lnTo>
                  <a:lnTo>
                    <a:pt x="17489" y="15120"/>
                  </a:lnTo>
                  <a:lnTo>
                    <a:pt x="20841" y="11193"/>
                  </a:lnTo>
                  <a:lnTo>
                    <a:pt x="19924" y="1767"/>
                  </a:lnTo>
                  <a:lnTo>
                    <a:pt x="20841" y="11193"/>
                  </a:lnTo>
                  <a:lnTo>
                    <a:pt x="21284" y="10407"/>
                  </a:lnTo>
                  <a:lnTo>
                    <a:pt x="21600" y="8444"/>
                  </a:lnTo>
                  <a:lnTo>
                    <a:pt x="21600" y="2749"/>
                  </a:lnTo>
                  <a:lnTo>
                    <a:pt x="21284" y="982"/>
                  </a:lnTo>
                  <a:lnTo>
                    <a:pt x="20967" y="0"/>
                  </a:lnTo>
                  <a:lnTo>
                    <a:pt x="20525" y="0"/>
                  </a:lnTo>
                  <a:lnTo>
                    <a:pt x="21442" y="942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43" name="Freeform 59">
              <a:extLst>
                <a:ext uri="{FF2B5EF4-FFF2-40B4-BE49-F238E27FC236}">
                  <a16:creationId xmlns:a16="http://schemas.microsoft.com/office/drawing/2014/main" id="{EEA2000D-ED94-2EC2-7B3A-98478BCBCCEC}"/>
                </a:ext>
              </a:extLst>
            </p:cNvPr>
            <p:cNvSpPr/>
            <p:nvPr/>
          </p:nvSpPr>
          <p:spPr>
            <a:xfrm>
              <a:off x="336109" y="101963"/>
              <a:ext cx="239612" cy="1035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58" y="18346"/>
                  </a:moveTo>
                  <a:lnTo>
                    <a:pt x="889" y="21600"/>
                  </a:lnTo>
                  <a:lnTo>
                    <a:pt x="3878" y="21319"/>
                  </a:lnTo>
                  <a:lnTo>
                    <a:pt x="6706" y="20758"/>
                  </a:lnTo>
                  <a:lnTo>
                    <a:pt x="7999" y="20254"/>
                  </a:lnTo>
                  <a:lnTo>
                    <a:pt x="9426" y="19692"/>
                  </a:lnTo>
                  <a:lnTo>
                    <a:pt x="10719" y="18907"/>
                  </a:lnTo>
                  <a:lnTo>
                    <a:pt x="12012" y="18065"/>
                  </a:lnTo>
                  <a:lnTo>
                    <a:pt x="13197" y="16999"/>
                  </a:lnTo>
                  <a:lnTo>
                    <a:pt x="14490" y="15653"/>
                  </a:lnTo>
                  <a:lnTo>
                    <a:pt x="15648" y="14026"/>
                  </a:lnTo>
                  <a:lnTo>
                    <a:pt x="16941" y="12175"/>
                  </a:lnTo>
                  <a:lnTo>
                    <a:pt x="18099" y="10267"/>
                  </a:lnTo>
                  <a:lnTo>
                    <a:pt x="19257" y="7855"/>
                  </a:lnTo>
                  <a:lnTo>
                    <a:pt x="20442" y="5162"/>
                  </a:lnTo>
                  <a:lnTo>
                    <a:pt x="21600" y="2188"/>
                  </a:lnTo>
                  <a:lnTo>
                    <a:pt x="20307" y="0"/>
                  </a:lnTo>
                  <a:lnTo>
                    <a:pt x="19257" y="2974"/>
                  </a:lnTo>
                  <a:lnTo>
                    <a:pt x="18099" y="5386"/>
                  </a:lnTo>
                  <a:lnTo>
                    <a:pt x="17075" y="7574"/>
                  </a:lnTo>
                  <a:lnTo>
                    <a:pt x="15890" y="9425"/>
                  </a:lnTo>
                  <a:lnTo>
                    <a:pt x="14867" y="11333"/>
                  </a:lnTo>
                  <a:lnTo>
                    <a:pt x="13709" y="12679"/>
                  </a:lnTo>
                  <a:lnTo>
                    <a:pt x="12551" y="13745"/>
                  </a:lnTo>
                  <a:lnTo>
                    <a:pt x="11366" y="14868"/>
                  </a:lnTo>
                  <a:lnTo>
                    <a:pt x="9049" y="16438"/>
                  </a:lnTo>
                  <a:lnTo>
                    <a:pt x="7757" y="16999"/>
                  </a:lnTo>
                  <a:lnTo>
                    <a:pt x="6464" y="17280"/>
                  </a:lnTo>
                  <a:lnTo>
                    <a:pt x="3744" y="17785"/>
                  </a:lnTo>
                  <a:lnTo>
                    <a:pt x="754" y="18346"/>
                  </a:lnTo>
                  <a:lnTo>
                    <a:pt x="512" y="21600"/>
                  </a:lnTo>
                  <a:lnTo>
                    <a:pt x="754" y="18346"/>
                  </a:lnTo>
                  <a:lnTo>
                    <a:pt x="512" y="18346"/>
                  </a:lnTo>
                  <a:lnTo>
                    <a:pt x="242" y="18907"/>
                  </a:lnTo>
                  <a:lnTo>
                    <a:pt x="108" y="19412"/>
                  </a:lnTo>
                  <a:lnTo>
                    <a:pt x="0" y="19973"/>
                  </a:lnTo>
                  <a:lnTo>
                    <a:pt x="108" y="20478"/>
                  </a:lnTo>
                  <a:lnTo>
                    <a:pt x="242" y="21039"/>
                  </a:lnTo>
                  <a:lnTo>
                    <a:pt x="512" y="21600"/>
                  </a:lnTo>
                  <a:lnTo>
                    <a:pt x="889" y="21600"/>
                  </a:lnTo>
                  <a:lnTo>
                    <a:pt x="1158" y="1834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44" name="Freeform 60">
              <a:extLst>
                <a:ext uri="{FF2B5EF4-FFF2-40B4-BE49-F238E27FC236}">
                  <a16:creationId xmlns:a16="http://schemas.microsoft.com/office/drawing/2014/main" id="{81571730-ADBA-9443-2C40-5D8580121F2B}"/>
                </a:ext>
              </a:extLst>
            </p:cNvPr>
            <p:cNvSpPr/>
            <p:nvPr/>
          </p:nvSpPr>
          <p:spPr>
            <a:xfrm>
              <a:off x="341786" y="189934"/>
              <a:ext cx="193602" cy="33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300" y="15725"/>
                  </a:moveTo>
                  <a:lnTo>
                    <a:pt x="20500" y="6566"/>
                  </a:lnTo>
                  <a:lnTo>
                    <a:pt x="17433" y="9158"/>
                  </a:lnTo>
                  <a:lnTo>
                    <a:pt x="14733" y="10714"/>
                  </a:lnTo>
                  <a:lnTo>
                    <a:pt x="12167" y="11578"/>
                  </a:lnTo>
                  <a:lnTo>
                    <a:pt x="9600" y="10714"/>
                  </a:lnTo>
                  <a:lnTo>
                    <a:pt x="7367" y="10022"/>
                  </a:lnTo>
                  <a:lnTo>
                    <a:pt x="5100" y="7430"/>
                  </a:lnTo>
                  <a:lnTo>
                    <a:pt x="2867" y="5011"/>
                  </a:lnTo>
                  <a:lnTo>
                    <a:pt x="800" y="0"/>
                  </a:lnTo>
                  <a:lnTo>
                    <a:pt x="0" y="10022"/>
                  </a:lnTo>
                  <a:lnTo>
                    <a:pt x="2233" y="14170"/>
                  </a:lnTo>
                  <a:lnTo>
                    <a:pt x="4633" y="18317"/>
                  </a:lnTo>
                  <a:lnTo>
                    <a:pt x="7033" y="19872"/>
                  </a:lnTo>
                  <a:lnTo>
                    <a:pt x="9600" y="21600"/>
                  </a:lnTo>
                  <a:lnTo>
                    <a:pt x="12167" y="21600"/>
                  </a:lnTo>
                  <a:lnTo>
                    <a:pt x="14900" y="20736"/>
                  </a:lnTo>
                  <a:lnTo>
                    <a:pt x="17767" y="19008"/>
                  </a:lnTo>
                  <a:lnTo>
                    <a:pt x="20800" y="17453"/>
                  </a:lnTo>
                  <a:lnTo>
                    <a:pt x="19867" y="8294"/>
                  </a:lnTo>
                  <a:lnTo>
                    <a:pt x="20800" y="17453"/>
                  </a:lnTo>
                  <a:lnTo>
                    <a:pt x="21133" y="16589"/>
                  </a:lnTo>
                  <a:lnTo>
                    <a:pt x="21467" y="14861"/>
                  </a:lnTo>
                  <a:lnTo>
                    <a:pt x="21600" y="13306"/>
                  </a:lnTo>
                  <a:lnTo>
                    <a:pt x="21600" y="10714"/>
                  </a:lnTo>
                  <a:lnTo>
                    <a:pt x="21467" y="9158"/>
                  </a:lnTo>
                  <a:lnTo>
                    <a:pt x="21133" y="7430"/>
                  </a:lnTo>
                  <a:lnTo>
                    <a:pt x="20800" y="6566"/>
                  </a:lnTo>
                  <a:lnTo>
                    <a:pt x="20500" y="6566"/>
                  </a:lnTo>
                  <a:lnTo>
                    <a:pt x="21300" y="1572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546" name="Прямая соединительная линия 3098">
            <a:extLst>
              <a:ext uri="{FF2B5EF4-FFF2-40B4-BE49-F238E27FC236}">
                <a16:creationId xmlns:a16="http://schemas.microsoft.com/office/drawing/2014/main" id="{B796646A-F2B1-8C1C-E30D-D7C1F97CD6C3}"/>
              </a:ext>
            </a:extLst>
          </p:cNvPr>
          <p:cNvSpPr/>
          <p:nvPr/>
        </p:nvSpPr>
        <p:spPr>
          <a:xfrm>
            <a:off x="2055324" y="732470"/>
            <a:ext cx="9141764" cy="4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547" name="Разработка северной части веб-сервиса">
            <a:extLst>
              <a:ext uri="{FF2B5EF4-FFF2-40B4-BE49-F238E27FC236}">
                <a16:creationId xmlns:a16="http://schemas.microsoft.com/office/drawing/2014/main" id="{30358C5C-C959-F280-FCA0-8ACF32326330}"/>
              </a:ext>
            </a:extLst>
          </p:cNvPr>
          <p:cNvSpPr txBox="1"/>
          <p:nvPr/>
        </p:nvSpPr>
        <p:spPr>
          <a:xfrm>
            <a:off x="365689" y="911062"/>
            <a:ext cx="6441824" cy="584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ru-RU" sz="3200" b="1" noProof="0" dirty="0">
                <a:latin typeface="Aptos (Основной текст)"/>
                <a:ea typeface="+mj-ea"/>
              </a:rPr>
              <a:t>Интеграция внешних сервисов 2</a:t>
            </a:r>
            <a:endParaRPr lang="ru-RU" sz="3200" b="1" dirty="0">
              <a:latin typeface="Aptos (Основной текст)"/>
              <a:ea typeface="+mj-ea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CB0BBB1-A772-4205-1159-FAFF19EBEE9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095181" y="6414762"/>
            <a:ext cx="258620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888888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fld id="{86CB4B4D-7CA3-9044-876B-883B54F8677D}" type="slidenum">
              <a:rPr lang="ru-RU" smtClean="0"/>
              <a:pPr/>
              <a:t>11</a:t>
            </a:fld>
            <a:endParaRPr lang="ru-RU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3C9C86F-412D-9F15-B30F-16888D1E07BF}"/>
              </a:ext>
            </a:extLst>
          </p:cNvPr>
          <p:cNvSpPr txBox="1"/>
          <p:nvPr/>
        </p:nvSpPr>
        <p:spPr>
          <a:xfrm>
            <a:off x="365689" y="1674421"/>
            <a:ext cx="111779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Для режима теплообмена реализовано взаимодействие с внутренним Python веб-сервером через открытое REST API. Конфигурация подключения вынесена в настройки приложения, что позволяет централизованно управлять адресом сервера, упрощает развертывание и обеспечивает удобный доступ к актуальным данным по теплообмену в печи для сторонних приложений.</a:t>
            </a:r>
          </a:p>
        </p:txBody>
      </p:sp>
      <p:pic>
        <p:nvPicPr>
          <p:cNvPr id="4" name="Рисунок 3" descr="Изображение выглядит как текст, снимок экрана, программное обеспечение, Операционная систе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B305715-158A-A2BD-1762-07A3B49C1C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6206" y="3584670"/>
            <a:ext cx="5514477" cy="319781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6A9258F-8F64-4DA1-E6D7-1F126B20D6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0695" y="2874750"/>
            <a:ext cx="9207973" cy="641383"/>
          </a:xfrm>
          <a:prstGeom prst="rect">
            <a:avLst/>
          </a:prstGeom>
        </p:spPr>
      </p:pic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7B342E52-6C6E-3046-5108-FF6639F971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306" y="3685913"/>
            <a:ext cx="5325035" cy="2995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1269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3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7" y="12115"/>
            <a:ext cx="2034240" cy="68893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601" name="Group 13"/>
          <p:cNvGrpSpPr/>
          <p:nvPr/>
        </p:nvGrpSpPr>
        <p:grpSpPr>
          <a:xfrm>
            <a:off x="11407140" y="93998"/>
            <a:ext cx="605898" cy="638143"/>
            <a:chOff x="-1" y="0"/>
            <a:chExt cx="605897" cy="638142"/>
          </a:xfrm>
        </p:grpSpPr>
        <p:sp>
          <p:nvSpPr>
            <p:cNvPr id="554" name="Freeform 14"/>
            <p:cNvSpPr/>
            <p:nvPr/>
          </p:nvSpPr>
          <p:spPr>
            <a:xfrm>
              <a:off x="87537" y="343551"/>
              <a:ext cx="182249" cy="2453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4784"/>
                  </a:moveTo>
                  <a:lnTo>
                    <a:pt x="21600" y="0"/>
                  </a:lnTo>
                  <a:lnTo>
                    <a:pt x="21600" y="5116"/>
                  </a:lnTo>
                  <a:lnTo>
                    <a:pt x="14483" y="6703"/>
                  </a:lnTo>
                  <a:lnTo>
                    <a:pt x="14660" y="20250"/>
                  </a:lnTo>
                  <a:lnTo>
                    <a:pt x="6976" y="21600"/>
                  </a:lnTo>
                  <a:lnTo>
                    <a:pt x="6976" y="8408"/>
                  </a:lnTo>
                  <a:lnTo>
                    <a:pt x="0" y="10018"/>
                  </a:lnTo>
                  <a:lnTo>
                    <a:pt x="0" y="4784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55" name="Freeform 15"/>
            <p:cNvSpPr/>
            <p:nvPr/>
          </p:nvSpPr>
          <p:spPr>
            <a:xfrm>
              <a:off x="84848" y="335750"/>
              <a:ext cx="193602" cy="699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409"/>
                  </a:moveTo>
                  <a:lnTo>
                    <a:pt x="20333" y="0"/>
                  </a:lnTo>
                  <a:lnTo>
                    <a:pt x="0" y="16782"/>
                  </a:lnTo>
                  <a:lnTo>
                    <a:pt x="633" y="21600"/>
                  </a:lnTo>
                  <a:lnTo>
                    <a:pt x="20967" y="4818"/>
                  </a:lnTo>
                  <a:lnTo>
                    <a:pt x="19700" y="2409"/>
                  </a:lnTo>
                  <a:lnTo>
                    <a:pt x="20967" y="4818"/>
                  </a:lnTo>
                  <a:lnTo>
                    <a:pt x="21300" y="4403"/>
                  </a:lnTo>
                  <a:lnTo>
                    <a:pt x="21600" y="3655"/>
                  </a:lnTo>
                  <a:lnTo>
                    <a:pt x="21600" y="1662"/>
                  </a:lnTo>
                  <a:lnTo>
                    <a:pt x="21467" y="831"/>
                  </a:lnTo>
                  <a:lnTo>
                    <a:pt x="20800" y="0"/>
                  </a:lnTo>
                  <a:lnTo>
                    <a:pt x="20333" y="0"/>
                  </a:lnTo>
                  <a:lnTo>
                    <a:pt x="21600" y="240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56" name="Freeform 16"/>
            <p:cNvSpPr/>
            <p:nvPr/>
          </p:nvSpPr>
          <p:spPr>
            <a:xfrm>
              <a:off x="261417" y="343551"/>
              <a:ext cx="17033" cy="67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400" y="21168"/>
                  </a:moveTo>
                  <a:lnTo>
                    <a:pt x="21600" y="18662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8662"/>
                  </a:lnTo>
                  <a:lnTo>
                    <a:pt x="7200" y="16157"/>
                  </a:lnTo>
                  <a:lnTo>
                    <a:pt x="0" y="18662"/>
                  </a:lnTo>
                  <a:lnTo>
                    <a:pt x="0" y="19958"/>
                  </a:lnTo>
                  <a:lnTo>
                    <a:pt x="3411" y="20736"/>
                  </a:lnTo>
                  <a:lnTo>
                    <a:pt x="7200" y="21168"/>
                  </a:lnTo>
                  <a:lnTo>
                    <a:pt x="10611" y="21600"/>
                  </a:lnTo>
                  <a:lnTo>
                    <a:pt x="18189" y="20736"/>
                  </a:lnTo>
                  <a:lnTo>
                    <a:pt x="21600" y="19958"/>
                  </a:lnTo>
                  <a:lnTo>
                    <a:pt x="21600" y="18662"/>
                  </a:lnTo>
                  <a:lnTo>
                    <a:pt x="14400" y="2116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57" name="Freeform 17"/>
            <p:cNvSpPr/>
            <p:nvPr/>
          </p:nvSpPr>
          <p:spPr>
            <a:xfrm>
              <a:off x="201067" y="393859"/>
              <a:ext cx="71707" cy="33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220" y="16589"/>
                  </a:moveTo>
                  <a:lnTo>
                    <a:pt x="3420" y="21600"/>
                  </a:lnTo>
                  <a:lnTo>
                    <a:pt x="21600" y="10022"/>
                  </a:lnTo>
                  <a:lnTo>
                    <a:pt x="19890" y="0"/>
                  </a:lnTo>
                  <a:lnTo>
                    <a:pt x="1710" y="11750"/>
                  </a:lnTo>
                  <a:lnTo>
                    <a:pt x="0" y="16589"/>
                  </a:lnTo>
                  <a:lnTo>
                    <a:pt x="1710" y="11750"/>
                  </a:lnTo>
                  <a:lnTo>
                    <a:pt x="810" y="13306"/>
                  </a:lnTo>
                  <a:lnTo>
                    <a:pt x="0" y="15034"/>
                  </a:lnTo>
                  <a:lnTo>
                    <a:pt x="0" y="18317"/>
                  </a:lnTo>
                  <a:lnTo>
                    <a:pt x="450" y="20045"/>
                  </a:lnTo>
                  <a:lnTo>
                    <a:pt x="1260" y="21600"/>
                  </a:lnTo>
                  <a:lnTo>
                    <a:pt x="3420" y="21600"/>
                  </a:lnTo>
                  <a:lnTo>
                    <a:pt x="5220" y="165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58" name="Freeform 18"/>
            <p:cNvSpPr/>
            <p:nvPr/>
          </p:nvSpPr>
          <p:spPr>
            <a:xfrm>
              <a:off x="201067" y="419686"/>
              <a:ext cx="18527" cy="1616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981" y="21600"/>
                  </a:moveTo>
                  <a:lnTo>
                    <a:pt x="21600" y="20558"/>
                  </a:lnTo>
                  <a:lnTo>
                    <a:pt x="20206" y="0"/>
                  </a:lnTo>
                  <a:lnTo>
                    <a:pt x="0" y="0"/>
                  </a:lnTo>
                  <a:lnTo>
                    <a:pt x="1742" y="20558"/>
                  </a:lnTo>
                  <a:lnTo>
                    <a:pt x="8361" y="19515"/>
                  </a:lnTo>
                  <a:lnTo>
                    <a:pt x="1742" y="20558"/>
                  </a:lnTo>
                  <a:lnTo>
                    <a:pt x="1742" y="21061"/>
                  </a:lnTo>
                  <a:lnTo>
                    <a:pt x="4877" y="21420"/>
                  </a:lnTo>
                  <a:lnTo>
                    <a:pt x="8361" y="21600"/>
                  </a:lnTo>
                  <a:lnTo>
                    <a:pt x="14981" y="21600"/>
                  </a:lnTo>
                  <a:lnTo>
                    <a:pt x="18465" y="21420"/>
                  </a:lnTo>
                  <a:lnTo>
                    <a:pt x="21600" y="21061"/>
                  </a:lnTo>
                  <a:lnTo>
                    <a:pt x="21600" y="20558"/>
                  </a:lnTo>
                  <a:lnTo>
                    <a:pt x="14981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59" name="Freeform 19"/>
            <p:cNvSpPr/>
            <p:nvPr/>
          </p:nvSpPr>
          <p:spPr>
            <a:xfrm>
              <a:off x="136534" y="565767"/>
              <a:ext cx="77383" cy="322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5480"/>
                  </a:moveTo>
                  <a:lnTo>
                    <a:pt x="3169" y="20700"/>
                  </a:lnTo>
                  <a:lnTo>
                    <a:pt x="21600" y="10440"/>
                  </a:lnTo>
                  <a:lnTo>
                    <a:pt x="20015" y="0"/>
                  </a:lnTo>
                  <a:lnTo>
                    <a:pt x="2002" y="10440"/>
                  </a:lnTo>
                  <a:lnTo>
                    <a:pt x="5171" y="15480"/>
                  </a:lnTo>
                  <a:lnTo>
                    <a:pt x="2002" y="10440"/>
                  </a:lnTo>
                  <a:lnTo>
                    <a:pt x="751" y="12060"/>
                  </a:lnTo>
                  <a:lnTo>
                    <a:pt x="334" y="12960"/>
                  </a:lnTo>
                  <a:lnTo>
                    <a:pt x="0" y="15480"/>
                  </a:lnTo>
                  <a:lnTo>
                    <a:pt x="334" y="17280"/>
                  </a:lnTo>
                  <a:lnTo>
                    <a:pt x="334" y="19080"/>
                  </a:lnTo>
                  <a:lnTo>
                    <a:pt x="1168" y="20700"/>
                  </a:lnTo>
                  <a:lnTo>
                    <a:pt x="2002" y="21600"/>
                  </a:lnTo>
                  <a:lnTo>
                    <a:pt x="3169" y="20700"/>
                  </a:lnTo>
                  <a:lnTo>
                    <a:pt x="0" y="1548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60" name="Freeform 20"/>
            <p:cNvSpPr/>
            <p:nvPr/>
          </p:nvSpPr>
          <p:spPr>
            <a:xfrm>
              <a:off x="136534" y="431523"/>
              <a:ext cx="18527" cy="1573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39" y="2105"/>
                  </a:moveTo>
                  <a:lnTo>
                    <a:pt x="0" y="1034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034"/>
                  </a:lnTo>
                  <a:lnTo>
                    <a:pt x="8361" y="0"/>
                  </a:lnTo>
                  <a:lnTo>
                    <a:pt x="21600" y="1034"/>
                  </a:lnTo>
                  <a:lnTo>
                    <a:pt x="19858" y="517"/>
                  </a:lnTo>
                  <a:lnTo>
                    <a:pt x="18465" y="148"/>
                  </a:lnTo>
                  <a:lnTo>
                    <a:pt x="14981" y="0"/>
                  </a:lnTo>
                  <a:lnTo>
                    <a:pt x="6619" y="0"/>
                  </a:lnTo>
                  <a:lnTo>
                    <a:pt x="3135" y="148"/>
                  </a:lnTo>
                  <a:lnTo>
                    <a:pt x="1394" y="517"/>
                  </a:lnTo>
                  <a:lnTo>
                    <a:pt x="0" y="1034"/>
                  </a:lnTo>
                  <a:lnTo>
                    <a:pt x="13239" y="210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61" name="Freeform 21"/>
            <p:cNvSpPr/>
            <p:nvPr/>
          </p:nvSpPr>
          <p:spPr>
            <a:xfrm>
              <a:off x="78873" y="431523"/>
              <a:ext cx="69018" cy="333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723"/>
                  </a:moveTo>
                  <a:lnTo>
                    <a:pt x="3647" y="20903"/>
                  </a:lnTo>
                  <a:lnTo>
                    <a:pt x="21600" y="9929"/>
                  </a:lnTo>
                  <a:lnTo>
                    <a:pt x="20291" y="0"/>
                  </a:lnTo>
                  <a:lnTo>
                    <a:pt x="1870" y="11671"/>
                  </a:lnTo>
                  <a:lnTo>
                    <a:pt x="5423" y="16723"/>
                  </a:lnTo>
                  <a:lnTo>
                    <a:pt x="1870" y="11671"/>
                  </a:lnTo>
                  <a:lnTo>
                    <a:pt x="935" y="12542"/>
                  </a:lnTo>
                  <a:lnTo>
                    <a:pt x="0" y="14110"/>
                  </a:lnTo>
                  <a:lnTo>
                    <a:pt x="0" y="18290"/>
                  </a:lnTo>
                  <a:lnTo>
                    <a:pt x="468" y="20032"/>
                  </a:lnTo>
                  <a:lnTo>
                    <a:pt x="1403" y="20903"/>
                  </a:lnTo>
                  <a:lnTo>
                    <a:pt x="2244" y="21600"/>
                  </a:lnTo>
                  <a:lnTo>
                    <a:pt x="3647" y="20903"/>
                  </a:lnTo>
                  <a:lnTo>
                    <a:pt x="0" y="1672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62" name="Freeform 22"/>
            <p:cNvSpPr/>
            <p:nvPr/>
          </p:nvSpPr>
          <p:spPr>
            <a:xfrm>
              <a:off x="78873" y="390093"/>
              <a:ext cx="17332" cy="67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448" y="0"/>
                  </a:moveTo>
                  <a:lnTo>
                    <a:pt x="0" y="2506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506"/>
                  </a:lnTo>
                  <a:lnTo>
                    <a:pt x="14524" y="5011"/>
                  </a:lnTo>
                  <a:lnTo>
                    <a:pt x="21600" y="2506"/>
                  </a:lnTo>
                  <a:lnTo>
                    <a:pt x="21600" y="1642"/>
                  </a:lnTo>
                  <a:lnTo>
                    <a:pt x="14524" y="0"/>
                  </a:lnTo>
                  <a:lnTo>
                    <a:pt x="7448" y="0"/>
                  </a:lnTo>
                  <a:lnTo>
                    <a:pt x="3724" y="864"/>
                  </a:lnTo>
                  <a:lnTo>
                    <a:pt x="0" y="1642"/>
                  </a:lnTo>
                  <a:lnTo>
                    <a:pt x="0" y="2506"/>
                  </a:lnTo>
                  <a:lnTo>
                    <a:pt x="7448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63" name="Freeform 23"/>
            <p:cNvSpPr/>
            <p:nvPr/>
          </p:nvSpPr>
          <p:spPr>
            <a:xfrm>
              <a:off x="367479" y="260957"/>
              <a:ext cx="212424" cy="2698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613" y="18413"/>
                  </a:moveTo>
                  <a:lnTo>
                    <a:pt x="21600" y="17056"/>
                  </a:lnTo>
                  <a:lnTo>
                    <a:pt x="21600" y="0"/>
                  </a:lnTo>
                  <a:lnTo>
                    <a:pt x="21327" y="215"/>
                  </a:lnTo>
                  <a:lnTo>
                    <a:pt x="10359" y="8786"/>
                  </a:lnTo>
                  <a:lnTo>
                    <a:pt x="0" y="3833"/>
                  </a:lnTo>
                  <a:lnTo>
                    <a:pt x="0" y="3919"/>
                  </a:lnTo>
                  <a:lnTo>
                    <a:pt x="0" y="3833"/>
                  </a:lnTo>
                  <a:lnTo>
                    <a:pt x="0" y="21600"/>
                  </a:lnTo>
                  <a:lnTo>
                    <a:pt x="7018" y="20265"/>
                  </a:lnTo>
                  <a:lnTo>
                    <a:pt x="7018" y="13740"/>
                  </a:lnTo>
                  <a:lnTo>
                    <a:pt x="10663" y="15505"/>
                  </a:lnTo>
                  <a:lnTo>
                    <a:pt x="10663" y="15613"/>
                  </a:lnTo>
                  <a:lnTo>
                    <a:pt x="14613" y="12512"/>
                  </a:lnTo>
                  <a:lnTo>
                    <a:pt x="14613" y="18413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64" name="Freeform 24"/>
            <p:cNvSpPr/>
            <p:nvPr/>
          </p:nvSpPr>
          <p:spPr>
            <a:xfrm>
              <a:off x="508196" y="466228"/>
              <a:ext cx="80371" cy="322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43" y="5220"/>
                  </a:moveTo>
                  <a:lnTo>
                    <a:pt x="18549" y="0"/>
                  </a:lnTo>
                  <a:lnTo>
                    <a:pt x="0" y="11340"/>
                  </a:lnTo>
                  <a:lnTo>
                    <a:pt x="1124" y="21600"/>
                  </a:lnTo>
                  <a:lnTo>
                    <a:pt x="20074" y="10440"/>
                  </a:lnTo>
                  <a:lnTo>
                    <a:pt x="21600" y="5220"/>
                  </a:lnTo>
                  <a:lnTo>
                    <a:pt x="20074" y="10440"/>
                  </a:lnTo>
                  <a:lnTo>
                    <a:pt x="20877" y="9540"/>
                  </a:lnTo>
                  <a:lnTo>
                    <a:pt x="21600" y="7740"/>
                  </a:lnTo>
                  <a:lnTo>
                    <a:pt x="21600" y="4320"/>
                  </a:lnTo>
                  <a:lnTo>
                    <a:pt x="21199" y="2700"/>
                  </a:lnTo>
                  <a:lnTo>
                    <a:pt x="20476" y="900"/>
                  </a:lnTo>
                  <a:lnTo>
                    <a:pt x="19673" y="0"/>
                  </a:lnTo>
                  <a:lnTo>
                    <a:pt x="18549" y="0"/>
                  </a:lnTo>
                  <a:lnTo>
                    <a:pt x="16943" y="52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65" name="Freeform 25"/>
            <p:cNvSpPr/>
            <p:nvPr/>
          </p:nvSpPr>
          <p:spPr>
            <a:xfrm>
              <a:off x="571235" y="255846"/>
              <a:ext cx="17332" cy="218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772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506"/>
                  </a:lnTo>
                  <a:lnTo>
                    <a:pt x="18248" y="240"/>
                  </a:lnTo>
                  <a:lnTo>
                    <a:pt x="14524" y="133"/>
                  </a:lnTo>
                  <a:lnTo>
                    <a:pt x="10800" y="0"/>
                  </a:lnTo>
                  <a:lnTo>
                    <a:pt x="7448" y="133"/>
                  </a:lnTo>
                  <a:lnTo>
                    <a:pt x="3724" y="240"/>
                  </a:lnTo>
                  <a:lnTo>
                    <a:pt x="0" y="506"/>
                  </a:lnTo>
                  <a:lnTo>
                    <a:pt x="0" y="77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66" name="Freeform 26"/>
            <p:cNvSpPr/>
            <p:nvPr/>
          </p:nvSpPr>
          <p:spPr>
            <a:xfrm>
              <a:off x="571235" y="251810"/>
              <a:ext cx="17332" cy="142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38" y="21600"/>
                  </a:moveTo>
                  <a:lnTo>
                    <a:pt x="0" y="11819"/>
                  </a:lnTo>
                  <a:lnTo>
                    <a:pt x="0" y="17932"/>
                  </a:lnTo>
                  <a:lnTo>
                    <a:pt x="21600" y="19562"/>
                  </a:lnTo>
                  <a:lnTo>
                    <a:pt x="21600" y="13857"/>
                  </a:lnTo>
                  <a:lnTo>
                    <a:pt x="1862" y="6113"/>
                  </a:lnTo>
                  <a:lnTo>
                    <a:pt x="21600" y="13857"/>
                  </a:lnTo>
                  <a:lnTo>
                    <a:pt x="21600" y="8151"/>
                  </a:lnTo>
                  <a:lnTo>
                    <a:pt x="19738" y="4075"/>
                  </a:lnTo>
                  <a:lnTo>
                    <a:pt x="16386" y="2038"/>
                  </a:lnTo>
                  <a:lnTo>
                    <a:pt x="10800" y="0"/>
                  </a:lnTo>
                  <a:lnTo>
                    <a:pt x="7448" y="2038"/>
                  </a:lnTo>
                  <a:lnTo>
                    <a:pt x="3724" y="4075"/>
                  </a:lnTo>
                  <a:lnTo>
                    <a:pt x="1862" y="8151"/>
                  </a:lnTo>
                  <a:lnTo>
                    <a:pt x="0" y="11819"/>
                  </a:lnTo>
                  <a:lnTo>
                    <a:pt x="19738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67" name="Freeform 27"/>
            <p:cNvSpPr/>
            <p:nvPr/>
          </p:nvSpPr>
          <p:spPr>
            <a:xfrm>
              <a:off x="571235" y="255846"/>
              <a:ext cx="17332" cy="129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550"/>
                  </a:moveTo>
                  <a:lnTo>
                    <a:pt x="19738" y="17100"/>
                  </a:lnTo>
                  <a:lnTo>
                    <a:pt x="1862" y="0"/>
                  </a:lnTo>
                  <a:lnTo>
                    <a:pt x="21600" y="8550"/>
                  </a:lnTo>
                  <a:lnTo>
                    <a:pt x="1862" y="0"/>
                  </a:lnTo>
                  <a:lnTo>
                    <a:pt x="0" y="4050"/>
                  </a:lnTo>
                  <a:lnTo>
                    <a:pt x="0" y="14850"/>
                  </a:lnTo>
                  <a:lnTo>
                    <a:pt x="3724" y="19350"/>
                  </a:lnTo>
                  <a:lnTo>
                    <a:pt x="7448" y="21600"/>
                  </a:lnTo>
                  <a:lnTo>
                    <a:pt x="16386" y="21600"/>
                  </a:lnTo>
                  <a:lnTo>
                    <a:pt x="19738" y="17100"/>
                  </a:lnTo>
                  <a:lnTo>
                    <a:pt x="0" y="855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68" name="Freeform 28"/>
            <p:cNvSpPr/>
            <p:nvPr/>
          </p:nvSpPr>
          <p:spPr>
            <a:xfrm>
              <a:off x="571235" y="251810"/>
              <a:ext cx="17332" cy="142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38" y="21600"/>
                  </a:moveTo>
                  <a:lnTo>
                    <a:pt x="0" y="13857"/>
                  </a:lnTo>
                  <a:lnTo>
                    <a:pt x="21600" y="13857"/>
                  </a:lnTo>
                  <a:lnTo>
                    <a:pt x="1862" y="6113"/>
                  </a:lnTo>
                  <a:lnTo>
                    <a:pt x="21600" y="13857"/>
                  </a:lnTo>
                  <a:lnTo>
                    <a:pt x="21600" y="8151"/>
                  </a:lnTo>
                  <a:lnTo>
                    <a:pt x="18248" y="4075"/>
                  </a:lnTo>
                  <a:lnTo>
                    <a:pt x="10800" y="0"/>
                  </a:lnTo>
                  <a:lnTo>
                    <a:pt x="7448" y="2038"/>
                  </a:lnTo>
                  <a:lnTo>
                    <a:pt x="3724" y="4075"/>
                  </a:lnTo>
                  <a:lnTo>
                    <a:pt x="0" y="8151"/>
                  </a:lnTo>
                  <a:lnTo>
                    <a:pt x="0" y="13857"/>
                  </a:lnTo>
                  <a:lnTo>
                    <a:pt x="19738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69" name="Freeform 29"/>
            <p:cNvSpPr/>
            <p:nvPr/>
          </p:nvSpPr>
          <p:spPr>
            <a:xfrm>
              <a:off x="568546" y="255846"/>
              <a:ext cx="18527" cy="153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465" y="18189"/>
                  </a:moveTo>
                  <a:lnTo>
                    <a:pt x="21600" y="14400"/>
                  </a:lnTo>
                  <a:lnTo>
                    <a:pt x="4877" y="0"/>
                  </a:lnTo>
                  <a:lnTo>
                    <a:pt x="1742" y="3411"/>
                  </a:lnTo>
                  <a:lnTo>
                    <a:pt x="0" y="7200"/>
                  </a:lnTo>
                  <a:lnTo>
                    <a:pt x="0" y="12505"/>
                  </a:lnTo>
                  <a:lnTo>
                    <a:pt x="1742" y="16295"/>
                  </a:lnTo>
                  <a:lnTo>
                    <a:pt x="3135" y="20084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465" y="181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70" name="Freeform 30"/>
            <p:cNvSpPr/>
            <p:nvPr/>
          </p:nvSpPr>
          <p:spPr>
            <a:xfrm>
              <a:off x="460992" y="258267"/>
              <a:ext cx="123393" cy="1216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32" y="21122"/>
                  </a:moveTo>
                  <a:lnTo>
                    <a:pt x="2720" y="20883"/>
                  </a:lnTo>
                  <a:lnTo>
                    <a:pt x="21600" y="1864"/>
                  </a:lnTo>
                  <a:lnTo>
                    <a:pt x="19090" y="0"/>
                  </a:lnTo>
                  <a:lnTo>
                    <a:pt x="471" y="19067"/>
                  </a:lnTo>
                  <a:lnTo>
                    <a:pt x="2510" y="18828"/>
                  </a:lnTo>
                  <a:lnTo>
                    <a:pt x="471" y="19067"/>
                  </a:lnTo>
                  <a:lnTo>
                    <a:pt x="0" y="19497"/>
                  </a:lnTo>
                  <a:lnTo>
                    <a:pt x="0" y="20214"/>
                  </a:lnTo>
                  <a:lnTo>
                    <a:pt x="209" y="20644"/>
                  </a:lnTo>
                  <a:lnTo>
                    <a:pt x="471" y="21122"/>
                  </a:lnTo>
                  <a:lnTo>
                    <a:pt x="994" y="21361"/>
                  </a:lnTo>
                  <a:lnTo>
                    <a:pt x="1464" y="21600"/>
                  </a:lnTo>
                  <a:lnTo>
                    <a:pt x="2249" y="21361"/>
                  </a:lnTo>
                  <a:lnTo>
                    <a:pt x="2720" y="20883"/>
                  </a:lnTo>
                  <a:lnTo>
                    <a:pt x="732" y="2112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71" name="Freeform 31"/>
            <p:cNvSpPr/>
            <p:nvPr/>
          </p:nvSpPr>
          <p:spPr>
            <a:xfrm>
              <a:off x="358815" y="301042"/>
              <a:ext cx="116521" cy="761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212" y="2213"/>
                  </a:moveTo>
                  <a:lnTo>
                    <a:pt x="831" y="4045"/>
                  </a:lnTo>
                  <a:lnTo>
                    <a:pt x="19717" y="21600"/>
                  </a:lnTo>
                  <a:lnTo>
                    <a:pt x="21600" y="17936"/>
                  </a:lnTo>
                  <a:lnTo>
                    <a:pt x="2658" y="382"/>
                  </a:lnTo>
                  <a:lnTo>
                    <a:pt x="0" y="2213"/>
                  </a:lnTo>
                  <a:lnTo>
                    <a:pt x="2658" y="382"/>
                  </a:lnTo>
                  <a:lnTo>
                    <a:pt x="1883" y="0"/>
                  </a:lnTo>
                  <a:lnTo>
                    <a:pt x="1329" y="0"/>
                  </a:lnTo>
                  <a:lnTo>
                    <a:pt x="554" y="382"/>
                  </a:lnTo>
                  <a:lnTo>
                    <a:pt x="277" y="1069"/>
                  </a:lnTo>
                  <a:lnTo>
                    <a:pt x="0" y="1832"/>
                  </a:lnTo>
                  <a:lnTo>
                    <a:pt x="0" y="2519"/>
                  </a:lnTo>
                  <a:lnTo>
                    <a:pt x="277" y="3282"/>
                  </a:lnTo>
                  <a:lnTo>
                    <a:pt x="831" y="4045"/>
                  </a:lnTo>
                  <a:lnTo>
                    <a:pt x="3212" y="221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72" name="Freeform 32"/>
            <p:cNvSpPr/>
            <p:nvPr/>
          </p:nvSpPr>
          <p:spPr>
            <a:xfrm>
              <a:off x="358815" y="302387"/>
              <a:ext cx="17332" cy="15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724" y="19705"/>
                  </a:moveTo>
                  <a:lnTo>
                    <a:pt x="21600" y="9095"/>
                  </a:lnTo>
                  <a:lnTo>
                    <a:pt x="0" y="9095"/>
                  </a:lnTo>
                  <a:lnTo>
                    <a:pt x="0" y="10611"/>
                  </a:lnTo>
                  <a:lnTo>
                    <a:pt x="17876" y="0"/>
                  </a:lnTo>
                  <a:lnTo>
                    <a:pt x="0" y="10611"/>
                  </a:lnTo>
                  <a:lnTo>
                    <a:pt x="0" y="14400"/>
                  </a:lnTo>
                  <a:lnTo>
                    <a:pt x="3724" y="18189"/>
                  </a:lnTo>
                  <a:lnTo>
                    <a:pt x="7448" y="19705"/>
                  </a:lnTo>
                  <a:lnTo>
                    <a:pt x="10800" y="21600"/>
                  </a:lnTo>
                  <a:lnTo>
                    <a:pt x="14524" y="19705"/>
                  </a:lnTo>
                  <a:lnTo>
                    <a:pt x="17876" y="18189"/>
                  </a:lnTo>
                  <a:lnTo>
                    <a:pt x="21600" y="14400"/>
                  </a:lnTo>
                  <a:lnTo>
                    <a:pt x="21600" y="9095"/>
                  </a:lnTo>
                  <a:lnTo>
                    <a:pt x="3724" y="1970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73" name="Freeform 33"/>
            <p:cNvSpPr/>
            <p:nvPr/>
          </p:nvSpPr>
          <p:spPr>
            <a:xfrm>
              <a:off x="357620" y="301042"/>
              <a:ext cx="18527" cy="15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989"/>
                  </a:moveTo>
                  <a:lnTo>
                    <a:pt x="4877" y="20084"/>
                  </a:lnTo>
                  <a:lnTo>
                    <a:pt x="4877" y="21600"/>
                  </a:lnTo>
                  <a:lnTo>
                    <a:pt x="18116" y="1895"/>
                  </a:lnTo>
                  <a:lnTo>
                    <a:pt x="16723" y="1895"/>
                  </a:lnTo>
                  <a:lnTo>
                    <a:pt x="0" y="10989"/>
                  </a:lnTo>
                  <a:lnTo>
                    <a:pt x="16723" y="1895"/>
                  </a:lnTo>
                  <a:lnTo>
                    <a:pt x="13239" y="0"/>
                  </a:lnTo>
                  <a:lnTo>
                    <a:pt x="8361" y="0"/>
                  </a:lnTo>
                  <a:lnTo>
                    <a:pt x="4877" y="1895"/>
                  </a:lnTo>
                  <a:lnTo>
                    <a:pt x="3135" y="3411"/>
                  </a:lnTo>
                  <a:lnTo>
                    <a:pt x="1394" y="9095"/>
                  </a:lnTo>
                  <a:lnTo>
                    <a:pt x="0" y="12505"/>
                  </a:lnTo>
                  <a:lnTo>
                    <a:pt x="1394" y="16295"/>
                  </a:lnTo>
                  <a:lnTo>
                    <a:pt x="4877" y="20084"/>
                  </a:lnTo>
                  <a:lnTo>
                    <a:pt x="21600" y="109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74" name="Freeform 34"/>
            <p:cNvSpPr/>
            <p:nvPr/>
          </p:nvSpPr>
          <p:spPr>
            <a:xfrm>
              <a:off x="357620" y="308844"/>
              <a:ext cx="18527" cy="2297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361" y="20158"/>
                  </a:moveTo>
                  <a:lnTo>
                    <a:pt x="21600" y="20867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0867"/>
                  </a:lnTo>
                  <a:lnTo>
                    <a:pt x="13239" y="21600"/>
                  </a:lnTo>
                  <a:lnTo>
                    <a:pt x="0" y="20867"/>
                  </a:lnTo>
                  <a:lnTo>
                    <a:pt x="1394" y="21246"/>
                  </a:lnTo>
                  <a:lnTo>
                    <a:pt x="3135" y="21474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116" y="21474"/>
                  </a:lnTo>
                  <a:lnTo>
                    <a:pt x="19858" y="21246"/>
                  </a:lnTo>
                  <a:lnTo>
                    <a:pt x="21600" y="20867"/>
                  </a:lnTo>
                  <a:lnTo>
                    <a:pt x="8361" y="2015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75" name="Freeform 35"/>
            <p:cNvSpPr/>
            <p:nvPr/>
          </p:nvSpPr>
          <p:spPr>
            <a:xfrm>
              <a:off x="364790" y="506313"/>
              <a:ext cx="80371" cy="322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43" y="5220"/>
                  </a:moveTo>
                  <a:lnTo>
                    <a:pt x="18468" y="0"/>
                  </a:lnTo>
                  <a:lnTo>
                    <a:pt x="0" y="11340"/>
                  </a:lnTo>
                  <a:lnTo>
                    <a:pt x="1124" y="21600"/>
                  </a:lnTo>
                  <a:lnTo>
                    <a:pt x="19994" y="10440"/>
                  </a:lnTo>
                  <a:lnTo>
                    <a:pt x="21600" y="5220"/>
                  </a:lnTo>
                  <a:lnTo>
                    <a:pt x="19994" y="10440"/>
                  </a:lnTo>
                  <a:lnTo>
                    <a:pt x="20797" y="9540"/>
                  </a:lnTo>
                  <a:lnTo>
                    <a:pt x="21600" y="7740"/>
                  </a:lnTo>
                  <a:lnTo>
                    <a:pt x="21600" y="3420"/>
                  </a:lnTo>
                  <a:lnTo>
                    <a:pt x="21199" y="1800"/>
                  </a:lnTo>
                  <a:lnTo>
                    <a:pt x="20396" y="900"/>
                  </a:lnTo>
                  <a:lnTo>
                    <a:pt x="19673" y="0"/>
                  </a:lnTo>
                  <a:lnTo>
                    <a:pt x="18468" y="0"/>
                  </a:lnTo>
                  <a:lnTo>
                    <a:pt x="16943" y="52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76" name="Freeform 36"/>
            <p:cNvSpPr/>
            <p:nvPr/>
          </p:nvSpPr>
          <p:spPr>
            <a:xfrm>
              <a:off x="427829" y="425066"/>
              <a:ext cx="17332" cy="890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014" y="261"/>
                  </a:moveTo>
                  <a:lnTo>
                    <a:pt x="0" y="1827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827"/>
                  </a:lnTo>
                  <a:lnTo>
                    <a:pt x="3724" y="3393"/>
                  </a:lnTo>
                  <a:lnTo>
                    <a:pt x="21600" y="1827"/>
                  </a:lnTo>
                  <a:lnTo>
                    <a:pt x="21600" y="1240"/>
                  </a:lnTo>
                  <a:lnTo>
                    <a:pt x="17876" y="587"/>
                  </a:lnTo>
                  <a:lnTo>
                    <a:pt x="14152" y="0"/>
                  </a:lnTo>
                  <a:lnTo>
                    <a:pt x="7076" y="0"/>
                  </a:lnTo>
                  <a:lnTo>
                    <a:pt x="0" y="1240"/>
                  </a:lnTo>
                  <a:lnTo>
                    <a:pt x="0" y="1827"/>
                  </a:lnTo>
                  <a:lnTo>
                    <a:pt x="16014" y="261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77" name="Freeform 37"/>
            <p:cNvSpPr/>
            <p:nvPr/>
          </p:nvSpPr>
          <p:spPr>
            <a:xfrm>
              <a:off x="430817" y="426143"/>
              <a:ext cx="50196" cy="363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314" y="13920"/>
                  </a:moveTo>
                  <a:lnTo>
                    <a:pt x="19671" y="13120"/>
                  </a:lnTo>
                  <a:lnTo>
                    <a:pt x="4243" y="0"/>
                  </a:lnTo>
                  <a:lnTo>
                    <a:pt x="0" y="7680"/>
                  </a:lnTo>
                  <a:lnTo>
                    <a:pt x="15429" y="20800"/>
                  </a:lnTo>
                  <a:lnTo>
                    <a:pt x="14786" y="20000"/>
                  </a:lnTo>
                  <a:lnTo>
                    <a:pt x="15429" y="20800"/>
                  </a:lnTo>
                  <a:lnTo>
                    <a:pt x="17229" y="21600"/>
                  </a:lnTo>
                  <a:lnTo>
                    <a:pt x="18514" y="21600"/>
                  </a:lnTo>
                  <a:lnTo>
                    <a:pt x="19671" y="20800"/>
                  </a:lnTo>
                  <a:lnTo>
                    <a:pt x="20957" y="19200"/>
                  </a:lnTo>
                  <a:lnTo>
                    <a:pt x="21600" y="17760"/>
                  </a:lnTo>
                  <a:lnTo>
                    <a:pt x="21600" y="16160"/>
                  </a:lnTo>
                  <a:lnTo>
                    <a:pt x="20957" y="14720"/>
                  </a:lnTo>
                  <a:lnTo>
                    <a:pt x="20314" y="139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78" name="Freeform 38"/>
            <p:cNvSpPr/>
            <p:nvPr/>
          </p:nvSpPr>
          <p:spPr>
            <a:xfrm>
              <a:off x="465174" y="449548"/>
              <a:ext cx="17333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2" y="0"/>
                  </a:moveTo>
                  <a:lnTo>
                    <a:pt x="16014" y="0"/>
                  </a:lnTo>
                  <a:lnTo>
                    <a:pt x="0" y="15487"/>
                  </a:lnTo>
                  <a:lnTo>
                    <a:pt x="1862" y="17525"/>
                  </a:lnTo>
                  <a:lnTo>
                    <a:pt x="17876" y="17525"/>
                  </a:lnTo>
                  <a:lnTo>
                    <a:pt x="1862" y="17525"/>
                  </a:lnTo>
                  <a:lnTo>
                    <a:pt x="5214" y="21600"/>
                  </a:lnTo>
                  <a:lnTo>
                    <a:pt x="10800" y="21600"/>
                  </a:lnTo>
                  <a:lnTo>
                    <a:pt x="14152" y="19562"/>
                  </a:lnTo>
                  <a:lnTo>
                    <a:pt x="17876" y="17525"/>
                  </a:lnTo>
                  <a:lnTo>
                    <a:pt x="19738" y="13449"/>
                  </a:lnTo>
                  <a:lnTo>
                    <a:pt x="21600" y="9781"/>
                  </a:lnTo>
                  <a:lnTo>
                    <a:pt x="19738" y="3668"/>
                  </a:lnTo>
                  <a:lnTo>
                    <a:pt x="17876" y="0"/>
                  </a:lnTo>
                  <a:lnTo>
                    <a:pt x="1862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79" name="Freeform 39"/>
            <p:cNvSpPr/>
            <p:nvPr/>
          </p:nvSpPr>
          <p:spPr>
            <a:xfrm>
              <a:off x="466668" y="409463"/>
              <a:ext cx="53184" cy="516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3263"/>
                  </a:moveTo>
                  <a:lnTo>
                    <a:pt x="15169" y="1125"/>
                  </a:lnTo>
                  <a:lnTo>
                    <a:pt x="0" y="16763"/>
                  </a:lnTo>
                  <a:lnTo>
                    <a:pt x="5218" y="21600"/>
                  </a:lnTo>
                  <a:lnTo>
                    <a:pt x="20387" y="5400"/>
                  </a:lnTo>
                  <a:lnTo>
                    <a:pt x="13955" y="3263"/>
                  </a:lnTo>
                  <a:lnTo>
                    <a:pt x="20387" y="5400"/>
                  </a:lnTo>
                  <a:lnTo>
                    <a:pt x="21600" y="4275"/>
                  </a:lnTo>
                  <a:lnTo>
                    <a:pt x="21600" y="3263"/>
                  </a:lnTo>
                  <a:lnTo>
                    <a:pt x="20993" y="1575"/>
                  </a:lnTo>
                  <a:lnTo>
                    <a:pt x="20387" y="1125"/>
                  </a:lnTo>
                  <a:lnTo>
                    <a:pt x="19173" y="0"/>
                  </a:lnTo>
                  <a:lnTo>
                    <a:pt x="16261" y="0"/>
                  </a:lnTo>
                  <a:lnTo>
                    <a:pt x="15169" y="1125"/>
                  </a:lnTo>
                  <a:lnTo>
                    <a:pt x="21600" y="326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80" name="Freeform 40"/>
            <p:cNvSpPr/>
            <p:nvPr/>
          </p:nvSpPr>
          <p:spPr>
            <a:xfrm>
              <a:off x="501026" y="417265"/>
              <a:ext cx="18826" cy="812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229" y="17523"/>
                  </a:moveTo>
                  <a:lnTo>
                    <a:pt x="21600" y="19597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9597"/>
                  </a:lnTo>
                  <a:lnTo>
                    <a:pt x="13029" y="21600"/>
                  </a:lnTo>
                  <a:lnTo>
                    <a:pt x="0" y="19597"/>
                  </a:lnTo>
                  <a:lnTo>
                    <a:pt x="1714" y="20599"/>
                  </a:lnTo>
                  <a:lnTo>
                    <a:pt x="3429" y="21314"/>
                  </a:lnTo>
                  <a:lnTo>
                    <a:pt x="6514" y="21600"/>
                  </a:lnTo>
                  <a:lnTo>
                    <a:pt x="14743" y="21600"/>
                  </a:lnTo>
                  <a:lnTo>
                    <a:pt x="18171" y="21314"/>
                  </a:lnTo>
                  <a:lnTo>
                    <a:pt x="19886" y="20599"/>
                  </a:lnTo>
                  <a:lnTo>
                    <a:pt x="21600" y="19597"/>
                  </a:lnTo>
                  <a:lnTo>
                    <a:pt x="8229" y="1752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81" name="Freeform 41"/>
            <p:cNvSpPr/>
            <p:nvPr/>
          </p:nvSpPr>
          <p:spPr>
            <a:xfrm>
              <a:off x="211224" y="383636"/>
              <a:ext cx="192111" cy="2453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66" y="0"/>
                  </a:moveTo>
                  <a:lnTo>
                    <a:pt x="21600" y="0"/>
                  </a:lnTo>
                  <a:lnTo>
                    <a:pt x="21600" y="17503"/>
                  </a:lnTo>
                  <a:lnTo>
                    <a:pt x="13706" y="19208"/>
                  </a:lnTo>
                  <a:lnTo>
                    <a:pt x="13706" y="14211"/>
                  </a:lnTo>
                  <a:lnTo>
                    <a:pt x="134" y="21482"/>
                  </a:lnTo>
                  <a:lnTo>
                    <a:pt x="0" y="21600"/>
                  </a:lnTo>
                  <a:lnTo>
                    <a:pt x="0" y="3292"/>
                  </a:lnTo>
                  <a:lnTo>
                    <a:pt x="7894" y="1587"/>
                  </a:lnTo>
                  <a:lnTo>
                    <a:pt x="7894" y="7389"/>
                  </a:lnTo>
                  <a:lnTo>
                    <a:pt x="21466" y="0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82" name="Freeform 42"/>
            <p:cNvSpPr/>
            <p:nvPr/>
          </p:nvSpPr>
          <p:spPr>
            <a:xfrm>
              <a:off x="393471" y="377180"/>
              <a:ext cx="17034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11" y="0"/>
                  </a:moveTo>
                  <a:lnTo>
                    <a:pt x="21600" y="9781"/>
                  </a:lnTo>
                  <a:lnTo>
                    <a:pt x="0" y="9781"/>
                  </a:lnTo>
                  <a:lnTo>
                    <a:pt x="18189" y="19562"/>
                  </a:lnTo>
                  <a:lnTo>
                    <a:pt x="0" y="9781"/>
                  </a:lnTo>
                  <a:lnTo>
                    <a:pt x="0" y="15487"/>
                  </a:lnTo>
                  <a:lnTo>
                    <a:pt x="3411" y="19562"/>
                  </a:lnTo>
                  <a:lnTo>
                    <a:pt x="7200" y="21600"/>
                  </a:lnTo>
                  <a:lnTo>
                    <a:pt x="14400" y="21600"/>
                  </a:lnTo>
                  <a:lnTo>
                    <a:pt x="18189" y="19562"/>
                  </a:lnTo>
                  <a:lnTo>
                    <a:pt x="21600" y="15487"/>
                  </a:lnTo>
                  <a:lnTo>
                    <a:pt x="21600" y="9781"/>
                  </a:lnTo>
                  <a:lnTo>
                    <a:pt x="3411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83" name="Freeform 43"/>
            <p:cNvSpPr/>
            <p:nvPr/>
          </p:nvSpPr>
          <p:spPr>
            <a:xfrm>
              <a:off x="393471" y="375835"/>
              <a:ext cx="18528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1819"/>
                  </a:moveTo>
                  <a:lnTo>
                    <a:pt x="3135" y="2038"/>
                  </a:lnTo>
                  <a:lnTo>
                    <a:pt x="16723" y="21600"/>
                  </a:lnTo>
                  <a:lnTo>
                    <a:pt x="18465" y="21600"/>
                  </a:lnTo>
                  <a:lnTo>
                    <a:pt x="0" y="11819"/>
                  </a:lnTo>
                  <a:lnTo>
                    <a:pt x="18465" y="21600"/>
                  </a:lnTo>
                  <a:lnTo>
                    <a:pt x="19858" y="15894"/>
                  </a:lnTo>
                  <a:lnTo>
                    <a:pt x="21600" y="11819"/>
                  </a:lnTo>
                  <a:lnTo>
                    <a:pt x="19858" y="7743"/>
                  </a:lnTo>
                  <a:lnTo>
                    <a:pt x="18465" y="4075"/>
                  </a:lnTo>
                  <a:lnTo>
                    <a:pt x="16723" y="0"/>
                  </a:lnTo>
                  <a:lnTo>
                    <a:pt x="8361" y="0"/>
                  </a:lnTo>
                  <a:lnTo>
                    <a:pt x="3135" y="2038"/>
                  </a:lnTo>
                  <a:lnTo>
                    <a:pt x="21600" y="1181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84" name="Freeform 44"/>
            <p:cNvSpPr/>
            <p:nvPr/>
          </p:nvSpPr>
          <p:spPr>
            <a:xfrm>
              <a:off x="393471" y="383636"/>
              <a:ext cx="18528" cy="206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39" y="21600"/>
                  </a:moveTo>
                  <a:lnTo>
                    <a:pt x="21600" y="20784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0784"/>
                  </a:lnTo>
                  <a:lnTo>
                    <a:pt x="8361" y="19997"/>
                  </a:lnTo>
                  <a:lnTo>
                    <a:pt x="0" y="20784"/>
                  </a:lnTo>
                  <a:lnTo>
                    <a:pt x="1394" y="21206"/>
                  </a:lnTo>
                  <a:lnTo>
                    <a:pt x="3135" y="21459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465" y="21459"/>
                  </a:lnTo>
                  <a:lnTo>
                    <a:pt x="19858" y="21206"/>
                  </a:lnTo>
                  <a:lnTo>
                    <a:pt x="21600" y="20784"/>
                  </a:lnTo>
                  <a:lnTo>
                    <a:pt x="13239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85" name="Freeform 45"/>
            <p:cNvSpPr/>
            <p:nvPr/>
          </p:nvSpPr>
          <p:spPr>
            <a:xfrm>
              <a:off x="324457" y="574914"/>
              <a:ext cx="80371" cy="347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744"/>
                  </a:moveTo>
                  <a:lnTo>
                    <a:pt x="3132" y="21600"/>
                  </a:lnTo>
                  <a:lnTo>
                    <a:pt x="21600" y="9544"/>
                  </a:lnTo>
                  <a:lnTo>
                    <a:pt x="20476" y="0"/>
                  </a:lnTo>
                  <a:lnTo>
                    <a:pt x="1526" y="12056"/>
                  </a:lnTo>
                  <a:lnTo>
                    <a:pt x="5059" y="16744"/>
                  </a:lnTo>
                  <a:lnTo>
                    <a:pt x="1526" y="12056"/>
                  </a:lnTo>
                  <a:lnTo>
                    <a:pt x="803" y="12726"/>
                  </a:lnTo>
                  <a:lnTo>
                    <a:pt x="401" y="14400"/>
                  </a:lnTo>
                  <a:lnTo>
                    <a:pt x="0" y="16744"/>
                  </a:lnTo>
                  <a:lnTo>
                    <a:pt x="0" y="18419"/>
                  </a:lnTo>
                  <a:lnTo>
                    <a:pt x="401" y="20093"/>
                  </a:lnTo>
                  <a:lnTo>
                    <a:pt x="1124" y="20763"/>
                  </a:lnTo>
                  <a:lnTo>
                    <a:pt x="1927" y="21600"/>
                  </a:lnTo>
                  <a:lnTo>
                    <a:pt x="3132" y="21600"/>
                  </a:lnTo>
                  <a:lnTo>
                    <a:pt x="0" y="16744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86" name="Freeform 46"/>
            <p:cNvSpPr/>
            <p:nvPr/>
          </p:nvSpPr>
          <p:spPr>
            <a:xfrm>
              <a:off x="324457" y="536174"/>
              <a:ext cx="18826" cy="656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457" y="5046"/>
                  </a:moveTo>
                  <a:lnTo>
                    <a:pt x="0" y="292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921"/>
                  </a:lnTo>
                  <a:lnTo>
                    <a:pt x="3429" y="797"/>
                  </a:lnTo>
                  <a:lnTo>
                    <a:pt x="21600" y="2921"/>
                  </a:lnTo>
                  <a:lnTo>
                    <a:pt x="19886" y="1682"/>
                  </a:lnTo>
                  <a:lnTo>
                    <a:pt x="18171" y="797"/>
                  </a:lnTo>
                  <a:lnTo>
                    <a:pt x="14743" y="354"/>
                  </a:lnTo>
                  <a:lnTo>
                    <a:pt x="9943" y="0"/>
                  </a:lnTo>
                  <a:lnTo>
                    <a:pt x="6514" y="354"/>
                  </a:lnTo>
                  <a:lnTo>
                    <a:pt x="3429" y="797"/>
                  </a:lnTo>
                  <a:lnTo>
                    <a:pt x="1714" y="1682"/>
                  </a:lnTo>
                  <a:lnTo>
                    <a:pt x="0" y="2921"/>
                  </a:lnTo>
                  <a:lnTo>
                    <a:pt x="16457" y="504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87" name="Freeform 47"/>
            <p:cNvSpPr/>
            <p:nvPr/>
          </p:nvSpPr>
          <p:spPr>
            <a:xfrm>
              <a:off x="203755" y="538596"/>
              <a:ext cx="135047" cy="982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342" y="21008"/>
                  </a:moveTo>
                  <a:lnTo>
                    <a:pt x="21600" y="2841"/>
                  </a:lnTo>
                  <a:lnTo>
                    <a:pt x="19784" y="0"/>
                  </a:lnTo>
                  <a:lnTo>
                    <a:pt x="478" y="18464"/>
                  </a:lnTo>
                  <a:lnTo>
                    <a:pt x="0" y="19055"/>
                  </a:lnTo>
                  <a:lnTo>
                    <a:pt x="0" y="20180"/>
                  </a:lnTo>
                  <a:lnTo>
                    <a:pt x="239" y="20772"/>
                  </a:lnTo>
                  <a:lnTo>
                    <a:pt x="717" y="21304"/>
                  </a:lnTo>
                  <a:lnTo>
                    <a:pt x="1195" y="21600"/>
                  </a:lnTo>
                  <a:lnTo>
                    <a:pt x="1625" y="21600"/>
                  </a:lnTo>
                  <a:lnTo>
                    <a:pt x="2342" y="2100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88" name="Freeform 48"/>
            <p:cNvSpPr/>
            <p:nvPr/>
          </p:nvSpPr>
          <p:spPr>
            <a:xfrm>
              <a:off x="202560" y="622532"/>
              <a:ext cx="18528" cy="156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938"/>
                  </a:moveTo>
                  <a:lnTo>
                    <a:pt x="16723" y="17876"/>
                  </a:lnTo>
                  <a:lnTo>
                    <a:pt x="18465" y="16014"/>
                  </a:lnTo>
                  <a:lnTo>
                    <a:pt x="4877" y="0"/>
                  </a:lnTo>
                  <a:lnTo>
                    <a:pt x="3135" y="1862"/>
                  </a:lnTo>
                  <a:lnTo>
                    <a:pt x="21600" y="8938"/>
                  </a:lnTo>
                  <a:lnTo>
                    <a:pt x="3135" y="1862"/>
                  </a:lnTo>
                  <a:lnTo>
                    <a:pt x="0" y="5586"/>
                  </a:lnTo>
                  <a:lnTo>
                    <a:pt x="0" y="12662"/>
                  </a:lnTo>
                  <a:lnTo>
                    <a:pt x="3135" y="16014"/>
                  </a:lnTo>
                  <a:lnTo>
                    <a:pt x="4877" y="19738"/>
                  </a:lnTo>
                  <a:lnTo>
                    <a:pt x="10103" y="21600"/>
                  </a:lnTo>
                  <a:lnTo>
                    <a:pt x="13239" y="19738"/>
                  </a:lnTo>
                  <a:lnTo>
                    <a:pt x="16723" y="17876"/>
                  </a:lnTo>
                  <a:lnTo>
                    <a:pt x="0" y="893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89" name="Freeform 49"/>
            <p:cNvSpPr/>
            <p:nvPr/>
          </p:nvSpPr>
          <p:spPr>
            <a:xfrm>
              <a:off x="202560" y="413229"/>
              <a:ext cx="18528" cy="2157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619" y="0"/>
                  </a:moveTo>
                  <a:lnTo>
                    <a:pt x="0" y="78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781"/>
                  </a:lnTo>
                  <a:lnTo>
                    <a:pt x="13239" y="1562"/>
                  </a:lnTo>
                  <a:lnTo>
                    <a:pt x="21600" y="781"/>
                  </a:lnTo>
                  <a:lnTo>
                    <a:pt x="19858" y="404"/>
                  </a:lnTo>
                  <a:lnTo>
                    <a:pt x="18465" y="269"/>
                  </a:lnTo>
                  <a:lnTo>
                    <a:pt x="14981" y="0"/>
                  </a:lnTo>
                  <a:lnTo>
                    <a:pt x="6619" y="0"/>
                  </a:lnTo>
                  <a:lnTo>
                    <a:pt x="1394" y="404"/>
                  </a:lnTo>
                  <a:lnTo>
                    <a:pt x="0" y="781"/>
                  </a:lnTo>
                  <a:lnTo>
                    <a:pt x="6619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90" name="Freeform 50"/>
            <p:cNvSpPr/>
            <p:nvPr/>
          </p:nvSpPr>
          <p:spPr>
            <a:xfrm>
              <a:off x="208237" y="393859"/>
              <a:ext cx="81865" cy="349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4818"/>
                  </a:moveTo>
                  <a:lnTo>
                    <a:pt x="18526" y="0"/>
                  </a:lnTo>
                  <a:lnTo>
                    <a:pt x="0" y="11963"/>
                  </a:lnTo>
                  <a:lnTo>
                    <a:pt x="1498" y="21600"/>
                  </a:lnTo>
                  <a:lnTo>
                    <a:pt x="19708" y="9637"/>
                  </a:lnTo>
                  <a:lnTo>
                    <a:pt x="16634" y="4818"/>
                  </a:lnTo>
                  <a:lnTo>
                    <a:pt x="19708" y="9637"/>
                  </a:lnTo>
                  <a:lnTo>
                    <a:pt x="20812" y="8806"/>
                  </a:lnTo>
                  <a:lnTo>
                    <a:pt x="21206" y="7311"/>
                  </a:lnTo>
                  <a:lnTo>
                    <a:pt x="21600" y="4818"/>
                  </a:lnTo>
                  <a:lnTo>
                    <a:pt x="21206" y="3323"/>
                  </a:lnTo>
                  <a:lnTo>
                    <a:pt x="20812" y="1662"/>
                  </a:lnTo>
                  <a:lnTo>
                    <a:pt x="20418" y="831"/>
                  </a:lnTo>
                  <a:lnTo>
                    <a:pt x="19314" y="0"/>
                  </a:lnTo>
                  <a:lnTo>
                    <a:pt x="18526" y="0"/>
                  </a:lnTo>
                  <a:lnTo>
                    <a:pt x="21600" y="481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91" name="Freeform 51"/>
            <p:cNvSpPr/>
            <p:nvPr/>
          </p:nvSpPr>
          <p:spPr>
            <a:xfrm>
              <a:off x="271276" y="401661"/>
              <a:ext cx="18826" cy="737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143" y="17422"/>
                  </a:moveTo>
                  <a:lnTo>
                    <a:pt x="21600" y="19314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9314"/>
                  </a:lnTo>
                  <a:lnTo>
                    <a:pt x="16457" y="21206"/>
                  </a:lnTo>
                  <a:lnTo>
                    <a:pt x="0" y="19314"/>
                  </a:lnTo>
                  <a:lnTo>
                    <a:pt x="1714" y="20102"/>
                  </a:lnTo>
                  <a:lnTo>
                    <a:pt x="3429" y="20812"/>
                  </a:lnTo>
                  <a:lnTo>
                    <a:pt x="6857" y="21600"/>
                  </a:lnTo>
                  <a:lnTo>
                    <a:pt x="15086" y="21600"/>
                  </a:lnTo>
                  <a:lnTo>
                    <a:pt x="18171" y="20812"/>
                  </a:lnTo>
                  <a:lnTo>
                    <a:pt x="19886" y="20102"/>
                  </a:lnTo>
                  <a:lnTo>
                    <a:pt x="21600" y="19314"/>
                  </a:lnTo>
                  <a:lnTo>
                    <a:pt x="5143" y="1742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92" name="Freeform 52"/>
            <p:cNvSpPr/>
            <p:nvPr/>
          </p:nvSpPr>
          <p:spPr>
            <a:xfrm>
              <a:off x="275757" y="375835"/>
              <a:ext cx="134748" cy="981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716"/>
                  </a:moveTo>
                  <a:lnTo>
                    <a:pt x="19301" y="296"/>
                  </a:lnTo>
                  <a:lnTo>
                    <a:pt x="0" y="18759"/>
                  </a:lnTo>
                  <a:lnTo>
                    <a:pt x="1580" y="21600"/>
                  </a:lnTo>
                  <a:lnTo>
                    <a:pt x="21169" y="3136"/>
                  </a:lnTo>
                  <a:lnTo>
                    <a:pt x="18870" y="1716"/>
                  </a:lnTo>
                  <a:lnTo>
                    <a:pt x="21169" y="3136"/>
                  </a:lnTo>
                  <a:lnTo>
                    <a:pt x="21600" y="2545"/>
                  </a:lnTo>
                  <a:lnTo>
                    <a:pt x="21600" y="1124"/>
                  </a:lnTo>
                  <a:lnTo>
                    <a:pt x="21408" y="592"/>
                  </a:lnTo>
                  <a:lnTo>
                    <a:pt x="20929" y="0"/>
                  </a:lnTo>
                  <a:lnTo>
                    <a:pt x="20020" y="0"/>
                  </a:lnTo>
                  <a:lnTo>
                    <a:pt x="19301" y="296"/>
                  </a:lnTo>
                  <a:lnTo>
                    <a:pt x="21600" y="171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93" name="Freeform 53"/>
            <p:cNvSpPr/>
            <p:nvPr/>
          </p:nvSpPr>
          <p:spPr>
            <a:xfrm>
              <a:off x="10157" y="9148"/>
              <a:ext cx="585582" cy="3408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065" y="12599"/>
                  </a:moveTo>
                  <a:lnTo>
                    <a:pt x="18525" y="13332"/>
                  </a:lnTo>
                  <a:lnTo>
                    <a:pt x="17996" y="13997"/>
                  </a:lnTo>
                  <a:lnTo>
                    <a:pt x="17522" y="14559"/>
                  </a:lnTo>
                  <a:lnTo>
                    <a:pt x="17049" y="14968"/>
                  </a:lnTo>
                  <a:lnTo>
                    <a:pt x="16520" y="15377"/>
                  </a:lnTo>
                  <a:lnTo>
                    <a:pt x="16046" y="15718"/>
                  </a:lnTo>
                  <a:lnTo>
                    <a:pt x="15616" y="15957"/>
                  </a:lnTo>
                  <a:lnTo>
                    <a:pt x="15142" y="16196"/>
                  </a:lnTo>
                  <a:lnTo>
                    <a:pt x="14238" y="16451"/>
                  </a:lnTo>
                  <a:lnTo>
                    <a:pt x="13346" y="16605"/>
                  </a:lnTo>
                  <a:lnTo>
                    <a:pt x="12497" y="16690"/>
                  </a:lnTo>
                  <a:lnTo>
                    <a:pt x="11649" y="16690"/>
                  </a:lnTo>
                  <a:lnTo>
                    <a:pt x="10800" y="16775"/>
                  </a:lnTo>
                  <a:lnTo>
                    <a:pt x="10007" y="16861"/>
                  </a:lnTo>
                  <a:lnTo>
                    <a:pt x="9632" y="16946"/>
                  </a:lnTo>
                  <a:lnTo>
                    <a:pt x="9268" y="17014"/>
                  </a:lnTo>
                  <a:lnTo>
                    <a:pt x="8838" y="17185"/>
                  </a:lnTo>
                  <a:lnTo>
                    <a:pt x="8475" y="17423"/>
                  </a:lnTo>
                  <a:lnTo>
                    <a:pt x="8100" y="17679"/>
                  </a:lnTo>
                  <a:lnTo>
                    <a:pt x="7725" y="18003"/>
                  </a:lnTo>
                  <a:lnTo>
                    <a:pt x="7362" y="18412"/>
                  </a:lnTo>
                  <a:lnTo>
                    <a:pt x="6987" y="18906"/>
                  </a:lnTo>
                  <a:lnTo>
                    <a:pt x="6667" y="19401"/>
                  </a:lnTo>
                  <a:lnTo>
                    <a:pt x="6304" y="20049"/>
                  </a:lnTo>
                  <a:lnTo>
                    <a:pt x="5929" y="20782"/>
                  </a:lnTo>
                  <a:lnTo>
                    <a:pt x="5609" y="21600"/>
                  </a:lnTo>
                  <a:lnTo>
                    <a:pt x="5080" y="21361"/>
                  </a:lnTo>
                  <a:lnTo>
                    <a:pt x="4607" y="21106"/>
                  </a:lnTo>
                  <a:lnTo>
                    <a:pt x="4133" y="20782"/>
                  </a:lnTo>
                  <a:lnTo>
                    <a:pt x="3703" y="20458"/>
                  </a:lnTo>
                  <a:lnTo>
                    <a:pt x="3284" y="20134"/>
                  </a:lnTo>
                  <a:lnTo>
                    <a:pt x="2854" y="19725"/>
                  </a:lnTo>
                  <a:lnTo>
                    <a:pt x="2491" y="19230"/>
                  </a:lnTo>
                  <a:lnTo>
                    <a:pt x="2116" y="18736"/>
                  </a:lnTo>
                  <a:lnTo>
                    <a:pt x="1796" y="18242"/>
                  </a:lnTo>
                  <a:lnTo>
                    <a:pt x="1477" y="17679"/>
                  </a:lnTo>
                  <a:lnTo>
                    <a:pt x="1212" y="17099"/>
                  </a:lnTo>
                  <a:lnTo>
                    <a:pt x="948" y="16537"/>
                  </a:lnTo>
                  <a:lnTo>
                    <a:pt x="738" y="15957"/>
                  </a:lnTo>
                  <a:lnTo>
                    <a:pt x="584" y="15309"/>
                  </a:lnTo>
                  <a:lnTo>
                    <a:pt x="364" y="14644"/>
                  </a:lnTo>
                  <a:lnTo>
                    <a:pt x="264" y="13997"/>
                  </a:lnTo>
                  <a:lnTo>
                    <a:pt x="154" y="13332"/>
                  </a:lnTo>
                  <a:lnTo>
                    <a:pt x="55" y="12599"/>
                  </a:lnTo>
                  <a:lnTo>
                    <a:pt x="0" y="11951"/>
                  </a:lnTo>
                  <a:lnTo>
                    <a:pt x="0" y="10468"/>
                  </a:lnTo>
                  <a:lnTo>
                    <a:pt x="55" y="9734"/>
                  </a:lnTo>
                  <a:lnTo>
                    <a:pt x="99" y="9001"/>
                  </a:lnTo>
                  <a:lnTo>
                    <a:pt x="209" y="8337"/>
                  </a:lnTo>
                  <a:lnTo>
                    <a:pt x="364" y="7603"/>
                  </a:lnTo>
                  <a:lnTo>
                    <a:pt x="529" y="6870"/>
                  </a:lnTo>
                  <a:lnTo>
                    <a:pt x="738" y="6137"/>
                  </a:lnTo>
                  <a:lnTo>
                    <a:pt x="1003" y="5472"/>
                  </a:lnTo>
                  <a:lnTo>
                    <a:pt x="1267" y="4739"/>
                  </a:lnTo>
                  <a:lnTo>
                    <a:pt x="1587" y="4092"/>
                  </a:lnTo>
                  <a:lnTo>
                    <a:pt x="1962" y="3427"/>
                  </a:lnTo>
                  <a:lnTo>
                    <a:pt x="2325" y="2779"/>
                  </a:lnTo>
                  <a:lnTo>
                    <a:pt x="2755" y="2131"/>
                  </a:lnTo>
                  <a:lnTo>
                    <a:pt x="3229" y="1637"/>
                  </a:lnTo>
                  <a:lnTo>
                    <a:pt x="3703" y="1227"/>
                  </a:lnTo>
                  <a:lnTo>
                    <a:pt x="4232" y="818"/>
                  </a:lnTo>
                  <a:lnTo>
                    <a:pt x="4761" y="563"/>
                  </a:lnTo>
                  <a:lnTo>
                    <a:pt x="5345" y="324"/>
                  </a:lnTo>
                  <a:lnTo>
                    <a:pt x="5929" y="153"/>
                  </a:lnTo>
                  <a:lnTo>
                    <a:pt x="6568" y="85"/>
                  </a:lnTo>
                  <a:lnTo>
                    <a:pt x="7836" y="0"/>
                  </a:lnTo>
                  <a:lnTo>
                    <a:pt x="9213" y="85"/>
                  </a:lnTo>
                  <a:lnTo>
                    <a:pt x="11968" y="563"/>
                  </a:lnTo>
                  <a:lnTo>
                    <a:pt x="13390" y="818"/>
                  </a:lnTo>
                  <a:lnTo>
                    <a:pt x="14767" y="1142"/>
                  </a:lnTo>
                  <a:lnTo>
                    <a:pt x="16090" y="1313"/>
                  </a:lnTo>
                  <a:lnTo>
                    <a:pt x="17368" y="1381"/>
                  </a:lnTo>
                  <a:lnTo>
                    <a:pt x="18580" y="1381"/>
                  </a:lnTo>
                  <a:lnTo>
                    <a:pt x="19164" y="1313"/>
                  </a:lnTo>
                  <a:lnTo>
                    <a:pt x="19749" y="1142"/>
                  </a:lnTo>
                  <a:lnTo>
                    <a:pt x="20222" y="972"/>
                  </a:lnTo>
                  <a:lnTo>
                    <a:pt x="20751" y="733"/>
                  </a:lnTo>
                  <a:lnTo>
                    <a:pt x="21181" y="409"/>
                  </a:lnTo>
                  <a:lnTo>
                    <a:pt x="21600" y="0"/>
                  </a:lnTo>
                  <a:lnTo>
                    <a:pt x="21126" y="972"/>
                  </a:lnTo>
                  <a:lnTo>
                    <a:pt x="20597" y="1875"/>
                  </a:lnTo>
                  <a:lnTo>
                    <a:pt x="20013" y="2608"/>
                  </a:lnTo>
                  <a:lnTo>
                    <a:pt x="19484" y="3273"/>
                  </a:lnTo>
                  <a:lnTo>
                    <a:pt x="18955" y="3836"/>
                  </a:lnTo>
                  <a:lnTo>
                    <a:pt x="18371" y="4330"/>
                  </a:lnTo>
                  <a:lnTo>
                    <a:pt x="17787" y="4654"/>
                  </a:lnTo>
                  <a:lnTo>
                    <a:pt x="17258" y="4995"/>
                  </a:lnTo>
                  <a:lnTo>
                    <a:pt x="16200" y="5404"/>
                  </a:lnTo>
                  <a:lnTo>
                    <a:pt x="15197" y="5728"/>
                  </a:lnTo>
                  <a:lnTo>
                    <a:pt x="14238" y="5967"/>
                  </a:lnTo>
                  <a:lnTo>
                    <a:pt x="13500" y="6223"/>
                  </a:lnTo>
                  <a:lnTo>
                    <a:pt x="14503" y="6700"/>
                  </a:lnTo>
                  <a:lnTo>
                    <a:pt x="15351" y="6956"/>
                  </a:lnTo>
                  <a:lnTo>
                    <a:pt x="16145" y="7109"/>
                  </a:lnTo>
                  <a:lnTo>
                    <a:pt x="16894" y="7109"/>
                  </a:lnTo>
                  <a:lnTo>
                    <a:pt x="17633" y="7041"/>
                  </a:lnTo>
                  <a:lnTo>
                    <a:pt x="18481" y="6785"/>
                  </a:lnTo>
                  <a:lnTo>
                    <a:pt x="19429" y="6546"/>
                  </a:lnTo>
                  <a:lnTo>
                    <a:pt x="20597" y="6223"/>
                  </a:lnTo>
                  <a:lnTo>
                    <a:pt x="20123" y="7109"/>
                  </a:lnTo>
                  <a:lnTo>
                    <a:pt x="19693" y="7859"/>
                  </a:lnTo>
                  <a:lnTo>
                    <a:pt x="19220" y="8592"/>
                  </a:lnTo>
                  <a:lnTo>
                    <a:pt x="18746" y="9155"/>
                  </a:lnTo>
                  <a:lnTo>
                    <a:pt x="18261" y="9734"/>
                  </a:lnTo>
                  <a:lnTo>
                    <a:pt x="17313" y="10553"/>
                  </a:lnTo>
                  <a:lnTo>
                    <a:pt x="16784" y="10877"/>
                  </a:lnTo>
                  <a:lnTo>
                    <a:pt x="16310" y="11132"/>
                  </a:lnTo>
                  <a:lnTo>
                    <a:pt x="15781" y="11371"/>
                  </a:lnTo>
                  <a:lnTo>
                    <a:pt x="15252" y="11542"/>
                  </a:lnTo>
                  <a:lnTo>
                    <a:pt x="14723" y="11627"/>
                  </a:lnTo>
                  <a:lnTo>
                    <a:pt x="13555" y="11866"/>
                  </a:lnTo>
                  <a:lnTo>
                    <a:pt x="12387" y="11951"/>
                  </a:lnTo>
                  <a:lnTo>
                    <a:pt x="13081" y="12360"/>
                  </a:lnTo>
                  <a:lnTo>
                    <a:pt x="13875" y="12684"/>
                  </a:lnTo>
                  <a:lnTo>
                    <a:pt x="14613" y="12922"/>
                  </a:lnTo>
                  <a:lnTo>
                    <a:pt x="15407" y="13093"/>
                  </a:lnTo>
                  <a:lnTo>
                    <a:pt x="16255" y="13093"/>
                  </a:lnTo>
                  <a:lnTo>
                    <a:pt x="17104" y="13008"/>
                  </a:lnTo>
                  <a:lnTo>
                    <a:pt x="18051" y="12854"/>
                  </a:lnTo>
                  <a:lnTo>
                    <a:pt x="19065" y="12599"/>
                  </a:lnTo>
                  <a:close/>
                </a:path>
              </a:pathLst>
            </a:custGeom>
            <a:solidFill>
              <a:srgbClr val="FF66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94" name="Freeform 54"/>
            <p:cNvSpPr/>
            <p:nvPr/>
          </p:nvSpPr>
          <p:spPr>
            <a:xfrm>
              <a:off x="152368" y="202848"/>
              <a:ext cx="380331" cy="1549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07" y="21600"/>
                  </a:moveTo>
                  <a:lnTo>
                    <a:pt x="967" y="21075"/>
                  </a:lnTo>
                  <a:lnTo>
                    <a:pt x="1459" y="19275"/>
                  </a:lnTo>
                  <a:lnTo>
                    <a:pt x="2036" y="17813"/>
                  </a:lnTo>
                  <a:lnTo>
                    <a:pt x="2511" y="16387"/>
                  </a:lnTo>
                  <a:lnTo>
                    <a:pt x="3088" y="15300"/>
                  </a:lnTo>
                  <a:lnTo>
                    <a:pt x="4072" y="13500"/>
                  </a:lnTo>
                  <a:lnTo>
                    <a:pt x="4632" y="12975"/>
                  </a:lnTo>
                  <a:lnTo>
                    <a:pt x="5209" y="12412"/>
                  </a:lnTo>
                  <a:lnTo>
                    <a:pt x="5701" y="11887"/>
                  </a:lnTo>
                  <a:lnTo>
                    <a:pt x="6261" y="11512"/>
                  </a:lnTo>
                  <a:lnTo>
                    <a:pt x="6838" y="11325"/>
                  </a:lnTo>
                  <a:lnTo>
                    <a:pt x="7415" y="11175"/>
                  </a:lnTo>
                  <a:lnTo>
                    <a:pt x="9858" y="10800"/>
                  </a:lnTo>
                  <a:lnTo>
                    <a:pt x="11165" y="10800"/>
                  </a:lnTo>
                  <a:lnTo>
                    <a:pt x="12471" y="10612"/>
                  </a:lnTo>
                  <a:lnTo>
                    <a:pt x="13931" y="10425"/>
                  </a:lnTo>
                  <a:lnTo>
                    <a:pt x="15322" y="9713"/>
                  </a:lnTo>
                  <a:lnTo>
                    <a:pt x="16136" y="9187"/>
                  </a:lnTo>
                  <a:lnTo>
                    <a:pt x="16866" y="8625"/>
                  </a:lnTo>
                  <a:lnTo>
                    <a:pt x="17596" y="7912"/>
                  </a:lnTo>
                  <a:lnTo>
                    <a:pt x="18410" y="7013"/>
                  </a:lnTo>
                  <a:lnTo>
                    <a:pt x="19157" y="5925"/>
                  </a:lnTo>
                  <a:lnTo>
                    <a:pt x="19971" y="4687"/>
                  </a:lnTo>
                  <a:lnTo>
                    <a:pt x="20786" y="3225"/>
                  </a:lnTo>
                  <a:lnTo>
                    <a:pt x="21600" y="1612"/>
                  </a:lnTo>
                  <a:lnTo>
                    <a:pt x="20870" y="0"/>
                  </a:lnTo>
                  <a:lnTo>
                    <a:pt x="20124" y="1425"/>
                  </a:lnTo>
                  <a:lnTo>
                    <a:pt x="19394" y="2887"/>
                  </a:lnTo>
                  <a:lnTo>
                    <a:pt x="18580" y="3975"/>
                  </a:lnTo>
                  <a:lnTo>
                    <a:pt x="17935" y="5025"/>
                  </a:lnTo>
                  <a:lnTo>
                    <a:pt x="17188" y="5775"/>
                  </a:lnTo>
                  <a:lnTo>
                    <a:pt x="16459" y="6487"/>
                  </a:lnTo>
                  <a:lnTo>
                    <a:pt x="15814" y="7013"/>
                  </a:lnTo>
                  <a:lnTo>
                    <a:pt x="15067" y="7575"/>
                  </a:lnTo>
                  <a:lnTo>
                    <a:pt x="13761" y="8100"/>
                  </a:lnTo>
                  <a:lnTo>
                    <a:pt x="12386" y="8475"/>
                  </a:lnTo>
                  <a:lnTo>
                    <a:pt x="11165" y="8625"/>
                  </a:lnTo>
                  <a:lnTo>
                    <a:pt x="8552" y="8625"/>
                  </a:lnTo>
                  <a:lnTo>
                    <a:pt x="7330" y="9000"/>
                  </a:lnTo>
                  <a:lnTo>
                    <a:pt x="6668" y="9187"/>
                  </a:lnTo>
                  <a:lnTo>
                    <a:pt x="6024" y="9375"/>
                  </a:lnTo>
                  <a:lnTo>
                    <a:pt x="5447" y="9713"/>
                  </a:lnTo>
                  <a:lnTo>
                    <a:pt x="4802" y="10275"/>
                  </a:lnTo>
                  <a:lnTo>
                    <a:pt x="4157" y="10988"/>
                  </a:lnTo>
                  <a:lnTo>
                    <a:pt x="3580" y="11700"/>
                  </a:lnTo>
                  <a:lnTo>
                    <a:pt x="2918" y="12600"/>
                  </a:lnTo>
                  <a:lnTo>
                    <a:pt x="2359" y="13687"/>
                  </a:lnTo>
                  <a:lnTo>
                    <a:pt x="1782" y="14925"/>
                  </a:lnTo>
                  <a:lnTo>
                    <a:pt x="1222" y="16387"/>
                  </a:lnTo>
                  <a:lnTo>
                    <a:pt x="645" y="18000"/>
                  </a:lnTo>
                  <a:lnTo>
                    <a:pt x="68" y="19800"/>
                  </a:lnTo>
                  <a:lnTo>
                    <a:pt x="645" y="19275"/>
                  </a:lnTo>
                  <a:lnTo>
                    <a:pt x="68" y="19800"/>
                  </a:lnTo>
                  <a:lnTo>
                    <a:pt x="0" y="20325"/>
                  </a:lnTo>
                  <a:lnTo>
                    <a:pt x="0" y="20700"/>
                  </a:lnTo>
                  <a:lnTo>
                    <a:pt x="153" y="21075"/>
                  </a:lnTo>
                  <a:lnTo>
                    <a:pt x="238" y="21412"/>
                  </a:lnTo>
                  <a:lnTo>
                    <a:pt x="407" y="21600"/>
                  </a:lnTo>
                  <a:lnTo>
                    <a:pt x="645" y="21600"/>
                  </a:lnTo>
                  <a:lnTo>
                    <a:pt x="814" y="21412"/>
                  </a:lnTo>
                  <a:lnTo>
                    <a:pt x="967" y="21075"/>
                  </a:lnTo>
                  <a:lnTo>
                    <a:pt x="407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95" name="Freeform 55"/>
            <p:cNvSpPr/>
            <p:nvPr/>
          </p:nvSpPr>
          <p:spPr>
            <a:xfrm>
              <a:off x="-2" y="46543"/>
              <a:ext cx="163727" cy="3112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908" y="0"/>
                  </a:moveTo>
                  <a:lnTo>
                    <a:pt x="7410" y="803"/>
                  </a:lnTo>
                  <a:lnTo>
                    <a:pt x="6070" y="1531"/>
                  </a:lnTo>
                  <a:lnTo>
                    <a:pt x="4927" y="2334"/>
                  </a:lnTo>
                  <a:lnTo>
                    <a:pt x="3784" y="3043"/>
                  </a:lnTo>
                  <a:lnTo>
                    <a:pt x="2838" y="3846"/>
                  </a:lnTo>
                  <a:lnTo>
                    <a:pt x="2089" y="4742"/>
                  </a:lnTo>
                  <a:lnTo>
                    <a:pt x="1537" y="5563"/>
                  </a:lnTo>
                  <a:lnTo>
                    <a:pt x="946" y="6366"/>
                  </a:lnTo>
                  <a:lnTo>
                    <a:pt x="591" y="7169"/>
                  </a:lnTo>
                  <a:lnTo>
                    <a:pt x="394" y="7972"/>
                  </a:lnTo>
                  <a:lnTo>
                    <a:pt x="197" y="8868"/>
                  </a:lnTo>
                  <a:lnTo>
                    <a:pt x="0" y="9689"/>
                  </a:lnTo>
                  <a:lnTo>
                    <a:pt x="394" y="11295"/>
                  </a:lnTo>
                  <a:lnTo>
                    <a:pt x="749" y="12097"/>
                  </a:lnTo>
                  <a:lnTo>
                    <a:pt x="1143" y="12900"/>
                  </a:lnTo>
                  <a:lnTo>
                    <a:pt x="1537" y="13628"/>
                  </a:lnTo>
                  <a:lnTo>
                    <a:pt x="2286" y="14431"/>
                  </a:lnTo>
                  <a:lnTo>
                    <a:pt x="3035" y="15141"/>
                  </a:lnTo>
                  <a:lnTo>
                    <a:pt x="3784" y="15869"/>
                  </a:lnTo>
                  <a:lnTo>
                    <a:pt x="4730" y="16485"/>
                  </a:lnTo>
                  <a:lnTo>
                    <a:pt x="7016" y="17754"/>
                  </a:lnTo>
                  <a:lnTo>
                    <a:pt x="8159" y="18370"/>
                  </a:lnTo>
                  <a:lnTo>
                    <a:pt x="9460" y="18912"/>
                  </a:lnTo>
                  <a:lnTo>
                    <a:pt x="10800" y="19453"/>
                  </a:lnTo>
                  <a:lnTo>
                    <a:pt x="12337" y="19901"/>
                  </a:lnTo>
                  <a:lnTo>
                    <a:pt x="14032" y="20349"/>
                  </a:lnTo>
                  <a:lnTo>
                    <a:pt x="15530" y="20704"/>
                  </a:lnTo>
                  <a:lnTo>
                    <a:pt x="17422" y="21059"/>
                  </a:lnTo>
                  <a:lnTo>
                    <a:pt x="19117" y="21339"/>
                  </a:lnTo>
                  <a:lnTo>
                    <a:pt x="21048" y="21600"/>
                  </a:lnTo>
                  <a:lnTo>
                    <a:pt x="21600" y="20443"/>
                  </a:lnTo>
                  <a:lnTo>
                    <a:pt x="19905" y="20256"/>
                  </a:lnTo>
                  <a:lnTo>
                    <a:pt x="18171" y="19994"/>
                  </a:lnTo>
                  <a:lnTo>
                    <a:pt x="16476" y="19714"/>
                  </a:lnTo>
                  <a:lnTo>
                    <a:pt x="14978" y="19360"/>
                  </a:lnTo>
                  <a:lnTo>
                    <a:pt x="13638" y="18912"/>
                  </a:lnTo>
                  <a:lnTo>
                    <a:pt x="12337" y="18464"/>
                  </a:lnTo>
                  <a:lnTo>
                    <a:pt x="10997" y="18016"/>
                  </a:lnTo>
                  <a:lnTo>
                    <a:pt x="9854" y="17568"/>
                  </a:lnTo>
                  <a:lnTo>
                    <a:pt x="8711" y="17026"/>
                  </a:lnTo>
                  <a:lnTo>
                    <a:pt x="7568" y="16410"/>
                  </a:lnTo>
                  <a:lnTo>
                    <a:pt x="6622" y="15869"/>
                  </a:lnTo>
                  <a:lnTo>
                    <a:pt x="5873" y="15234"/>
                  </a:lnTo>
                  <a:lnTo>
                    <a:pt x="5124" y="14618"/>
                  </a:lnTo>
                  <a:lnTo>
                    <a:pt x="4375" y="13983"/>
                  </a:lnTo>
                  <a:lnTo>
                    <a:pt x="3784" y="13274"/>
                  </a:lnTo>
                  <a:lnTo>
                    <a:pt x="3429" y="12546"/>
                  </a:lnTo>
                  <a:lnTo>
                    <a:pt x="3035" y="11836"/>
                  </a:lnTo>
                  <a:lnTo>
                    <a:pt x="2641" y="11108"/>
                  </a:lnTo>
                  <a:lnTo>
                    <a:pt x="2483" y="10399"/>
                  </a:lnTo>
                  <a:lnTo>
                    <a:pt x="2483" y="8868"/>
                  </a:lnTo>
                  <a:lnTo>
                    <a:pt x="2641" y="8158"/>
                  </a:lnTo>
                  <a:lnTo>
                    <a:pt x="2838" y="7430"/>
                  </a:lnTo>
                  <a:lnTo>
                    <a:pt x="3232" y="6627"/>
                  </a:lnTo>
                  <a:lnTo>
                    <a:pt x="3784" y="5918"/>
                  </a:lnTo>
                  <a:lnTo>
                    <a:pt x="4375" y="5115"/>
                  </a:lnTo>
                  <a:lnTo>
                    <a:pt x="5124" y="4387"/>
                  </a:lnTo>
                  <a:lnTo>
                    <a:pt x="5873" y="3678"/>
                  </a:lnTo>
                  <a:lnTo>
                    <a:pt x="6819" y="2950"/>
                  </a:lnTo>
                  <a:lnTo>
                    <a:pt x="9105" y="1531"/>
                  </a:lnTo>
                  <a:lnTo>
                    <a:pt x="10406" y="803"/>
                  </a:lnTo>
                  <a:lnTo>
                    <a:pt x="8908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96" name="Freeform 56"/>
            <p:cNvSpPr/>
            <p:nvPr/>
          </p:nvSpPr>
          <p:spPr>
            <a:xfrm>
              <a:off x="67520" y="-1"/>
              <a:ext cx="538377" cy="581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80" y="4800"/>
                  </a:moveTo>
                  <a:lnTo>
                    <a:pt x="21025" y="1000"/>
                  </a:lnTo>
                  <a:lnTo>
                    <a:pt x="20557" y="2900"/>
                  </a:lnTo>
                  <a:lnTo>
                    <a:pt x="20102" y="4800"/>
                  </a:lnTo>
                  <a:lnTo>
                    <a:pt x="19634" y="6300"/>
                  </a:lnTo>
                  <a:lnTo>
                    <a:pt x="19059" y="7200"/>
                  </a:lnTo>
                  <a:lnTo>
                    <a:pt x="18483" y="8200"/>
                  </a:lnTo>
                  <a:lnTo>
                    <a:pt x="17908" y="8700"/>
                  </a:lnTo>
                  <a:lnTo>
                    <a:pt x="16649" y="8700"/>
                  </a:lnTo>
                  <a:lnTo>
                    <a:pt x="15259" y="8200"/>
                  </a:lnTo>
                  <a:lnTo>
                    <a:pt x="13761" y="6700"/>
                  </a:lnTo>
                  <a:lnTo>
                    <a:pt x="12322" y="5300"/>
                  </a:lnTo>
                  <a:lnTo>
                    <a:pt x="10776" y="3900"/>
                  </a:lnTo>
                  <a:lnTo>
                    <a:pt x="9278" y="1900"/>
                  </a:lnTo>
                  <a:lnTo>
                    <a:pt x="7719" y="1000"/>
                  </a:lnTo>
                  <a:lnTo>
                    <a:pt x="6221" y="500"/>
                  </a:lnTo>
                  <a:lnTo>
                    <a:pt x="4843" y="1000"/>
                  </a:lnTo>
                  <a:lnTo>
                    <a:pt x="4147" y="1500"/>
                  </a:lnTo>
                  <a:lnTo>
                    <a:pt x="3452" y="2400"/>
                  </a:lnTo>
                  <a:lnTo>
                    <a:pt x="2817" y="3900"/>
                  </a:lnTo>
                  <a:lnTo>
                    <a:pt x="2194" y="5800"/>
                  </a:lnTo>
                  <a:lnTo>
                    <a:pt x="1558" y="7700"/>
                  </a:lnTo>
                  <a:lnTo>
                    <a:pt x="983" y="10600"/>
                  </a:lnTo>
                  <a:lnTo>
                    <a:pt x="455" y="13500"/>
                  </a:lnTo>
                  <a:lnTo>
                    <a:pt x="0" y="17300"/>
                  </a:lnTo>
                  <a:lnTo>
                    <a:pt x="455" y="21600"/>
                  </a:lnTo>
                  <a:lnTo>
                    <a:pt x="923" y="18300"/>
                  </a:lnTo>
                  <a:lnTo>
                    <a:pt x="1378" y="15400"/>
                  </a:lnTo>
                  <a:lnTo>
                    <a:pt x="1906" y="13000"/>
                  </a:lnTo>
                  <a:lnTo>
                    <a:pt x="2421" y="11100"/>
                  </a:lnTo>
                  <a:lnTo>
                    <a:pt x="2997" y="9600"/>
                  </a:lnTo>
                  <a:lnTo>
                    <a:pt x="3572" y="8200"/>
                  </a:lnTo>
                  <a:lnTo>
                    <a:pt x="4207" y="7700"/>
                  </a:lnTo>
                  <a:lnTo>
                    <a:pt x="4843" y="6700"/>
                  </a:lnTo>
                  <a:lnTo>
                    <a:pt x="6221" y="6300"/>
                  </a:lnTo>
                  <a:lnTo>
                    <a:pt x="7659" y="6700"/>
                  </a:lnTo>
                  <a:lnTo>
                    <a:pt x="9158" y="8200"/>
                  </a:lnTo>
                  <a:lnTo>
                    <a:pt x="10716" y="9600"/>
                  </a:lnTo>
                  <a:lnTo>
                    <a:pt x="12214" y="11100"/>
                  </a:lnTo>
                  <a:lnTo>
                    <a:pt x="13713" y="13000"/>
                  </a:lnTo>
                  <a:lnTo>
                    <a:pt x="15199" y="13900"/>
                  </a:lnTo>
                  <a:lnTo>
                    <a:pt x="16590" y="14900"/>
                  </a:lnTo>
                  <a:lnTo>
                    <a:pt x="17273" y="14900"/>
                  </a:lnTo>
                  <a:lnTo>
                    <a:pt x="17968" y="14400"/>
                  </a:lnTo>
                  <a:lnTo>
                    <a:pt x="18603" y="13900"/>
                  </a:lnTo>
                  <a:lnTo>
                    <a:pt x="19239" y="13000"/>
                  </a:lnTo>
                  <a:lnTo>
                    <a:pt x="19814" y="12000"/>
                  </a:lnTo>
                  <a:lnTo>
                    <a:pt x="20389" y="10100"/>
                  </a:lnTo>
                  <a:lnTo>
                    <a:pt x="20905" y="8200"/>
                  </a:lnTo>
                  <a:lnTo>
                    <a:pt x="21420" y="5800"/>
                  </a:lnTo>
                  <a:lnTo>
                    <a:pt x="20905" y="1500"/>
                  </a:lnTo>
                  <a:lnTo>
                    <a:pt x="21420" y="5800"/>
                  </a:lnTo>
                  <a:lnTo>
                    <a:pt x="21540" y="4800"/>
                  </a:lnTo>
                  <a:lnTo>
                    <a:pt x="21600" y="3900"/>
                  </a:lnTo>
                  <a:lnTo>
                    <a:pt x="21540" y="2400"/>
                  </a:lnTo>
                  <a:lnTo>
                    <a:pt x="21480" y="1500"/>
                  </a:lnTo>
                  <a:lnTo>
                    <a:pt x="21420" y="1000"/>
                  </a:lnTo>
                  <a:lnTo>
                    <a:pt x="21312" y="500"/>
                  </a:lnTo>
                  <a:lnTo>
                    <a:pt x="21133" y="0"/>
                  </a:lnTo>
                  <a:lnTo>
                    <a:pt x="21025" y="1000"/>
                  </a:lnTo>
                  <a:lnTo>
                    <a:pt x="21480" y="48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97" name="Freeform 57"/>
            <p:cNvSpPr/>
            <p:nvPr/>
          </p:nvSpPr>
          <p:spPr>
            <a:xfrm>
              <a:off x="367479" y="4037"/>
              <a:ext cx="235431" cy="1108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9" y="18612"/>
                  </a:moveTo>
                  <a:lnTo>
                    <a:pt x="932" y="21600"/>
                  </a:lnTo>
                  <a:lnTo>
                    <a:pt x="2906" y="20866"/>
                  </a:lnTo>
                  <a:lnTo>
                    <a:pt x="5153" y="20132"/>
                  </a:lnTo>
                  <a:lnTo>
                    <a:pt x="7648" y="19083"/>
                  </a:lnTo>
                  <a:lnTo>
                    <a:pt x="10416" y="17825"/>
                  </a:lnTo>
                  <a:lnTo>
                    <a:pt x="11869" y="16829"/>
                  </a:lnTo>
                  <a:lnTo>
                    <a:pt x="13294" y="15571"/>
                  </a:lnTo>
                  <a:lnTo>
                    <a:pt x="14747" y="14050"/>
                  </a:lnTo>
                  <a:lnTo>
                    <a:pt x="16200" y="12320"/>
                  </a:lnTo>
                  <a:lnTo>
                    <a:pt x="17516" y="10276"/>
                  </a:lnTo>
                  <a:lnTo>
                    <a:pt x="18969" y="7759"/>
                  </a:lnTo>
                  <a:lnTo>
                    <a:pt x="20284" y="5033"/>
                  </a:lnTo>
                  <a:lnTo>
                    <a:pt x="21600" y="1730"/>
                  </a:lnTo>
                  <a:lnTo>
                    <a:pt x="20284" y="0"/>
                  </a:lnTo>
                  <a:lnTo>
                    <a:pt x="19106" y="2988"/>
                  </a:lnTo>
                  <a:lnTo>
                    <a:pt x="17790" y="5767"/>
                  </a:lnTo>
                  <a:lnTo>
                    <a:pt x="16474" y="8021"/>
                  </a:lnTo>
                  <a:lnTo>
                    <a:pt x="15295" y="9804"/>
                  </a:lnTo>
                  <a:lnTo>
                    <a:pt x="13843" y="11534"/>
                  </a:lnTo>
                  <a:lnTo>
                    <a:pt x="12527" y="12792"/>
                  </a:lnTo>
                  <a:lnTo>
                    <a:pt x="11211" y="13841"/>
                  </a:lnTo>
                  <a:lnTo>
                    <a:pt x="9895" y="14837"/>
                  </a:lnTo>
                  <a:lnTo>
                    <a:pt x="7237" y="16095"/>
                  </a:lnTo>
                  <a:lnTo>
                    <a:pt x="4879" y="17091"/>
                  </a:lnTo>
                  <a:lnTo>
                    <a:pt x="2494" y="17825"/>
                  </a:lnTo>
                  <a:lnTo>
                    <a:pt x="521" y="18612"/>
                  </a:lnTo>
                  <a:lnTo>
                    <a:pt x="521" y="21600"/>
                  </a:lnTo>
                  <a:lnTo>
                    <a:pt x="521" y="18612"/>
                  </a:lnTo>
                  <a:lnTo>
                    <a:pt x="274" y="18874"/>
                  </a:lnTo>
                  <a:lnTo>
                    <a:pt x="0" y="19346"/>
                  </a:lnTo>
                  <a:lnTo>
                    <a:pt x="0" y="20604"/>
                  </a:lnTo>
                  <a:lnTo>
                    <a:pt x="137" y="21128"/>
                  </a:lnTo>
                  <a:lnTo>
                    <a:pt x="274" y="21390"/>
                  </a:lnTo>
                  <a:lnTo>
                    <a:pt x="658" y="21600"/>
                  </a:lnTo>
                  <a:lnTo>
                    <a:pt x="932" y="21600"/>
                  </a:lnTo>
                  <a:lnTo>
                    <a:pt x="1069" y="1861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98" name="Freeform 58"/>
            <p:cNvSpPr/>
            <p:nvPr/>
          </p:nvSpPr>
          <p:spPr>
            <a:xfrm>
              <a:off x="373156" y="99541"/>
              <a:ext cx="204058" cy="295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42" y="9425"/>
                  </a:moveTo>
                  <a:lnTo>
                    <a:pt x="20525" y="0"/>
                  </a:lnTo>
                  <a:lnTo>
                    <a:pt x="17172" y="3731"/>
                  </a:lnTo>
                  <a:lnTo>
                    <a:pt x="14453" y="6480"/>
                  </a:lnTo>
                  <a:lnTo>
                    <a:pt x="12018" y="9425"/>
                  </a:lnTo>
                  <a:lnTo>
                    <a:pt x="10057" y="10407"/>
                  </a:lnTo>
                  <a:lnTo>
                    <a:pt x="7906" y="10407"/>
                  </a:lnTo>
                  <a:lnTo>
                    <a:pt x="5787" y="8444"/>
                  </a:lnTo>
                  <a:lnTo>
                    <a:pt x="3352" y="5695"/>
                  </a:lnTo>
                  <a:lnTo>
                    <a:pt x="633" y="0"/>
                  </a:lnTo>
                  <a:lnTo>
                    <a:pt x="0" y="11193"/>
                  </a:lnTo>
                  <a:lnTo>
                    <a:pt x="2910" y="16887"/>
                  </a:lnTo>
                  <a:lnTo>
                    <a:pt x="5471" y="19833"/>
                  </a:lnTo>
                  <a:lnTo>
                    <a:pt x="7748" y="21600"/>
                  </a:lnTo>
                  <a:lnTo>
                    <a:pt x="10057" y="21600"/>
                  </a:lnTo>
                  <a:lnTo>
                    <a:pt x="12334" y="20618"/>
                  </a:lnTo>
                  <a:lnTo>
                    <a:pt x="14737" y="18851"/>
                  </a:lnTo>
                  <a:lnTo>
                    <a:pt x="17489" y="15120"/>
                  </a:lnTo>
                  <a:lnTo>
                    <a:pt x="20841" y="11193"/>
                  </a:lnTo>
                  <a:lnTo>
                    <a:pt x="19924" y="1767"/>
                  </a:lnTo>
                  <a:lnTo>
                    <a:pt x="20841" y="11193"/>
                  </a:lnTo>
                  <a:lnTo>
                    <a:pt x="21284" y="10407"/>
                  </a:lnTo>
                  <a:lnTo>
                    <a:pt x="21600" y="8444"/>
                  </a:lnTo>
                  <a:lnTo>
                    <a:pt x="21600" y="2749"/>
                  </a:lnTo>
                  <a:lnTo>
                    <a:pt x="21284" y="982"/>
                  </a:lnTo>
                  <a:lnTo>
                    <a:pt x="20967" y="0"/>
                  </a:lnTo>
                  <a:lnTo>
                    <a:pt x="20525" y="0"/>
                  </a:lnTo>
                  <a:lnTo>
                    <a:pt x="21442" y="942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99" name="Freeform 59"/>
            <p:cNvSpPr/>
            <p:nvPr/>
          </p:nvSpPr>
          <p:spPr>
            <a:xfrm>
              <a:off x="336109" y="101963"/>
              <a:ext cx="239612" cy="1035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58" y="18346"/>
                  </a:moveTo>
                  <a:lnTo>
                    <a:pt x="889" y="21600"/>
                  </a:lnTo>
                  <a:lnTo>
                    <a:pt x="3878" y="21319"/>
                  </a:lnTo>
                  <a:lnTo>
                    <a:pt x="6706" y="20758"/>
                  </a:lnTo>
                  <a:lnTo>
                    <a:pt x="7999" y="20254"/>
                  </a:lnTo>
                  <a:lnTo>
                    <a:pt x="9426" y="19692"/>
                  </a:lnTo>
                  <a:lnTo>
                    <a:pt x="10719" y="18907"/>
                  </a:lnTo>
                  <a:lnTo>
                    <a:pt x="12012" y="18065"/>
                  </a:lnTo>
                  <a:lnTo>
                    <a:pt x="13197" y="16999"/>
                  </a:lnTo>
                  <a:lnTo>
                    <a:pt x="14490" y="15653"/>
                  </a:lnTo>
                  <a:lnTo>
                    <a:pt x="15648" y="14026"/>
                  </a:lnTo>
                  <a:lnTo>
                    <a:pt x="16941" y="12175"/>
                  </a:lnTo>
                  <a:lnTo>
                    <a:pt x="18099" y="10267"/>
                  </a:lnTo>
                  <a:lnTo>
                    <a:pt x="19257" y="7855"/>
                  </a:lnTo>
                  <a:lnTo>
                    <a:pt x="20442" y="5162"/>
                  </a:lnTo>
                  <a:lnTo>
                    <a:pt x="21600" y="2188"/>
                  </a:lnTo>
                  <a:lnTo>
                    <a:pt x="20307" y="0"/>
                  </a:lnTo>
                  <a:lnTo>
                    <a:pt x="19257" y="2974"/>
                  </a:lnTo>
                  <a:lnTo>
                    <a:pt x="18099" y="5386"/>
                  </a:lnTo>
                  <a:lnTo>
                    <a:pt x="17075" y="7574"/>
                  </a:lnTo>
                  <a:lnTo>
                    <a:pt x="15890" y="9425"/>
                  </a:lnTo>
                  <a:lnTo>
                    <a:pt x="14867" y="11333"/>
                  </a:lnTo>
                  <a:lnTo>
                    <a:pt x="13709" y="12679"/>
                  </a:lnTo>
                  <a:lnTo>
                    <a:pt x="12551" y="13745"/>
                  </a:lnTo>
                  <a:lnTo>
                    <a:pt x="11366" y="14868"/>
                  </a:lnTo>
                  <a:lnTo>
                    <a:pt x="9049" y="16438"/>
                  </a:lnTo>
                  <a:lnTo>
                    <a:pt x="7757" y="16999"/>
                  </a:lnTo>
                  <a:lnTo>
                    <a:pt x="6464" y="17280"/>
                  </a:lnTo>
                  <a:lnTo>
                    <a:pt x="3744" y="17785"/>
                  </a:lnTo>
                  <a:lnTo>
                    <a:pt x="754" y="18346"/>
                  </a:lnTo>
                  <a:lnTo>
                    <a:pt x="512" y="21600"/>
                  </a:lnTo>
                  <a:lnTo>
                    <a:pt x="754" y="18346"/>
                  </a:lnTo>
                  <a:lnTo>
                    <a:pt x="512" y="18346"/>
                  </a:lnTo>
                  <a:lnTo>
                    <a:pt x="242" y="18907"/>
                  </a:lnTo>
                  <a:lnTo>
                    <a:pt x="108" y="19412"/>
                  </a:lnTo>
                  <a:lnTo>
                    <a:pt x="0" y="19973"/>
                  </a:lnTo>
                  <a:lnTo>
                    <a:pt x="108" y="20478"/>
                  </a:lnTo>
                  <a:lnTo>
                    <a:pt x="242" y="21039"/>
                  </a:lnTo>
                  <a:lnTo>
                    <a:pt x="512" y="21600"/>
                  </a:lnTo>
                  <a:lnTo>
                    <a:pt x="889" y="21600"/>
                  </a:lnTo>
                  <a:lnTo>
                    <a:pt x="1158" y="1834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600" name="Freeform 60"/>
            <p:cNvSpPr/>
            <p:nvPr/>
          </p:nvSpPr>
          <p:spPr>
            <a:xfrm>
              <a:off x="341786" y="189934"/>
              <a:ext cx="193602" cy="33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300" y="15725"/>
                  </a:moveTo>
                  <a:lnTo>
                    <a:pt x="20500" y="6566"/>
                  </a:lnTo>
                  <a:lnTo>
                    <a:pt x="17433" y="9158"/>
                  </a:lnTo>
                  <a:lnTo>
                    <a:pt x="14733" y="10714"/>
                  </a:lnTo>
                  <a:lnTo>
                    <a:pt x="12167" y="11578"/>
                  </a:lnTo>
                  <a:lnTo>
                    <a:pt x="9600" y="10714"/>
                  </a:lnTo>
                  <a:lnTo>
                    <a:pt x="7367" y="10022"/>
                  </a:lnTo>
                  <a:lnTo>
                    <a:pt x="5100" y="7430"/>
                  </a:lnTo>
                  <a:lnTo>
                    <a:pt x="2867" y="5011"/>
                  </a:lnTo>
                  <a:lnTo>
                    <a:pt x="800" y="0"/>
                  </a:lnTo>
                  <a:lnTo>
                    <a:pt x="0" y="10022"/>
                  </a:lnTo>
                  <a:lnTo>
                    <a:pt x="2233" y="14170"/>
                  </a:lnTo>
                  <a:lnTo>
                    <a:pt x="4633" y="18317"/>
                  </a:lnTo>
                  <a:lnTo>
                    <a:pt x="7033" y="19872"/>
                  </a:lnTo>
                  <a:lnTo>
                    <a:pt x="9600" y="21600"/>
                  </a:lnTo>
                  <a:lnTo>
                    <a:pt x="12167" y="21600"/>
                  </a:lnTo>
                  <a:lnTo>
                    <a:pt x="14900" y="20736"/>
                  </a:lnTo>
                  <a:lnTo>
                    <a:pt x="17767" y="19008"/>
                  </a:lnTo>
                  <a:lnTo>
                    <a:pt x="20800" y="17453"/>
                  </a:lnTo>
                  <a:lnTo>
                    <a:pt x="19867" y="8294"/>
                  </a:lnTo>
                  <a:lnTo>
                    <a:pt x="20800" y="17453"/>
                  </a:lnTo>
                  <a:lnTo>
                    <a:pt x="21133" y="16589"/>
                  </a:lnTo>
                  <a:lnTo>
                    <a:pt x="21467" y="14861"/>
                  </a:lnTo>
                  <a:lnTo>
                    <a:pt x="21600" y="13306"/>
                  </a:lnTo>
                  <a:lnTo>
                    <a:pt x="21600" y="10714"/>
                  </a:lnTo>
                  <a:lnTo>
                    <a:pt x="21467" y="9158"/>
                  </a:lnTo>
                  <a:lnTo>
                    <a:pt x="21133" y="7430"/>
                  </a:lnTo>
                  <a:lnTo>
                    <a:pt x="20800" y="6566"/>
                  </a:lnTo>
                  <a:lnTo>
                    <a:pt x="20500" y="6566"/>
                  </a:lnTo>
                  <a:lnTo>
                    <a:pt x="21300" y="1572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602" name="Прямая соединительная линия 3098"/>
          <p:cNvSpPr/>
          <p:nvPr/>
        </p:nvSpPr>
        <p:spPr>
          <a:xfrm>
            <a:off x="2055324" y="732469"/>
            <a:ext cx="9141764" cy="5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603" name="Разработка северной части веб-сервиса"/>
          <p:cNvSpPr txBox="1"/>
          <p:nvPr/>
        </p:nvSpPr>
        <p:spPr>
          <a:xfrm>
            <a:off x="365689" y="911062"/>
            <a:ext cx="2537294" cy="584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ru-RU" sz="3200" b="1" dirty="0">
                <a:latin typeface="Aptos (Основной текст)"/>
                <a:ea typeface="+mj-ea"/>
              </a:rPr>
              <a:t>Тестирование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E95BCA8-DEC1-419F-8094-FADE74DD52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095181" y="6414762"/>
            <a:ext cx="258620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888888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fld id="{86CB4B4D-7CA3-9044-876B-883B54F8677D}" type="slidenum">
              <a:rPr lang="ru-RU" smtClean="0"/>
              <a:pPr/>
              <a:t>12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8587EC3-2645-4208-B976-EF9CB96315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8169" y="808332"/>
            <a:ext cx="3683659" cy="304216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B7968B3-1511-4992-A835-E32B5C2574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8169" y="3878487"/>
            <a:ext cx="3683659" cy="2881476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AD904D0-0F5D-4AD8-9249-2CEECB5132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1162" y="5331014"/>
            <a:ext cx="5887272" cy="1428949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7109C27-5A94-470F-AF6E-76100EFB64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44871" y="2968529"/>
            <a:ext cx="4583563" cy="2273736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05D6A33C-B11C-479F-BDCD-3A7C3B6D3586}"/>
              </a:ext>
            </a:extLst>
          </p:cNvPr>
          <p:cNvSpPr txBox="1"/>
          <p:nvPr/>
        </p:nvSpPr>
        <p:spPr>
          <a:xfrm>
            <a:off x="357347" y="157358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Корректность расчётов проверялась с помощью модульных и интеграционных тестов на базе </a:t>
            </a:r>
            <a:r>
              <a:rPr lang="ru-RU" dirty="0" err="1"/>
              <a:t>xUnit</a:t>
            </a:r>
            <a:r>
              <a:rPr lang="ru-RU" dirty="0"/>
              <a:t>. Результаты вычислений сравнивались с эталонными инженерными данными.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3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87" y="12115"/>
            <a:ext cx="2034240" cy="68893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601" name="Group 13"/>
          <p:cNvGrpSpPr/>
          <p:nvPr/>
        </p:nvGrpSpPr>
        <p:grpSpPr>
          <a:xfrm>
            <a:off x="11407140" y="93998"/>
            <a:ext cx="605898" cy="638143"/>
            <a:chOff x="-1" y="0"/>
            <a:chExt cx="605897" cy="638142"/>
          </a:xfrm>
        </p:grpSpPr>
        <p:sp>
          <p:nvSpPr>
            <p:cNvPr id="554" name="Freeform 14"/>
            <p:cNvSpPr/>
            <p:nvPr/>
          </p:nvSpPr>
          <p:spPr>
            <a:xfrm>
              <a:off x="87537" y="343551"/>
              <a:ext cx="182249" cy="2453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4784"/>
                  </a:moveTo>
                  <a:lnTo>
                    <a:pt x="21600" y="0"/>
                  </a:lnTo>
                  <a:lnTo>
                    <a:pt x="21600" y="5116"/>
                  </a:lnTo>
                  <a:lnTo>
                    <a:pt x="14483" y="6703"/>
                  </a:lnTo>
                  <a:lnTo>
                    <a:pt x="14660" y="20250"/>
                  </a:lnTo>
                  <a:lnTo>
                    <a:pt x="6976" y="21600"/>
                  </a:lnTo>
                  <a:lnTo>
                    <a:pt x="6976" y="8408"/>
                  </a:lnTo>
                  <a:lnTo>
                    <a:pt x="0" y="10018"/>
                  </a:lnTo>
                  <a:lnTo>
                    <a:pt x="0" y="4784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55" name="Freeform 15"/>
            <p:cNvSpPr/>
            <p:nvPr/>
          </p:nvSpPr>
          <p:spPr>
            <a:xfrm>
              <a:off x="84848" y="335750"/>
              <a:ext cx="193602" cy="699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409"/>
                  </a:moveTo>
                  <a:lnTo>
                    <a:pt x="20333" y="0"/>
                  </a:lnTo>
                  <a:lnTo>
                    <a:pt x="0" y="16782"/>
                  </a:lnTo>
                  <a:lnTo>
                    <a:pt x="633" y="21600"/>
                  </a:lnTo>
                  <a:lnTo>
                    <a:pt x="20967" y="4818"/>
                  </a:lnTo>
                  <a:lnTo>
                    <a:pt x="19700" y="2409"/>
                  </a:lnTo>
                  <a:lnTo>
                    <a:pt x="20967" y="4818"/>
                  </a:lnTo>
                  <a:lnTo>
                    <a:pt x="21300" y="4403"/>
                  </a:lnTo>
                  <a:lnTo>
                    <a:pt x="21600" y="3655"/>
                  </a:lnTo>
                  <a:lnTo>
                    <a:pt x="21600" y="1662"/>
                  </a:lnTo>
                  <a:lnTo>
                    <a:pt x="21467" y="831"/>
                  </a:lnTo>
                  <a:lnTo>
                    <a:pt x="20800" y="0"/>
                  </a:lnTo>
                  <a:lnTo>
                    <a:pt x="20333" y="0"/>
                  </a:lnTo>
                  <a:lnTo>
                    <a:pt x="21600" y="240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56" name="Freeform 16"/>
            <p:cNvSpPr/>
            <p:nvPr/>
          </p:nvSpPr>
          <p:spPr>
            <a:xfrm>
              <a:off x="261417" y="343551"/>
              <a:ext cx="17033" cy="67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400" y="21168"/>
                  </a:moveTo>
                  <a:lnTo>
                    <a:pt x="21600" y="18662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8662"/>
                  </a:lnTo>
                  <a:lnTo>
                    <a:pt x="7200" y="16157"/>
                  </a:lnTo>
                  <a:lnTo>
                    <a:pt x="0" y="18662"/>
                  </a:lnTo>
                  <a:lnTo>
                    <a:pt x="0" y="19958"/>
                  </a:lnTo>
                  <a:lnTo>
                    <a:pt x="3411" y="20736"/>
                  </a:lnTo>
                  <a:lnTo>
                    <a:pt x="7200" y="21168"/>
                  </a:lnTo>
                  <a:lnTo>
                    <a:pt x="10611" y="21600"/>
                  </a:lnTo>
                  <a:lnTo>
                    <a:pt x="18189" y="20736"/>
                  </a:lnTo>
                  <a:lnTo>
                    <a:pt x="21600" y="19958"/>
                  </a:lnTo>
                  <a:lnTo>
                    <a:pt x="21600" y="18662"/>
                  </a:lnTo>
                  <a:lnTo>
                    <a:pt x="14400" y="2116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57" name="Freeform 17"/>
            <p:cNvSpPr/>
            <p:nvPr/>
          </p:nvSpPr>
          <p:spPr>
            <a:xfrm>
              <a:off x="201067" y="393859"/>
              <a:ext cx="71707" cy="33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220" y="16589"/>
                  </a:moveTo>
                  <a:lnTo>
                    <a:pt x="3420" y="21600"/>
                  </a:lnTo>
                  <a:lnTo>
                    <a:pt x="21600" y="10022"/>
                  </a:lnTo>
                  <a:lnTo>
                    <a:pt x="19890" y="0"/>
                  </a:lnTo>
                  <a:lnTo>
                    <a:pt x="1710" y="11750"/>
                  </a:lnTo>
                  <a:lnTo>
                    <a:pt x="0" y="16589"/>
                  </a:lnTo>
                  <a:lnTo>
                    <a:pt x="1710" y="11750"/>
                  </a:lnTo>
                  <a:lnTo>
                    <a:pt x="810" y="13306"/>
                  </a:lnTo>
                  <a:lnTo>
                    <a:pt x="0" y="15034"/>
                  </a:lnTo>
                  <a:lnTo>
                    <a:pt x="0" y="18317"/>
                  </a:lnTo>
                  <a:lnTo>
                    <a:pt x="450" y="20045"/>
                  </a:lnTo>
                  <a:lnTo>
                    <a:pt x="1260" y="21600"/>
                  </a:lnTo>
                  <a:lnTo>
                    <a:pt x="3420" y="21600"/>
                  </a:lnTo>
                  <a:lnTo>
                    <a:pt x="5220" y="165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58" name="Freeform 18"/>
            <p:cNvSpPr/>
            <p:nvPr/>
          </p:nvSpPr>
          <p:spPr>
            <a:xfrm>
              <a:off x="201067" y="419686"/>
              <a:ext cx="18527" cy="1616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981" y="21600"/>
                  </a:moveTo>
                  <a:lnTo>
                    <a:pt x="21600" y="20558"/>
                  </a:lnTo>
                  <a:lnTo>
                    <a:pt x="20206" y="0"/>
                  </a:lnTo>
                  <a:lnTo>
                    <a:pt x="0" y="0"/>
                  </a:lnTo>
                  <a:lnTo>
                    <a:pt x="1742" y="20558"/>
                  </a:lnTo>
                  <a:lnTo>
                    <a:pt x="8361" y="19515"/>
                  </a:lnTo>
                  <a:lnTo>
                    <a:pt x="1742" y="20558"/>
                  </a:lnTo>
                  <a:lnTo>
                    <a:pt x="1742" y="21061"/>
                  </a:lnTo>
                  <a:lnTo>
                    <a:pt x="4877" y="21420"/>
                  </a:lnTo>
                  <a:lnTo>
                    <a:pt x="8361" y="21600"/>
                  </a:lnTo>
                  <a:lnTo>
                    <a:pt x="14981" y="21600"/>
                  </a:lnTo>
                  <a:lnTo>
                    <a:pt x="18465" y="21420"/>
                  </a:lnTo>
                  <a:lnTo>
                    <a:pt x="21600" y="21061"/>
                  </a:lnTo>
                  <a:lnTo>
                    <a:pt x="21600" y="20558"/>
                  </a:lnTo>
                  <a:lnTo>
                    <a:pt x="14981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59" name="Freeform 19"/>
            <p:cNvSpPr/>
            <p:nvPr/>
          </p:nvSpPr>
          <p:spPr>
            <a:xfrm>
              <a:off x="136534" y="565767"/>
              <a:ext cx="77383" cy="322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5480"/>
                  </a:moveTo>
                  <a:lnTo>
                    <a:pt x="3169" y="20700"/>
                  </a:lnTo>
                  <a:lnTo>
                    <a:pt x="21600" y="10440"/>
                  </a:lnTo>
                  <a:lnTo>
                    <a:pt x="20015" y="0"/>
                  </a:lnTo>
                  <a:lnTo>
                    <a:pt x="2002" y="10440"/>
                  </a:lnTo>
                  <a:lnTo>
                    <a:pt x="5171" y="15480"/>
                  </a:lnTo>
                  <a:lnTo>
                    <a:pt x="2002" y="10440"/>
                  </a:lnTo>
                  <a:lnTo>
                    <a:pt x="751" y="12060"/>
                  </a:lnTo>
                  <a:lnTo>
                    <a:pt x="334" y="12960"/>
                  </a:lnTo>
                  <a:lnTo>
                    <a:pt x="0" y="15480"/>
                  </a:lnTo>
                  <a:lnTo>
                    <a:pt x="334" y="17280"/>
                  </a:lnTo>
                  <a:lnTo>
                    <a:pt x="334" y="19080"/>
                  </a:lnTo>
                  <a:lnTo>
                    <a:pt x="1168" y="20700"/>
                  </a:lnTo>
                  <a:lnTo>
                    <a:pt x="2002" y="21600"/>
                  </a:lnTo>
                  <a:lnTo>
                    <a:pt x="3169" y="20700"/>
                  </a:lnTo>
                  <a:lnTo>
                    <a:pt x="0" y="1548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60" name="Freeform 20"/>
            <p:cNvSpPr/>
            <p:nvPr/>
          </p:nvSpPr>
          <p:spPr>
            <a:xfrm>
              <a:off x="136534" y="431523"/>
              <a:ext cx="18527" cy="1573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39" y="2105"/>
                  </a:moveTo>
                  <a:lnTo>
                    <a:pt x="0" y="1034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034"/>
                  </a:lnTo>
                  <a:lnTo>
                    <a:pt x="8361" y="0"/>
                  </a:lnTo>
                  <a:lnTo>
                    <a:pt x="21600" y="1034"/>
                  </a:lnTo>
                  <a:lnTo>
                    <a:pt x="19858" y="517"/>
                  </a:lnTo>
                  <a:lnTo>
                    <a:pt x="18465" y="148"/>
                  </a:lnTo>
                  <a:lnTo>
                    <a:pt x="14981" y="0"/>
                  </a:lnTo>
                  <a:lnTo>
                    <a:pt x="6619" y="0"/>
                  </a:lnTo>
                  <a:lnTo>
                    <a:pt x="3135" y="148"/>
                  </a:lnTo>
                  <a:lnTo>
                    <a:pt x="1394" y="517"/>
                  </a:lnTo>
                  <a:lnTo>
                    <a:pt x="0" y="1034"/>
                  </a:lnTo>
                  <a:lnTo>
                    <a:pt x="13239" y="210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61" name="Freeform 21"/>
            <p:cNvSpPr/>
            <p:nvPr/>
          </p:nvSpPr>
          <p:spPr>
            <a:xfrm>
              <a:off x="78873" y="431523"/>
              <a:ext cx="69018" cy="333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723"/>
                  </a:moveTo>
                  <a:lnTo>
                    <a:pt x="3647" y="20903"/>
                  </a:lnTo>
                  <a:lnTo>
                    <a:pt x="21600" y="9929"/>
                  </a:lnTo>
                  <a:lnTo>
                    <a:pt x="20291" y="0"/>
                  </a:lnTo>
                  <a:lnTo>
                    <a:pt x="1870" y="11671"/>
                  </a:lnTo>
                  <a:lnTo>
                    <a:pt x="5423" y="16723"/>
                  </a:lnTo>
                  <a:lnTo>
                    <a:pt x="1870" y="11671"/>
                  </a:lnTo>
                  <a:lnTo>
                    <a:pt x="935" y="12542"/>
                  </a:lnTo>
                  <a:lnTo>
                    <a:pt x="0" y="14110"/>
                  </a:lnTo>
                  <a:lnTo>
                    <a:pt x="0" y="18290"/>
                  </a:lnTo>
                  <a:lnTo>
                    <a:pt x="468" y="20032"/>
                  </a:lnTo>
                  <a:lnTo>
                    <a:pt x="1403" y="20903"/>
                  </a:lnTo>
                  <a:lnTo>
                    <a:pt x="2244" y="21600"/>
                  </a:lnTo>
                  <a:lnTo>
                    <a:pt x="3647" y="20903"/>
                  </a:lnTo>
                  <a:lnTo>
                    <a:pt x="0" y="1672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62" name="Freeform 22"/>
            <p:cNvSpPr/>
            <p:nvPr/>
          </p:nvSpPr>
          <p:spPr>
            <a:xfrm>
              <a:off x="78873" y="390093"/>
              <a:ext cx="17332" cy="67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448" y="0"/>
                  </a:moveTo>
                  <a:lnTo>
                    <a:pt x="0" y="2506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506"/>
                  </a:lnTo>
                  <a:lnTo>
                    <a:pt x="14524" y="5011"/>
                  </a:lnTo>
                  <a:lnTo>
                    <a:pt x="21600" y="2506"/>
                  </a:lnTo>
                  <a:lnTo>
                    <a:pt x="21600" y="1642"/>
                  </a:lnTo>
                  <a:lnTo>
                    <a:pt x="14524" y="0"/>
                  </a:lnTo>
                  <a:lnTo>
                    <a:pt x="7448" y="0"/>
                  </a:lnTo>
                  <a:lnTo>
                    <a:pt x="3724" y="864"/>
                  </a:lnTo>
                  <a:lnTo>
                    <a:pt x="0" y="1642"/>
                  </a:lnTo>
                  <a:lnTo>
                    <a:pt x="0" y="2506"/>
                  </a:lnTo>
                  <a:lnTo>
                    <a:pt x="7448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63" name="Freeform 23"/>
            <p:cNvSpPr/>
            <p:nvPr/>
          </p:nvSpPr>
          <p:spPr>
            <a:xfrm>
              <a:off x="367479" y="260957"/>
              <a:ext cx="212424" cy="2698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613" y="18413"/>
                  </a:moveTo>
                  <a:lnTo>
                    <a:pt x="21600" y="17056"/>
                  </a:lnTo>
                  <a:lnTo>
                    <a:pt x="21600" y="0"/>
                  </a:lnTo>
                  <a:lnTo>
                    <a:pt x="21327" y="215"/>
                  </a:lnTo>
                  <a:lnTo>
                    <a:pt x="10359" y="8786"/>
                  </a:lnTo>
                  <a:lnTo>
                    <a:pt x="0" y="3833"/>
                  </a:lnTo>
                  <a:lnTo>
                    <a:pt x="0" y="3919"/>
                  </a:lnTo>
                  <a:lnTo>
                    <a:pt x="0" y="3833"/>
                  </a:lnTo>
                  <a:lnTo>
                    <a:pt x="0" y="21600"/>
                  </a:lnTo>
                  <a:lnTo>
                    <a:pt x="7018" y="20265"/>
                  </a:lnTo>
                  <a:lnTo>
                    <a:pt x="7018" y="13740"/>
                  </a:lnTo>
                  <a:lnTo>
                    <a:pt x="10663" y="15505"/>
                  </a:lnTo>
                  <a:lnTo>
                    <a:pt x="10663" y="15613"/>
                  </a:lnTo>
                  <a:lnTo>
                    <a:pt x="14613" y="12512"/>
                  </a:lnTo>
                  <a:lnTo>
                    <a:pt x="14613" y="18413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64" name="Freeform 24"/>
            <p:cNvSpPr/>
            <p:nvPr/>
          </p:nvSpPr>
          <p:spPr>
            <a:xfrm>
              <a:off x="508196" y="466228"/>
              <a:ext cx="80371" cy="322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43" y="5220"/>
                  </a:moveTo>
                  <a:lnTo>
                    <a:pt x="18549" y="0"/>
                  </a:lnTo>
                  <a:lnTo>
                    <a:pt x="0" y="11340"/>
                  </a:lnTo>
                  <a:lnTo>
                    <a:pt x="1124" y="21600"/>
                  </a:lnTo>
                  <a:lnTo>
                    <a:pt x="20074" y="10440"/>
                  </a:lnTo>
                  <a:lnTo>
                    <a:pt x="21600" y="5220"/>
                  </a:lnTo>
                  <a:lnTo>
                    <a:pt x="20074" y="10440"/>
                  </a:lnTo>
                  <a:lnTo>
                    <a:pt x="20877" y="9540"/>
                  </a:lnTo>
                  <a:lnTo>
                    <a:pt x="21600" y="7740"/>
                  </a:lnTo>
                  <a:lnTo>
                    <a:pt x="21600" y="4320"/>
                  </a:lnTo>
                  <a:lnTo>
                    <a:pt x="21199" y="2700"/>
                  </a:lnTo>
                  <a:lnTo>
                    <a:pt x="20476" y="900"/>
                  </a:lnTo>
                  <a:lnTo>
                    <a:pt x="19673" y="0"/>
                  </a:lnTo>
                  <a:lnTo>
                    <a:pt x="18549" y="0"/>
                  </a:lnTo>
                  <a:lnTo>
                    <a:pt x="16943" y="52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65" name="Freeform 25"/>
            <p:cNvSpPr/>
            <p:nvPr/>
          </p:nvSpPr>
          <p:spPr>
            <a:xfrm>
              <a:off x="571235" y="255846"/>
              <a:ext cx="17332" cy="218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772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506"/>
                  </a:lnTo>
                  <a:lnTo>
                    <a:pt x="18248" y="240"/>
                  </a:lnTo>
                  <a:lnTo>
                    <a:pt x="14524" y="133"/>
                  </a:lnTo>
                  <a:lnTo>
                    <a:pt x="10800" y="0"/>
                  </a:lnTo>
                  <a:lnTo>
                    <a:pt x="7448" y="133"/>
                  </a:lnTo>
                  <a:lnTo>
                    <a:pt x="3724" y="240"/>
                  </a:lnTo>
                  <a:lnTo>
                    <a:pt x="0" y="506"/>
                  </a:lnTo>
                  <a:lnTo>
                    <a:pt x="0" y="77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66" name="Freeform 26"/>
            <p:cNvSpPr/>
            <p:nvPr/>
          </p:nvSpPr>
          <p:spPr>
            <a:xfrm>
              <a:off x="571235" y="251810"/>
              <a:ext cx="17332" cy="142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38" y="21600"/>
                  </a:moveTo>
                  <a:lnTo>
                    <a:pt x="0" y="11819"/>
                  </a:lnTo>
                  <a:lnTo>
                    <a:pt x="0" y="17932"/>
                  </a:lnTo>
                  <a:lnTo>
                    <a:pt x="21600" y="19562"/>
                  </a:lnTo>
                  <a:lnTo>
                    <a:pt x="21600" y="13857"/>
                  </a:lnTo>
                  <a:lnTo>
                    <a:pt x="1862" y="6113"/>
                  </a:lnTo>
                  <a:lnTo>
                    <a:pt x="21600" y="13857"/>
                  </a:lnTo>
                  <a:lnTo>
                    <a:pt x="21600" y="8151"/>
                  </a:lnTo>
                  <a:lnTo>
                    <a:pt x="19738" y="4075"/>
                  </a:lnTo>
                  <a:lnTo>
                    <a:pt x="16386" y="2038"/>
                  </a:lnTo>
                  <a:lnTo>
                    <a:pt x="10800" y="0"/>
                  </a:lnTo>
                  <a:lnTo>
                    <a:pt x="7448" y="2038"/>
                  </a:lnTo>
                  <a:lnTo>
                    <a:pt x="3724" y="4075"/>
                  </a:lnTo>
                  <a:lnTo>
                    <a:pt x="1862" y="8151"/>
                  </a:lnTo>
                  <a:lnTo>
                    <a:pt x="0" y="11819"/>
                  </a:lnTo>
                  <a:lnTo>
                    <a:pt x="19738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67" name="Freeform 27"/>
            <p:cNvSpPr/>
            <p:nvPr/>
          </p:nvSpPr>
          <p:spPr>
            <a:xfrm>
              <a:off x="571235" y="255846"/>
              <a:ext cx="17332" cy="129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550"/>
                  </a:moveTo>
                  <a:lnTo>
                    <a:pt x="19738" y="17100"/>
                  </a:lnTo>
                  <a:lnTo>
                    <a:pt x="1862" y="0"/>
                  </a:lnTo>
                  <a:lnTo>
                    <a:pt x="21600" y="8550"/>
                  </a:lnTo>
                  <a:lnTo>
                    <a:pt x="1862" y="0"/>
                  </a:lnTo>
                  <a:lnTo>
                    <a:pt x="0" y="4050"/>
                  </a:lnTo>
                  <a:lnTo>
                    <a:pt x="0" y="14850"/>
                  </a:lnTo>
                  <a:lnTo>
                    <a:pt x="3724" y="19350"/>
                  </a:lnTo>
                  <a:lnTo>
                    <a:pt x="7448" y="21600"/>
                  </a:lnTo>
                  <a:lnTo>
                    <a:pt x="16386" y="21600"/>
                  </a:lnTo>
                  <a:lnTo>
                    <a:pt x="19738" y="17100"/>
                  </a:lnTo>
                  <a:lnTo>
                    <a:pt x="0" y="855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68" name="Freeform 28"/>
            <p:cNvSpPr/>
            <p:nvPr/>
          </p:nvSpPr>
          <p:spPr>
            <a:xfrm>
              <a:off x="571235" y="251810"/>
              <a:ext cx="17332" cy="142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38" y="21600"/>
                  </a:moveTo>
                  <a:lnTo>
                    <a:pt x="0" y="13857"/>
                  </a:lnTo>
                  <a:lnTo>
                    <a:pt x="21600" y="13857"/>
                  </a:lnTo>
                  <a:lnTo>
                    <a:pt x="1862" y="6113"/>
                  </a:lnTo>
                  <a:lnTo>
                    <a:pt x="21600" y="13857"/>
                  </a:lnTo>
                  <a:lnTo>
                    <a:pt x="21600" y="8151"/>
                  </a:lnTo>
                  <a:lnTo>
                    <a:pt x="18248" y="4075"/>
                  </a:lnTo>
                  <a:lnTo>
                    <a:pt x="10800" y="0"/>
                  </a:lnTo>
                  <a:lnTo>
                    <a:pt x="7448" y="2038"/>
                  </a:lnTo>
                  <a:lnTo>
                    <a:pt x="3724" y="4075"/>
                  </a:lnTo>
                  <a:lnTo>
                    <a:pt x="0" y="8151"/>
                  </a:lnTo>
                  <a:lnTo>
                    <a:pt x="0" y="13857"/>
                  </a:lnTo>
                  <a:lnTo>
                    <a:pt x="19738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69" name="Freeform 29"/>
            <p:cNvSpPr/>
            <p:nvPr/>
          </p:nvSpPr>
          <p:spPr>
            <a:xfrm>
              <a:off x="568546" y="255846"/>
              <a:ext cx="18527" cy="153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465" y="18189"/>
                  </a:moveTo>
                  <a:lnTo>
                    <a:pt x="21600" y="14400"/>
                  </a:lnTo>
                  <a:lnTo>
                    <a:pt x="4877" y="0"/>
                  </a:lnTo>
                  <a:lnTo>
                    <a:pt x="1742" y="3411"/>
                  </a:lnTo>
                  <a:lnTo>
                    <a:pt x="0" y="7200"/>
                  </a:lnTo>
                  <a:lnTo>
                    <a:pt x="0" y="12505"/>
                  </a:lnTo>
                  <a:lnTo>
                    <a:pt x="1742" y="16295"/>
                  </a:lnTo>
                  <a:lnTo>
                    <a:pt x="3135" y="20084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465" y="181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70" name="Freeform 30"/>
            <p:cNvSpPr/>
            <p:nvPr/>
          </p:nvSpPr>
          <p:spPr>
            <a:xfrm>
              <a:off x="460992" y="258267"/>
              <a:ext cx="123393" cy="1216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32" y="21122"/>
                  </a:moveTo>
                  <a:lnTo>
                    <a:pt x="2720" y="20883"/>
                  </a:lnTo>
                  <a:lnTo>
                    <a:pt x="21600" y="1864"/>
                  </a:lnTo>
                  <a:lnTo>
                    <a:pt x="19090" y="0"/>
                  </a:lnTo>
                  <a:lnTo>
                    <a:pt x="471" y="19067"/>
                  </a:lnTo>
                  <a:lnTo>
                    <a:pt x="2510" y="18828"/>
                  </a:lnTo>
                  <a:lnTo>
                    <a:pt x="471" y="19067"/>
                  </a:lnTo>
                  <a:lnTo>
                    <a:pt x="0" y="19497"/>
                  </a:lnTo>
                  <a:lnTo>
                    <a:pt x="0" y="20214"/>
                  </a:lnTo>
                  <a:lnTo>
                    <a:pt x="209" y="20644"/>
                  </a:lnTo>
                  <a:lnTo>
                    <a:pt x="471" y="21122"/>
                  </a:lnTo>
                  <a:lnTo>
                    <a:pt x="994" y="21361"/>
                  </a:lnTo>
                  <a:lnTo>
                    <a:pt x="1464" y="21600"/>
                  </a:lnTo>
                  <a:lnTo>
                    <a:pt x="2249" y="21361"/>
                  </a:lnTo>
                  <a:lnTo>
                    <a:pt x="2720" y="20883"/>
                  </a:lnTo>
                  <a:lnTo>
                    <a:pt x="732" y="2112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71" name="Freeform 31"/>
            <p:cNvSpPr/>
            <p:nvPr/>
          </p:nvSpPr>
          <p:spPr>
            <a:xfrm>
              <a:off x="358815" y="301042"/>
              <a:ext cx="116521" cy="761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212" y="2213"/>
                  </a:moveTo>
                  <a:lnTo>
                    <a:pt x="831" y="4045"/>
                  </a:lnTo>
                  <a:lnTo>
                    <a:pt x="19717" y="21600"/>
                  </a:lnTo>
                  <a:lnTo>
                    <a:pt x="21600" y="17936"/>
                  </a:lnTo>
                  <a:lnTo>
                    <a:pt x="2658" y="382"/>
                  </a:lnTo>
                  <a:lnTo>
                    <a:pt x="0" y="2213"/>
                  </a:lnTo>
                  <a:lnTo>
                    <a:pt x="2658" y="382"/>
                  </a:lnTo>
                  <a:lnTo>
                    <a:pt x="1883" y="0"/>
                  </a:lnTo>
                  <a:lnTo>
                    <a:pt x="1329" y="0"/>
                  </a:lnTo>
                  <a:lnTo>
                    <a:pt x="554" y="382"/>
                  </a:lnTo>
                  <a:lnTo>
                    <a:pt x="277" y="1069"/>
                  </a:lnTo>
                  <a:lnTo>
                    <a:pt x="0" y="1832"/>
                  </a:lnTo>
                  <a:lnTo>
                    <a:pt x="0" y="2519"/>
                  </a:lnTo>
                  <a:lnTo>
                    <a:pt x="277" y="3282"/>
                  </a:lnTo>
                  <a:lnTo>
                    <a:pt x="831" y="4045"/>
                  </a:lnTo>
                  <a:lnTo>
                    <a:pt x="3212" y="221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72" name="Freeform 32"/>
            <p:cNvSpPr/>
            <p:nvPr/>
          </p:nvSpPr>
          <p:spPr>
            <a:xfrm>
              <a:off x="358815" y="302387"/>
              <a:ext cx="17332" cy="15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724" y="19705"/>
                  </a:moveTo>
                  <a:lnTo>
                    <a:pt x="21600" y="9095"/>
                  </a:lnTo>
                  <a:lnTo>
                    <a:pt x="0" y="9095"/>
                  </a:lnTo>
                  <a:lnTo>
                    <a:pt x="0" y="10611"/>
                  </a:lnTo>
                  <a:lnTo>
                    <a:pt x="17876" y="0"/>
                  </a:lnTo>
                  <a:lnTo>
                    <a:pt x="0" y="10611"/>
                  </a:lnTo>
                  <a:lnTo>
                    <a:pt x="0" y="14400"/>
                  </a:lnTo>
                  <a:lnTo>
                    <a:pt x="3724" y="18189"/>
                  </a:lnTo>
                  <a:lnTo>
                    <a:pt x="7448" y="19705"/>
                  </a:lnTo>
                  <a:lnTo>
                    <a:pt x="10800" y="21600"/>
                  </a:lnTo>
                  <a:lnTo>
                    <a:pt x="14524" y="19705"/>
                  </a:lnTo>
                  <a:lnTo>
                    <a:pt x="17876" y="18189"/>
                  </a:lnTo>
                  <a:lnTo>
                    <a:pt x="21600" y="14400"/>
                  </a:lnTo>
                  <a:lnTo>
                    <a:pt x="21600" y="9095"/>
                  </a:lnTo>
                  <a:lnTo>
                    <a:pt x="3724" y="1970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73" name="Freeform 33"/>
            <p:cNvSpPr/>
            <p:nvPr/>
          </p:nvSpPr>
          <p:spPr>
            <a:xfrm>
              <a:off x="357620" y="301042"/>
              <a:ext cx="18527" cy="15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989"/>
                  </a:moveTo>
                  <a:lnTo>
                    <a:pt x="4877" y="20084"/>
                  </a:lnTo>
                  <a:lnTo>
                    <a:pt x="4877" y="21600"/>
                  </a:lnTo>
                  <a:lnTo>
                    <a:pt x="18116" y="1895"/>
                  </a:lnTo>
                  <a:lnTo>
                    <a:pt x="16723" y="1895"/>
                  </a:lnTo>
                  <a:lnTo>
                    <a:pt x="0" y="10989"/>
                  </a:lnTo>
                  <a:lnTo>
                    <a:pt x="16723" y="1895"/>
                  </a:lnTo>
                  <a:lnTo>
                    <a:pt x="13239" y="0"/>
                  </a:lnTo>
                  <a:lnTo>
                    <a:pt x="8361" y="0"/>
                  </a:lnTo>
                  <a:lnTo>
                    <a:pt x="4877" y="1895"/>
                  </a:lnTo>
                  <a:lnTo>
                    <a:pt x="3135" y="3411"/>
                  </a:lnTo>
                  <a:lnTo>
                    <a:pt x="1394" y="9095"/>
                  </a:lnTo>
                  <a:lnTo>
                    <a:pt x="0" y="12505"/>
                  </a:lnTo>
                  <a:lnTo>
                    <a:pt x="1394" y="16295"/>
                  </a:lnTo>
                  <a:lnTo>
                    <a:pt x="4877" y="20084"/>
                  </a:lnTo>
                  <a:lnTo>
                    <a:pt x="21600" y="109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74" name="Freeform 34"/>
            <p:cNvSpPr/>
            <p:nvPr/>
          </p:nvSpPr>
          <p:spPr>
            <a:xfrm>
              <a:off x="357620" y="308844"/>
              <a:ext cx="18527" cy="2297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361" y="20158"/>
                  </a:moveTo>
                  <a:lnTo>
                    <a:pt x="21600" y="20867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0867"/>
                  </a:lnTo>
                  <a:lnTo>
                    <a:pt x="13239" y="21600"/>
                  </a:lnTo>
                  <a:lnTo>
                    <a:pt x="0" y="20867"/>
                  </a:lnTo>
                  <a:lnTo>
                    <a:pt x="1394" y="21246"/>
                  </a:lnTo>
                  <a:lnTo>
                    <a:pt x="3135" y="21474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116" y="21474"/>
                  </a:lnTo>
                  <a:lnTo>
                    <a:pt x="19858" y="21246"/>
                  </a:lnTo>
                  <a:lnTo>
                    <a:pt x="21600" y="20867"/>
                  </a:lnTo>
                  <a:lnTo>
                    <a:pt x="8361" y="2015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75" name="Freeform 35"/>
            <p:cNvSpPr/>
            <p:nvPr/>
          </p:nvSpPr>
          <p:spPr>
            <a:xfrm>
              <a:off x="364790" y="506313"/>
              <a:ext cx="80371" cy="322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43" y="5220"/>
                  </a:moveTo>
                  <a:lnTo>
                    <a:pt x="18468" y="0"/>
                  </a:lnTo>
                  <a:lnTo>
                    <a:pt x="0" y="11340"/>
                  </a:lnTo>
                  <a:lnTo>
                    <a:pt x="1124" y="21600"/>
                  </a:lnTo>
                  <a:lnTo>
                    <a:pt x="19994" y="10440"/>
                  </a:lnTo>
                  <a:lnTo>
                    <a:pt x="21600" y="5220"/>
                  </a:lnTo>
                  <a:lnTo>
                    <a:pt x="19994" y="10440"/>
                  </a:lnTo>
                  <a:lnTo>
                    <a:pt x="20797" y="9540"/>
                  </a:lnTo>
                  <a:lnTo>
                    <a:pt x="21600" y="7740"/>
                  </a:lnTo>
                  <a:lnTo>
                    <a:pt x="21600" y="3420"/>
                  </a:lnTo>
                  <a:lnTo>
                    <a:pt x="21199" y="1800"/>
                  </a:lnTo>
                  <a:lnTo>
                    <a:pt x="20396" y="900"/>
                  </a:lnTo>
                  <a:lnTo>
                    <a:pt x="19673" y="0"/>
                  </a:lnTo>
                  <a:lnTo>
                    <a:pt x="18468" y="0"/>
                  </a:lnTo>
                  <a:lnTo>
                    <a:pt x="16943" y="52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76" name="Freeform 36"/>
            <p:cNvSpPr/>
            <p:nvPr/>
          </p:nvSpPr>
          <p:spPr>
            <a:xfrm>
              <a:off x="427829" y="425066"/>
              <a:ext cx="17332" cy="890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014" y="261"/>
                  </a:moveTo>
                  <a:lnTo>
                    <a:pt x="0" y="1827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827"/>
                  </a:lnTo>
                  <a:lnTo>
                    <a:pt x="3724" y="3393"/>
                  </a:lnTo>
                  <a:lnTo>
                    <a:pt x="21600" y="1827"/>
                  </a:lnTo>
                  <a:lnTo>
                    <a:pt x="21600" y="1240"/>
                  </a:lnTo>
                  <a:lnTo>
                    <a:pt x="17876" y="587"/>
                  </a:lnTo>
                  <a:lnTo>
                    <a:pt x="14152" y="0"/>
                  </a:lnTo>
                  <a:lnTo>
                    <a:pt x="7076" y="0"/>
                  </a:lnTo>
                  <a:lnTo>
                    <a:pt x="0" y="1240"/>
                  </a:lnTo>
                  <a:lnTo>
                    <a:pt x="0" y="1827"/>
                  </a:lnTo>
                  <a:lnTo>
                    <a:pt x="16014" y="261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77" name="Freeform 37"/>
            <p:cNvSpPr/>
            <p:nvPr/>
          </p:nvSpPr>
          <p:spPr>
            <a:xfrm>
              <a:off x="430817" y="426143"/>
              <a:ext cx="50196" cy="363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314" y="13920"/>
                  </a:moveTo>
                  <a:lnTo>
                    <a:pt x="19671" y="13120"/>
                  </a:lnTo>
                  <a:lnTo>
                    <a:pt x="4243" y="0"/>
                  </a:lnTo>
                  <a:lnTo>
                    <a:pt x="0" y="7680"/>
                  </a:lnTo>
                  <a:lnTo>
                    <a:pt x="15429" y="20800"/>
                  </a:lnTo>
                  <a:lnTo>
                    <a:pt x="14786" y="20000"/>
                  </a:lnTo>
                  <a:lnTo>
                    <a:pt x="15429" y="20800"/>
                  </a:lnTo>
                  <a:lnTo>
                    <a:pt x="17229" y="21600"/>
                  </a:lnTo>
                  <a:lnTo>
                    <a:pt x="18514" y="21600"/>
                  </a:lnTo>
                  <a:lnTo>
                    <a:pt x="19671" y="20800"/>
                  </a:lnTo>
                  <a:lnTo>
                    <a:pt x="20957" y="19200"/>
                  </a:lnTo>
                  <a:lnTo>
                    <a:pt x="21600" y="17760"/>
                  </a:lnTo>
                  <a:lnTo>
                    <a:pt x="21600" y="16160"/>
                  </a:lnTo>
                  <a:lnTo>
                    <a:pt x="20957" y="14720"/>
                  </a:lnTo>
                  <a:lnTo>
                    <a:pt x="20314" y="139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78" name="Freeform 38"/>
            <p:cNvSpPr/>
            <p:nvPr/>
          </p:nvSpPr>
          <p:spPr>
            <a:xfrm>
              <a:off x="465174" y="449548"/>
              <a:ext cx="17333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2" y="0"/>
                  </a:moveTo>
                  <a:lnTo>
                    <a:pt x="16014" y="0"/>
                  </a:lnTo>
                  <a:lnTo>
                    <a:pt x="0" y="15487"/>
                  </a:lnTo>
                  <a:lnTo>
                    <a:pt x="1862" y="17525"/>
                  </a:lnTo>
                  <a:lnTo>
                    <a:pt x="17876" y="17525"/>
                  </a:lnTo>
                  <a:lnTo>
                    <a:pt x="1862" y="17525"/>
                  </a:lnTo>
                  <a:lnTo>
                    <a:pt x="5214" y="21600"/>
                  </a:lnTo>
                  <a:lnTo>
                    <a:pt x="10800" y="21600"/>
                  </a:lnTo>
                  <a:lnTo>
                    <a:pt x="14152" y="19562"/>
                  </a:lnTo>
                  <a:lnTo>
                    <a:pt x="17876" y="17525"/>
                  </a:lnTo>
                  <a:lnTo>
                    <a:pt x="19738" y="13449"/>
                  </a:lnTo>
                  <a:lnTo>
                    <a:pt x="21600" y="9781"/>
                  </a:lnTo>
                  <a:lnTo>
                    <a:pt x="19738" y="3668"/>
                  </a:lnTo>
                  <a:lnTo>
                    <a:pt x="17876" y="0"/>
                  </a:lnTo>
                  <a:lnTo>
                    <a:pt x="1862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79" name="Freeform 39"/>
            <p:cNvSpPr/>
            <p:nvPr/>
          </p:nvSpPr>
          <p:spPr>
            <a:xfrm>
              <a:off x="466668" y="409463"/>
              <a:ext cx="53184" cy="516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3263"/>
                  </a:moveTo>
                  <a:lnTo>
                    <a:pt x="15169" y="1125"/>
                  </a:lnTo>
                  <a:lnTo>
                    <a:pt x="0" y="16763"/>
                  </a:lnTo>
                  <a:lnTo>
                    <a:pt x="5218" y="21600"/>
                  </a:lnTo>
                  <a:lnTo>
                    <a:pt x="20387" y="5400"/>
                  </a:lnTo>
                  <a:lnTo>
                    <a:pt x="13955" y="3263"/>
                  </a:lnTo>
                  <a:lnTo>
                    <a:pt x="20387" y="5400"/>
                  </a:lnTo>
                  <a:lnTo>
                    <a:pt x="21600" y="4275"/>
                  </a:lnTo>
                  <a:lnTo>
                    <a:pt x="21600" y="3263"/>
                  </a:lnTo>
                  <a:lnTo>
                    <a:pt x="20993" y="1575"/>
                  </a:lnTo>
                  <a:lnTo>
                    <a:pt x="20387" y="1125"/>
                  </a:lnTo>
                  <a:lnTo>
                    <a:pt x="19173" y="0"/>
                  </a:lnTo>
                  <a:lnTo>
                    <a:pt x="16261" y="0"/>
                  </a:lnTo>
                  <a:lnTo>
                    <a:pt x="15169" y="1125"/>
                  </a:lnTo>
                  <a:lnTo>
                    <a:pt x="21600" y="326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80" name="Freeform 40"/>
            <p:cNvSpPr/>
            <p:nvPr/>
          </p:nvSpPr>
          <p:spPr>
            <a:xfrm>
              <a:off x="501026" y="417265"/>
              <a:ext cx="18826" cy="812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229" y="17523"/>
                  </a:moveTo>
                  <a:lnTo>
                    <a:pt x="21600" y="19597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9597"/>
                  </a:lnTo>
                  <a:lnTo>
                    <a:pt x="13029" y="21600"/>
                  </a:lnTo>
                  <a:lnTo>
                    <a:pt x="0" y="19597"/>
                  </a:lnTo>
                  <a:lnTo>
                    <a:pt x="1714" y="20599"/>
                  </a:lnTo>
                  <a:lnTo>
                    <a:pt x="3429" y="21314"/>
                  </a:lnTo>
                  <a:lnTo>
                    <a:pt x="6514" y="21600"/>
                  </a:lnTo>
                  <a:lnTo>
                    <a:pt x="14743" y="21600"/>
                  </a:lnTo>
                  <a:lnTo>
                    <a:pt x="18171" y="21314"/>
                  </a:lnTo>
                  <a:lnTo>
                    <a:pt x="19886" y="20599"/>
                  </a:lnTo>
                  <a:lnTo>
                    <a:pt x="21600" y="19597"/>
                  </a:lnTo>
                  <a:lnTo>
                    <a:pt x="8229" y="1752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81" name="Freeform 41"/>
            <p:cNvSpPr/>
            <p:nvPr/>
          </p:nvSpPr>
          <p:spPr>
            <a:xfrm>
              <a:off x="211224" y="383636"/>
              <a:ext cx="192111" cy="2453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66" y="0"/>
                  </a:moveTo>
                  <a:lnTo>
                    <a:pt x="21600" y="0"/>
                  </a:lnTo>
                  <a:lnTo>
                    <a:pt x="21600" y="17503"/>
                  </a:lnTo>
                  <a:lnTo>
                    <a:pt x="13706" y="19208"/>
                  </a:lnTo>
                  <a:lnTo>
                    <a:pt x="13706" y="14211"/>
                  </a:lnTo>
                  <a:lnTo>
                    <a:pt x="134" y="21482"/>
                  </a:lnTo>
                  <a:lnTo>
                    <a:pt x="0" y="21600"/>
                  </a:lnTo>
                  <a:lnTo>
                    <a:pt x="0" y="3292"/>
                  </a:lnTo>
                  <a:lnTo>
                    <a:pt x="7894" y="1587"/>
                  </a:lnTo>
                  <a:lnTo>
                    <a:pt x="7894" y="7389"/>
                  </a:lnTo>
                  <a:lnTo>
                    <a:pt x="21466" y="0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82" name="Freeform 42"/>
            <p:cNvSpPr/>
            <p:nvPr/>
          </p:nvSpPr>
          <p:spPr>
            <a:xfrm>
              <a:off x="393471" y="377180"/>
              <a:ext cx="17034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11" y="0"/>
                  </a:moveTo>
                  <a:lnTo>
                    <a:pt x="21600" y="9781"/>
                  </a:lnTo>
                  <a:lnTo>
                    <a:pt x="0" y="9781"/>
                  </a:lnTo>
                  <a:lnTo>
                    <a:pt x="18189" y="19562"/>
                  </a:lnTo>
                  <a:lnTo>
                    <a:pt x="0" y="9781"/>
                  </a:lnTo>
                  <a:lnTo>
                    <a:pt x="0" y="15487"/>
                  </a:lnTo>
                  <a:lnTo>
                    <a:pt x="3411" y="19562"/>
                  </a:lnTo>
                  <a:lnTo>
                    <a:pt x="7200" y="21600"/>
                  </a:lnTo>
                  <a:lnTo>
                    <a:pt x="14400" y="21600"/>
                  </a:lnTo>
                  <a:lnTo>
                    <a:pt x="18189" y="19562"/>
                  </a:lnTo>
                  <a:lnTo>
                    <a:pt x="21600" y="15487"/>
                  </a:lnTo>
                  <a:lnTo>
                    <a:pt x="21600" y="9781"/>
                  </a:lnTo>
                  <a:lnTo>
                    <a:pt x="3411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83" name="Freeform 43"/>
            <p:cNvSpPr/>
            <p:nvPr/>
          </p:nvSpPr>
          <p:spPr>
            <a:xfrm>
              <a:off x="393471" y="375835"/>
              <a:ext cx="18528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1819"/>
                  </a:moveTo>
                  <a:lnTo>
                    <a:pt x="3135" y="2038"/>
                  </a:lnTo>
                  <a:lnTo>
                    <a:pt x="16723" y="21600"/>
                  </a:lnTo>
                  <a:lnTo>
                    <a:pt x="18465" y="21600"/>
                  </a:lnTo>
                  <a:lnTo>
                    <a:pt x="0" y="11819"/>
                  </a:lnTo>
                  <a:lnTo>
                    <a:pt x="18465" y="21600"/>
                  </a:lnTo>
                  <a:lnTo>
                    <a:pt x="19858" y="15894"/>
                  </a:lnTo>
                  <a:lnTo>
                    <a:pt x="21600" y="11819"/>
                  </a:lnTo>
                  <a:lnTo>
                    <a:pt x="19858" y="7743"/>
                  </a:lnTo>
                  <a:lnTo>
                    <a:pt x="18465" y="4075"/>
                  </a:lnTo>
                  <a:lnTo>
                    <a:pt x="16723" y="0"/>
                  </a:lnTo>
                  <a:lnTo>
                    <a:pt x="8361" y="0"/>
                  </a:lnTo>
                  <a:lnTo>
                    <a:pt x="3135" y="2038"/>
                  </a:lnTo>
                  <a:lnTo>
                    <a:pt x="21600" y="1181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84" name="Freeform 44"/>
            <p:cNvSpPr/>
            <p:nvPr/>
          </p:nvSpPr>
          <p:spPr>
            <a:xfrm>
              <a:off x="393471" y="383636"/>
              <a:ext cx="18528" cy="206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39" y="21600"/>
                  </a:moveTo>
                  <a:lnTo>
                    <a:pt x="21600" y="20784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0784"/>
                  </a:lnTo>
                  <a:lnTo>
                    <a:pt x="8361" y="19997"/>
                  </a:lnTo>
                  <a:lnTo>
                    <a:pt x="0" y="20784"/>
                  </a:lnTo>
                  <a:lnTo>
                    <a:pt x="1394" y="21206"/>
                  </a:lnTo>
                  <a:lnTo>
                    <a:pt x="3135" y="21459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465" y="21459"/>
                  </a:lnTo>
                  <a:lnTo>
                    <a:pt x="19858" y="21206"/>
                  </a:lnTo>
                  <a:lnTo>
                    <a:pt x="21600" y="20784"/>
                  </a:lnTo>
                  <a:lnTo>
                    <a:pt x="13239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85" name="Freeform 45"/>
            <p:cNvSpPr/>
            <p:nvPr/>
          </p:nvSpPr>
          <p:spPr>
            <a:xfrm>
              <a:off x="324457" y="574914"/>
              <a:ext cx="80371" cy="347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744"/>
                  </a:moveTo>
                  <a:lnTo>
                    <a:pt x="3132" y="21600"/>
                  </a:lnTo>
                  <a:lnTo>
                    <a:pt x="21600" y="9544"/>
                  </a:lnTo>
                  <a:lnTo>
                    <a:pt x="20476" y="0"/>
                  </a:lnTo>
                  <a:lnTo>
                    <a:pt x="1526" y="12056"/>
                  </a:lnTo>
                  <a:lnTo>
                    <a:pt x="5059" y="16744"/>
                  </a:lnTo>
                  <a:lnTo>
                    <a:pt x="1526" y="12056"/>
                  </a:lnTo>
                  <a:lnTo>
                    <a:pt x="803" y="12726"/>
                  </a:lnTo>
                  <a:lnTo>
                    <a:pt x="401" y="14400"/>
                  </a:lnTo>
                  <a:lnTo>
                    <a:pt x="0" y="16744"/>
                  </a:lnTo>
                  <a:lnTo>
                    <a:pt x="0" y="18419"/>
                  </a:lnTo>
                  <a:lnTo>
                    <a:pt x="401" y="20093"/>
                  </a:lnTo>
                  <a:lnTo>
                    <a:pt x="1124" y="20763"/>
                  </a:lnTo>
                  <a:lnTo>
                    <a:pt x="1927" y="21600"/>
                  </a:lnTo>
                  <a:lnTo>
                    <a:pt x="3132" y="21600"/>
                  </a:lnTo>
                  <a:lnTo>
                    <a:pt x="0" y="16744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86" name="Freeform 46"/>
            <p:cNvSpPr/>
            <p:nvPr/>
          </p:nvSpPr>
          <p:spPr>
            <a:xfrm>
              <a:off x="324457" y="536174"/>
              <a:ext cx="18826" cy="656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457" y="5046"/>
                  </a:moveTo>
                  <a:lnTo>
                    <a:pt x="0" y="292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921"/>
                  </a:lnTo>
                  <a:lnTo>
                    <a:pt x="3429" y="797"/>
                  </a:lnTo>
                  <a:lnTo>
                    <a:pt x="21600" y="2921"/>
                  </a:lnTo>
                  <a:lnTo>
                    <a:pt x="19886" y="1682"/>
                  </a:lnTo>
                  <a:lnTo>
                    <a:pt x="18171" y="797"/>
                  </a:lnTo>
                  <a:lnTo>
                    <a:pt x="14743" y="354"/>
                  </a:lnTo>
                  <a:lnTo>
                    <a:pt x="9943" y="0"/>
                  </a:lnTo>
                  <a:lnTo>
                    <a:pt x="6514" y="354"/>
                  </a:lnTo>
                  <a:lnTo>
                    <a:pt x="3429" y="797"/>
                  </a:lnTo>
                  <a:lnTo>
                    <a:pt x="1714" y="1682"/>
                  </a:lnTo>
                  <a:lnTo>
                    <a:pt x="0" y="2921"/>
                  </a:lnTo>
                  <a:lnTo>
                    <a:pt x="16457" y="504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87" name="Freeform 47"/>
            <p:cNvSpPr/>
            <p:nvPr/>
          </p:nvSpPr>
          <p:spPr>
            <a:xfrm>
              <a:off x="203755" y="538596"/>
              <a:ext cx="135047" cy="982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342" y="21008"/>
                  </a:moveTo>
                  <a:lnTo>
                    <a:pt x="21600" y="2841"/>
                  </a:lnTo>
                  <a:lnTo>
                    <a:pt x="19784" y="0"/>
                  </a:lnTo>
                  <a:lnTo>
                    <a:pt x="478" y="18464"/>
                  </a:lnTo>
                  <a:lnTo>
                    <a:pt x="0" y="19055"/>
                  </a:lnTo>
                  <a:lnTo>
                    <a:pt x="0" y="20180"/>
                  </a:lnTo>
                  <a:lnTo>
                    <a:pt x="239" y="20772"/>
                  </a:lnTo>
                  <a:lnTo>
                    <a:pt x="717" y="21304"/>
                  </a:lnTo>
                  <a:lnTo>
                    <a:pt x="1195" y="21600"/>
                  </a:lnTo>
                  <a:lnTo>
                    <a:pt x="1625" y="21600"/>
                  </a:lnTo>
                  <a:lnTo>
                    <a:pt x="2342" y="2100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88" name="Freeform 48"/>
            <p:cNvSpPr/>
            <p:nvPr/>
          </p:nvSpPr>
          <p:spPr>
            <a:xfrm>
              <a:off x="202560" y="622532"/>
              <a:ext cx="18528" cy="156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938"/>
                  </a:moveTo>
                  <a:lnTo>
                    <a:pt x="16723" y="17876"/>
                  </a:lnTo>
                  <a:lnTo>
                    <a:pt x="18465" y="16014"/>
                  </a:lnTo>
                  <a:lnTo>
                    <a:pt x="4877" y="0"/>
                  </a:lnTo>
                  <a:lnTo>
                    <a:pt x="3135" y="1862"/>
                  </a:lnTo>
                  <a:lnTo>
                    <a:pt x="21600" y="8938"/>
                  </a:lnTo>
                  <a:lnTo>
                    <a:pt x="3135" y="1862"/>
                  </a:lnTo>
                  <a:lnTo>
                    <a:pt x="0" y="5586"/>
                  </a:lnTo>
                  <a:lnTo>
                    <a:pt x="0" y="12662"/>
                  </a:lnTo>
                  <a:lnTo>
                    <a:pt x="3135" y="16014"/>
                  </a:lnTo>
                  <a:lnTo>
                    <a:pt x="4877" y="19738"/>
                  </a:lnTo>
                  <a:lnTo>
                    <a:pt x="10103" y="21600"/>
                  </a:lnTo>
                  <a:lnTo>
                    <a:pt x="13239" y="19738"/>
                  </a:lnTo>
                  <a:lnTo>
                    <a:pt x="16723" y="17876"/>
                  </a:lnTo>
                  <a:lnTo>
                    <a:pt x="0" y="893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89" name="Freeform 49"/>
            <p:cNvSpPr/>
            <p:nvPr/>
          </p:nvSpPr>
          <p:spPr>
            <a:xfrm>
              <a:off x="202560" y="413229"/>
              <a:ext cx="18528" cy="2157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619" y="0"/>
                  </a:moveTo>
                  <a:lnTo>
                    <a:pt x="0" y="78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781"/>
                  </a:lnTo>
                  <a:lnTo>
                    <a:pt x="13239" y="1562"/>
                  </a:lnTo>
                  <a:lnTo>
                    <a:pt x="21600" y="781"/>
                  </a:lnTo>
                  <a:lnTo>
                    <a:pt x="19858" y="404"/>
                  </a:lnTo>
                  <a:lnTo>
                    <a:pt x="18465" y="269"/>
                  </a:lnTo>
                  <a:lnTo>
                    <a:pt x="14981" y="0"/>
                  </a:lnTo>
                  <a:lnTo>
                    <a:pt x="6619" y="0"/>
                  </a:lnTo>
                  <a:lnTo>
                    <a:pt x="1394" y="404"/>
                  </a:lnTo>
                  <a:lnTo>
                    <a:pt x="0" y="781"/>
                  </a:lnTo>
                  <a:lnTo>
                    <a:pt x="6619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90" name="Freeform 50"/>
            <p:cNvSpPr/>
            <p:nvPr/>
          </p:nvSpPr>
          <p:spPr>
            <a:xfrm>
              <a:off x="208237" y="393859"/>
              <a:ext cx="81865" cy="349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4818"/>
                  </a:moveTo>
                  <a:lnTo>
                    <a:pt x="18526" y="0"/>
                  </a:lnTo>
                  <a:lnTo>
                    <a:pt x="0" y="11963"/>
                  </a:lnTo>
                  <a:lnTo>
                    <a:pt x="1498" y="21600"/>
                  </a:lnTo>
                  <a:lnTo>
                    <a:pt x="19708" y="9637"/>
                  </a:lnTo>
                  <a:lnTo>
                    <a:pt x="16634" y="4818"/>
                  </a:lnTo>
                  <a:lnTo>
                    <a:pt x="19708" y="9637"/>
                  </a:lnTo>
                  <a:lnTo>
                    <a:pt x="20812" y="8806"/>
                  </a:lnTo>
                  <a:lnTo>
                    <a:pt x="21206" y="7311"/>
                  </a:lnTo>
                  <a:lnTo>
                    <a:pt x="21600" y="4818"/>
                  </a:lnTo>
                  <a:lnTo>
                    <a:pt x="21206" y="3323"/>
                  </a:lnTo>
                  <a:lnTo>
                    <a:pt x="20812" y="1662"/>
                  </a:lnTo>
                  <a:lnTo>
                    <a:pt x="20418" y="831"/>
                  </a:lnTo>
                  <a:lnTo>
                    <a:pt x="19314" y="0"/>
                  </a:lnTo>
                  <a:lnTo>
                    <a:pt x="18526" y="0"/>
                  </a:lnTo>
                  <a:lnTo>
                    <a:pt x="21600" y="481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91" name="Freeform 51"/>
            <p:cNvSpPr/>
            <p:nvPr/>
          </p:nvSpPr>
          <p:spPr>
            <a:xfrm>
              <a:off x="271276" y="401661"/>
              <a:ext cx="18826" cy="737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143" y="17422"/>
                  </a:moveTo>
                  <a:lnTo>
                    <a:pt x="21600" y="19314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9314"/>
                  </a:lnTo>
                  <a:lnTo>
                    <a:pt x="16457" y="21206"/>
                  </a:lnTo>
                  <a:lnTo>
                    <a:pt x="0" y="19314"/>
                  </a:lnTo>
                  <a:lnTo>
                    <a:pt x="1714" y="20102"/>
                  </a:lnTo>
                  <a:lnTo>
                    <a:pt x="3429" y="20812"/>
                  </a:lnTo>
                  <a:lnTo>
                    <a:pt x="6857" y="21600"/>
                  </a:lnTo>
                  <a:lnTo>
                    <a:pt x="15086" y="21600"/>
                  </a:lnTo>
                  <a:lnTo>
                    <a:pt x="18171" y="20812"/>
                  </a:lnTo>
                  <a:lnTo>
                    <a:pt x="19886" y="20102"/>
                  </a:lnTo>
                  <a:lnTo>
                    <a:pt x="21600" y="19314"/>
                  </a:lnTo>
                  <a:lnTo>
                    <a:pt x="5143" y="1742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92" name="Freeform 52"/>
            <p:cNvSpPr/>
            <p:nvPr/>
          </p:nvSpPr>
          <p:spPr>
            <a:xfrm>
              <a:off x="275757" y="375835"/>
              <a:ext cx="134748" cy="981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716"/>
                  </a:moveTo>
                  <a:lnTo>
                    <a:pt x="19301" y="296"/>
                  </a:lnTo>
                  <a:lnTo>
                    <a:pt x="0" y="18759"/>
                  </a:lnTo>
                  <a:lnTo>
                    <a:pt x="1580" y="21600"/>
                  </a:lnTo>
                  <a:lnTo>
                    <a:pt x="21169" y="3136"/>
                  </a:lnTo>
                  <a:lnTo>
                    <a:pt x="18870" y="1716"/>
                  </a:lnTo>
                  <a:lnTo>
                    <a:pt x="21169" y="3136"/>
                  </a:lnTo>
                  <a:lnTo>
                    <a:pt x="21600" y="2545"/>
                  </a:lnTo>
                  <a:lnTo>
                    <a:pt x="21600" y="1124"/>
                  </a:lnTo>
                  <a:lnTo>
                    <a:pt x="21408" y="592"/>
                  </a:lnTo>
                  <a:lnTo>
                    <a:pt x="20929" y="0"/>
                  </a:lnTo>
                  <a:lnTo>
                    <a:pt x="20020" y="0"/>
                  </a:lnTo>
                  <a:lnTo>
                    <a:pt x="19301" y="296"/>
                  </a:lnTo>
                  <a:lnTo>
                    <a:pt x="21600" y="171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93" name="Freeform 53"/>
            <p:cNvSpPr/>
            <p:nvPr/>
          </p:nvSpPr>
          <p:spPr>
            <a:xfrm>
              <a:off x="10157" y="9148"/>
              <a:ext cx="585582" cy="3408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065" y="12599"/>
                  </a:moveTo>
                  <a:lnTo>
                    <a:pt x="18525" y="13332"/>
                  </a:lnTo>
                  <a:lnTo>
                    <a:pt x="17996" y="13997"/>
                  </a:lnTo>
                  <a:lnTo>
                    <a:pt x="17522" y="14559"/>
                  </a:lnTo>
                  <a:lnTo>
                    <a:pt x="17049" y="14968"/>
                  </a:lnTo>
                  <a:lnTo>
                    <a:pt x="16520" y="15377"/>
                  </a:lnTo>
                  <a:lnTo>
                    <a:pt x="16046" y="15718"/>
                  </a:lnTo>
                  <a:lnTo>
                    <a:pt x="15616" y="15957"/>
                  </a:lnTo>
                  <a:lnTo>
                    <a:pt x="15142" y="16196"/>
                  </a:lnTo>
                  <a:lnTo>
                    <a:pt x="14238" y="16451"/>
                  </a:lnTo>
                  <a:lnTo>
                    <a:pt x="13346" y="16605"/>
                  </a:lnTo>
                  <a:lnTo>
                    <a:pt x="12497" y="16690"/>
                  </a:lnTo>
                  <a:lnTo>
                    <a:pt x="11649" y="16690"/>
                  </a:lnTo>
                  <a:lnTo>
                    <a:pt x="10800" y="16775"/>
                  </a:lnTo>
                  <a:lnTo>
                    <a:pt x="10007" y="16861"/>
                  </a:lnTo>
                  <a:lnTo>
                    <a:pt x="9632" y="16946"/>
                  </a:lnTo>
                  <a:lnTo>
                    <a:pt x="9268" y="17014"/>
                  </a:lnTo>
                  <a:lnTo>
                    <a:pt x="8838" y="17185"/>
                  </a:lnTo>
                  <a:lnTo>
                    <a:pt x="8475" y="17423"/>
                  </a:lnTo>
                  <a:lnTo>
                    <a:pt x="8100" y="17679"/>
                  </a:lnTo>
                  <a:lnTo>
                    <a:pt x="7725" y="18003"/>
                  </a:lnTo>
                  <a:lnTo>
                    <a:pt x="7362" y="18412"/>
                  </a:lnTo>
                  <a:lnTo>
                    <a:pt x="6987" y="18906"/>
                  </a:lnTo>
                  <a:lnTo>
                    <a:pt x="6667" y="19401"/>
                  </a:lnTo>
                  <a:lnTo>
                    <a:pt x="6304" y="20049"/>
                  </a:lnTo>
                  <a:lnTo>
                    <a:pt x="5929" y="20782"/>
                  </a:lnTo>
                  <a:lnTo>
                    <a:pt x="5609" y="21600"/>
                  </a:lnTo>
                  <a:lnTo>
                    <a:pt x="5080" y="21361"/>
                  </a:lnTo>
                  <a:lnTo>
                    <a:pt x="4607" y="21106"/>
                  </a:lnTo>
                  <a:lnTo>
                    <a:pt x="4133" y="20782"/>
                  </a:lnTo>
                  <a:lnTo>
                    <a:pt x="3703" y="20458"/>
                  </a:lnTo>
                  <a:lnTo>
                    <a:pt x="3284" y="20134"/>
                  </a:lnTo>
                  <a:lnTo>
                    <a:pt x="2854" y="19725"/>
                  </a:lnTo>
                  <a:lnTo>
                    <a:pt x="2491" y="19230"/>
                  </a:lnTo>
                  <a:lnTo>
                    <a:pt x="2116" y="18736"/>
                  </a:lnTo>
                  <a:lnTo>
                    <a:pt x="1796" y="18242"/>
                  </a:lnTo>
                  <a:lnTo>
                    <a:pt x="1477" y="17679"/>
                  </a:lnTo>
                  <a:lnTo>
                    <a:pt x="1212" y="17099"/>
                  </a:lnTo>
                  <a:lnTo>
                    <a:pt x="948" y="16537"/>
                  </a:lnTo>
                  <a:lnTo>
                    <a:pt x="738" y="15957"/>
                  </a:lnTo>
                  <a:lnTo>
                    <a:pt x="584" y="15309"/>
                  </a:lnTo>
                  <a:lnTo>
                    <a:pt x="364" y="14644"/>
                  </a:lnTo>
                  <a:lnTo>
                    <a:pt x="264" y="13997"/>
                  </a:lnTo>
                  <a:lnTo>
                    <a:pt x="154" y="13332"/>
                  </a:lnTo>
                  <a:lnTo>
                    <a:pt x="55" y="12599"/>
                  </a:lnTo>
                  <a:lnTo>
                    <a:pt x="0" y="11951"/>
                  </a:lnTo>
                  <a:lnTo>
                    <a:pt x="0" y="10468"/>
                  </a:lnTo>
                  <a:lnTo>
                    <a:pt x="55" y="9734"/>
                  </a:lnTo>
                  <a:lnTo>
                    <a:pt x="99" y="9001"/>
                  </a:lnTo>
                  <a:lnTo>
                    <a:pt x="209" y="8337"/>
                  </a:lnTo>
                  <a:lnTo>
                    <a:pt x="364" y="7603"/>
                  </a:lnTo>
                  <a:lnTo>
                    <a:pt x="529" y="6870"/>
                  </a:lnTo>
                  <a:lnTo>
                    <a:pt x="738" y="6137"/>
                  </a:lnTo>
                  <a:lnTo>
                    <a:pt x="1003" y="5472"/>
                  </a:lnTo>
                  <a:lnTo>
                    <a:pt x="1267" y="4739"/>
                  </a:lnTo>
                  <a:lnTo>
                    <a:pt x="1587" y="4092"/>
                  </a:lnTo>
                  <a:lnTo>
                    <a:pt x="1962" y="3427"/>
                  </a:lnTo>
                  <a:lnTo>
                    <a:pt x="2325" y="2779"/>
                  </a:lnTo>
                  <a:lnTo>
                    <a:pt x="2755" y="2131"/>
                  </a:lnTo>
                  <a:lnTo>
                    <a:pt x="3229" y="1637"/>
                  </a:lnTo>
                  <a:lnTo>
                    <a:pt x="3703" y="1227"/>
                  </a:lnTo>
                  <a:lnTo>
                    <a:pt x="4232" y="818"/>
                  </a:lnTo>
                  <a:lnTo>
                    <a:pt x="4761" y="563"/>
                  </a:lnTo>
                  <a:lnTo>
                    <a:pt x="5345" y="324"/>
                  </a:lnTo>
                  <a:lnTo>
                    <a:pt x="5929" y="153"/>
                  </a:lnTo>
                  <a:lnTo>
                    <a:pt x="6568" y="85"/>
                  </a:lnTo>
                  <a:lnTo>
                    <a:pt x="7836" y="0"/>
                  </a:lnTo>
                  <a:lnTo>
                    <a:pt x="9213" y="85"/>
                  </a:lnTo>
                  <a:lnTo>
                    <a:pt x="11968" y="563"/>
                  </a:lnTo>
                  <a:lnTo>
                    <a:pt x="13390" y="818"/>
                  </a:lnTo>
                  <a:lnTo>
                    <a:pt x="14767" y="1142"/>
                  </a:lnTo>
                  <a:lnTo>
                    <a:pt x="16090" y="1313"/>
                  </a:lnTo>
                  <a:lnTo>
                    <a:pt x="17368" y="1381"/>
                  </a:lnTo>
                  <a:lnTo>
                    <a:pt x="18580" y="1381"/>
                  </a:lnTo>
                  <a:lnTo>
                    <a:pt x="19164" y="1313"/>
                  </a:lnTo>
                  <a:lnTo>
                    <a:pt x="19749" y="1142"/>
                  </a:lnTo>
                  <a:lnTo>
                    <a:pt x="20222" y="972"/>
                  </a:lnTo>
                  <a:lnTo>
                    <a:pt x="20751" y="733"/>
                  </a:lnTo>
                  <a:lnTo>
                    <a:pt x="21181" y="409"/>
                  </a:lnTo>
                  <a:lnTo>
                    <a:pt x="21600" y="0"/>
                  </a:lnTo>
                  <a:lnTo>
                    <a:pt x="21126" y="972"/>
                  </a:lnTo>
                  <a:lnTo>
                    <a:pt x="20597" y="1875"/>
                  </a:lnTo>
                  <a:lnTo>
                    <a:pt x="20013" y="2608"/>
                  </a:lnTo>
                  <a:lnTo>
                    <a:pt x="19484" y="3273"/>
                  </a:lnTo>
                  <a:lnTo>
                    <a:pt x="18955" y="3836"/>
                  </a:lnTo>
                  <a:lnTo>
                    <a:pt x="18371" y="4330"/>
                  </a:lnTo>
                  <a:lnTo>
                    <a:pt x="17787" y="4654"/>
                  </a:lnTo>
                  <a:lnTo>
                    <a:pt x="17258" y="4995"/>
                  </a:lnTo>
                  <a:lnTo>
                    <a:pt x="16200" y="5404"/>
                  </a:lnTo>
                  <a:lnTo>
                    <a:pt x="15197" y="5728"/>
                  </a:lnTo>
                  <a:lnTo>
                    <a:pt x="14238" y="5967"/>
                  </a:lnTo>
                  <a:lnTo>
                    <a:pt x="13500" y="6223"/>
                  </a:lnTo>
                  <a:lnTo>
                    <a:pt x="14503" y="6700"/>
                  </a:lnTo>
                  <a:lnTo>
                    <a:pt x="15351" y="6956"/>
                  </a:lnTo>
                  <a:lnTo>
                    <a:pt x="16145" y="7109"/>
                  </a:lnTo>
                  <a:lnTo>
                    <a:pt x="16894" y="7109"/>
                  </a:lnTo>
                  <a:lnTo>
                    <a:pt x="17633" y="7041"/>
                  </a:lnTo>
                  <a:lnTo>
                    <a:pt x="18481" y="6785"/>
                  </a:lnTo>
                  <a:lnTo>
                    <a:pt x="19429" y="6546"/>
                  </a:lnTo>
                  <a:lnTo>
                    <a:pt x="20597" y="6223"/>
                  </a:lnTo>
                  <a:lnTo>
                    <a:pt x="20123" y="7109"/>
                  </a:lnTo>
                  <a:lnTo>
                    <a:pt x="19693" y="7859"/>
                  </a:lnTo>
                  <a:lnTo>
                    <a:pt x="19220" y="8592"/>
                  </a:lnTo>
                  <a:lnTo>
                    <a:pt x="18746" y="9155"/>
                  </a:lnTo>
                  <a:lnTo>
                    <a:pt x="18261" y="9734"/>
                  </a:lnTo>
                  <a:lnTo>
                    <a:pt x="17313" y="10553"/>
                  </a:lnTo>
                  <a:lnTo>
                    <a:pt x="16784" y="10877"/>
                  </a:lnTo>
                  <a:lnTo>
                    <a:pt x="16310" y="11132"/>
                  </a:lnTo>
                  <a:lnTo>
                    <a:pt x="15781" y="11371"/>
                  </a:lnTo>
                  <a:lnTo>
                    <a:pt x="15252" y="11542"/>
                  </a:lnTo>
                  <a:lnTo>
                    <a:pt x="14723" y="11627"/>
                  </a:lnTo>
                  <a:lnTo>
                    <a:pt x="13555" y="11866"/>
                  </a:lnTo>
                  <a:lnTo>
                    <a:pt x="12387" y="11951"/>
                  </a:lnTo>
                  <a:lnTo>
                    <a:pt x="13081" y="12360"/>
                  </a:lnTo>
                  <a:lnTo>
                    <a:pt x="13875" y="12684"/>
                  </a:lnTo>
                  <a:lnTo>
                    <a:pt x="14613" y="12922"/>
                  </a:lnTo>
                  <a:lnTo>
                    <a:pt x="15407" y="13093"/>
                  </a:lnTo>
                  <a:lnTo>
                    <a:pt x="16255" y="13093"/>
                  </a:lnTo>
                  <a:lnTo>
                    <a:pt x="17104" y="13008"/>
                  </a:lnTo>
                  <a:lnTo>
                    <a:pt x="18051" y="12854"/>
                  </a:lnTo>
                  <a:lnTo>
                    <a:pt x="19065" y="12599"/>
                  </a:lnTo>
                  <a:close/>
                </a:path>
              </a:pathLst>
            </a:custGeom>
            <a:solidFill>
              <a:srgbClr val="FF66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94" name="Freeform 54"/>
            <p:cNvSpPr/>
            <p:nvPr/>
          </p:nvSpPr>
          <p:spPr>
            <a:xfrm>
              <a:off x="152368" y="202848"/>
              <a:ext cx="380331" cy="1549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07" y="21600"/>
                  </a:moveTo>
                  <a:lnTo>
                    <a:pt x="967" y="21075"/>
                  </a:lnTo>
                  <a:lnTo>
                    <a:pt x="1459" y="19275"/>
                  </a:lnTo>
                  <a:lnTo>
                    <a:pt x="2036" y="17813"/>
                  </a:lnTo>
                  <a:lnTo>
                    <a:pt x="2511" y="16387"/>
                  </a:lnTo>
                  <a:lnTo>
                    <a:pt x="3088" y="15300"/>
                  </a:lnTo>
                  <a:lnTo>
                    <a:pt x="4072" y="13500"/>
                  </a:lnTo>
                  <a:lnTo>
                    <a:pt x="4632" y="12975"/>
                  </a:lnTo>
                  <a:lnTo>
                    <a:pt x="5209" y="12412"/>
                  </a:lnTo>
                  <a:lnTo>
                    <a:pt x="5701" y="11887"/>
                  </a:lnTo>
                  <a:lnTo>
                    <a:pt x="6261" y="11512"/>
                  </a:lnTo>
                  <a:lnTo>
                    <a:pt x="6838" y="11325"/>
                  </a:lnTo>
                  <a:lnTo>
                    <a:pt x="7415" y="11175"/>
                  </a:lnTo>
                  <a:lnTo>
                    <a:pt x="9858" y="10800"/>
                  </a:lnTo>
                  <a:lnTo>
                    <a:pt x="11165" y="10800"/>
                  </a:lnTo>
                  <a:lnTo>
                    <a:pt x="12471" y="10612"/>
                  </a:lnTo>
                  <a:lnTo>
                    <a:pt x="13931" y="10425"/>
                  </a:lnTo>
                  <a:lnTo>
                    <a:pt x="15322" y="9713"/>
                  </a:lnTo>
                  <a:lnTo>
                    <a:pt x="16136" y="9187"/>
                  </a:lnTo>
                  <a:lnTo>
                    <a:pt x="16866" y="8625"/>
                  </a:lnTo>
                  <a:lnTo>
                    <a:pt x="17596" y="7912"/>
                  </a:lnTo>
                  <a:lnTo>
                    <a:pt x="18410" y="7013"/>
                  </a:lnTo>
                  <a:lnTo>
                    <a:pt x="19157" y="5925"/>
                  </a:lnTo>
                  <a:lnTo>
                    <a:pt x="19971" y="4687"/>
                  </a:lnTo>
                  <a:lnTo>
                    <a:pt x="20786" y="3225"/>
                  </a:lnTo>
                  <a:lnTo>
                    <a:pt x="21600" y="1612"/>
                  </a:lnTo>
                  <a:lnTo>
                    <a:pt x="20870" y="0"/>
                  </a:lnTo>
                  <a:lnTo>
                    <a:pt x="20124" y="1425"/>
                  </a:lnTo>
                  <a:lnTo>
                    <a:pt x="19394" y="2887"/>
                  </a:lnTo>
                  <a:lnTo>
                    <a:pt x="18580" y="3975"/>
                  </a:lnTo>
                  <a:lnTo>
                    <a:pt x="17935" y="5025"/>
                  </a:lnTo>
                  <a:lnTo>
                    <a:pt x="17188" y="5775"/>
                  </a:lnTo>
                  <a:lnTo>
                    <a:pt x="16459" y="6487"/>
                  </a:lnTo>
                  <a:lnTo>
                    <a:pt x="15814" y="7013"/>
                  </a:lnTo>
                  <a:lnTo>
                    <a:pt x="15067" y="7575"/>
                  </a:lnTo>
                  <a:lnTo>
                    <a:pt x="13761" y="8100"/>
                  </a:lnTo>
                  <a:lnTo>
                    <a:pt x="12386" y="8475"/>
                  </a:lnTo>
                  <a:lnTo>
                    <a:pt x="11165" y="8625"/>
                  </a:lnTo>
                  <a:lnTo>
                    <a:pt x="8552" y="8625"/>
                  </a:lnTo>
                  <a:lnTo>
                    <a:pt x="7330" y="9000"/>
                  </a:lnTo>
                  <a:lnTo>
                    <a:pt x="6668" y="9187"/>
                  </a:lnTo>
                  <a:lnTo>
                    <a:pt x="6024" y="9375"/>
                  </a:lnTo>
                  <a:lnTo>
                    <a:pt x="5447" y="9713"/>
                  </a:lnTo>
                  <a:lnTo>
                    <a:pt x="4802" y="10275"/>
                  </a:lnTo>
                  <a:lnTo>
                    <a:pt x="4157" y="10988"/>
                  </a:lnTo>
                  <a:lnTo>
                    <a:pt x="3580" y="11700"/>
                  </a:lnTo>
                  <a:lnTo>
                    <a:pt x="2918" y="12600"/>
                  </a:lnTo>
                  <a:lnTo>
                    <a:pt x="2359" y="13687"/>
                  </a:lnTo>
                  <a:lnTo>
                    <a:pt x="1782" y="14925"/>
                  </a:lnTo>
                  <a:lnTo>
                    <a:pt x="1222" y="16387"/>
                  </a:lnTo>
                  <a:lnTo>
                    <a:pt x="645" y="18000"/>
                  </a:lnTo>
                  <a:lnTo>
                    <a:pt x="68" y="19800"/>
                  </a:lnTo>
                  <a:lnTo>
                    <a:pt x="645" y="19275"/>
                  </a:lnTo>
                  <a:lnTo>
                    <a:pt x="68" y="19800"/>
                  </a:lnTo>
                  <a:lnTo>
                    <a:pt x="0" y="20325"/>
                  </a:lnTo>
                  <a:lnTo>
                    <a:pt x="0" y="20700"/>
                  </a:lnTo>
                  <a:lnTo>
                    <a:pt x="153" y="21075"/>
                  </a:lnTo>
                  <a:lnTo>
                    <a:pt x="238" y="21412"/>
                  </a:lnTo>
                  <a:lnTo>
                    <a:pt x="407" y="21600"/>
                  </a:lnTo>
                  <a:lnTo>
                    <a:pt x="645" y="21600"/>
                  </a:lnTo>
                  <a:lnTo>
                    <a:pt x="814" y="21412"/>
                  </a:lnTo>
                  <a:lnTo>
                    <a:pt x="967" y="21075"/>
                  </a:lnTo>
                  <a:lnTo>
                    <a:pt x="407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95" name="Freeform 55"/>
            <p:cNvSpPr/>
            <p:nvPr/>
          </p:nvSpPr>
          <p:spPr>
            <a:xfrm>
              <a:off x="-2" y="46543"/>
              <a:ext cx="163727" cy="3112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908" y="0"/>
                  </a:moveTo>
                  <a:lnTo>
                    <a:pt x="7410" y="803"/>
                  </a:lnTo>
                  <a:lnTo>
                    <a:pt x="6070" y="1531"/>
                  </a:lnTo>
                  <a:lnTo>
                    <a:pt x="4927" y="2334"/>
                  </a:lnTo>
                  <a:lnTo>
                    <a:pt x="3784" y="3043"/>
                  </a:lnTo>
                  <a:lnTo>
                    <a:pt x="2838" y="3846"/>
                  </a:lnTo>
                  <a:lnTo>
                    <a:pt x="2089" y="4742"/>
                  </a:lnTo>
                  <a:lnTo>
                    <a:pt x="1537" y="5563"/>
                  </a:lnTo>
                  <a:lnTo>
                    <a:pt x="946" y="6366"/>
                  </a:lnTo>
                  <a:lnTo>
                    <a:pt x="591" y="7169"/>
                  </a:lnTo>
                  <a:lnTo>
                    <a:pt x="394" y="7972"/>
                  </a:lnTo>
                  <a:lnTo>
                    <a:pt x="197" y="8868"/>
                  </a:lnTo>
                  <a:lnTo>
                    <a:pt x="0" y="9689"/>
                  </a:lnTo>
                  <a:lnTo>
                    <a:pt x="394" y="11295"/>
                  </a:lnTo>
                  <a:lnTo>
                    <a:pt x="749" y="12097"/>
                  </a:lnTo>
                  <a:lnTo>
                    <a:pt x="1143" y="12900"/>
                  </a:lnTo>
                  <a:lnTo>
                    <a:pt x="1537" y="13628"/>
                  </a:lnTo>
                  <a:lnTo>
                    <a:pt x="2286" y="14431"/>
                  </a:lnTo>
                  <a:lnTo>
                    <a:pt x="3035" y="15141"/>
                  </a:lnTo>
                  <a:lnTo>
                    <a:pt x="3784" y="15869"/>
                  </a:lnTo>
                  <a:lnTo>
                    <a:pt x="4730" y="16485"/>
                  </a:lnTo>
                  <a:lnTo>
                    <a:pt x="7016" y="17754"/>
                  </a:lnTo>
                  <a:lnTo>
                    <a:pt x="8159" y="18370"/>
                  </a:lnTo>
                  <a:lnTo>
                    <a:pt x="9460" y="18912"/>
                  </a:lnTo>
                  <a:lnTo>
                    <a:pt x="10800" y="19453"/>
                  </a:lnTo>
                  <a:lnTo>
                    <a:pt x="12337" y="19901"/>
                  </a:lnTo>
                  <a:lnTo>
                    <a:pt x="14032" y="20349"/>
                  </a:lnTo>
                  <a:lnTo>
                    <a:pt x="15530" y="20704"/>
                  </a:lnTo>
                  <a:lnTo>
                    <a:pt x="17422" y="21059"/>
                  </a:lnTo>
                  <a:lnTo>
                    <a:pt x="19117" y="21339"/>
                  </a:lnTo>
                  <a:lnTo>
                    <a:pt x="21048" y="21600"/>
                  </a:lnTo>
                  <a:lnTo>
                    <a:pt x="21600" y="20443"/>
                  </a:lnTo>
                  <a:lnTo>
                    <a:pt x="19905" y="20256"/>
                  </a:lnTo>
                  <a:lnTo>
                    <a:pt x="18171" y="19994"/>
                  </a:lnTo>
                  <a:lnTo>
                    <a:pt x="16476" y="19714"/>
                  </a:lnTo>
                  <a:lnTo>
                    <a:pt x="14978" y="19360"/>
                  </a:lnTo>
                  <a:lnTo>
                    <a:pt x="13638" y="18912"/>
                  </a:lnTo>
                  <a:lnTo>
                    <a:pt x="12337" y="18464"/>
                  </a:lnTo>
                  <a:lnTo>
                    <a:pt x="10997" y="18016"/>
                  </a:lnTo>
                  <a:lnTo>
                    <a:pt x="9854" y="17568"/>
                  </a:lnTo>
                  <a:lnTo>
                    <a:pt x="8711" y="17026"/>
                  </a:lnTo>
                  <a:lnTo>
                    <a:pt x="7568" y="16410"/>
                  </a:lnTo>
                  <a:lnTo>
                    <a:pt x="6622" y="15869"/>
                  </a:lnTo>
                  <a:lnTo>
                    <a:pt x="5873" y="15234"/>
                  </a:lnTo>
                  <a:lnTo>
                    <a:pt x="5124" y="14618"/>
                  </a:lnTo>
                  <a:lnTo>
                    <a:pt x="4375" y="13983"/>
                  </a:lnTo>
                  <a:lnTo>
                    <a:pt x="3784" y="13274"/>
                  </a:lnTo>
                  <a:lnTo>
                    <a:pt x="3429" y="12546"/>
                  </a:lnTo>
                  <a:lnTo>
                    <a:pt x="3035" y="11836"/>
                  </a:lnTo>
                  <a:lnTo>
                    <a:pt x="2641" y="11108"/>
                  </a:lnTo>
                  <a:lnTo>
                    <a:pt x="2483" y="10399"/>
                  </a:lnTo>
                  <a:lnTo>
                    <a:pt x="2483" y="8868"/>
                  </a:lnTo>
                  <a:lnTo>
                    <a:pt x="2641" y="8158"/>
                  </a:lnTo>
                  <a:lnTo>
                    <a:pt x="2838" y="7430"/>
                  </a:lnTo>
                  <a:lnTo>
                    <a:pt x="3232" y="6627"/>
                  </a:lnTo>
                  <a:lnTo>
                    <a:pt x="3784" y="5918"/>
                  </a:lnTo>
                  <a:lnTo>
                    <a:pt x="4375" y="5115"/>
                  </a:lnTo>
                  <a:lnTo>
                    <a:pt x="5124" y="4387"/>
                  </a:lnTo>
                  <a:lnTo>
                    <a:pt x="5873" y="3678"/>
                  </a:lnTo>
                  <a:lnTo>
                    <a:pt x="6819" y="2950"/>
                  </a:lnTo>
                  <a:lnTo>
                    <a:pt x="9105" y="1531"/>
                  </a:lnTo>
                  <a:lnTo>
                    <a:pt x="10406" y="803"/>
                  </a:lnTo>
                  <a:lnTo>
                    <a:pt x="8908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96" name="Freeform 56"/>
            <p:cNvSpPr/>
            <p:nvPr/>
          </p:nvSpPr>
          <p:spPr>
            <a:xfrm>
              <a:off x="67520" y="-1"/>
              <a:ext cx="538377" cy="581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80" y="4800"/>
                  </a:moveTo>
                  <a:lnTo>
                    <a:pt x="21025" y="1000"/>
                  </a:lnTo>
                  <a:lnTo>
                    <a:pt x="20557" y="2900"/>
                  </a:lnTo>
                  <a:lnTo>
                    <a:pt x="20102" y="4800"/>
                  </a:lnTo>
                  <a:lnTo>
                    <a:pt x="19634" y="6300"/>
                  </a:lnTo>
                  <a:lnTo>
                    <a:pt x="19059" y="7200"/>
                  </a:lnTo>
                  <a:lnTo>
                    <a:pt x="18483" y="8200"/>
                  </a:lnTo>
                  <a:lnTo>
                    <a:pt x="17908" y="8700"/>
                  </a:lnTo>
                  <a:lnTo>
                    <a:pt x="16649" y="8700"/>
                  </a:lnTo>
                  <a:lnTo>
                    <a:pt x="15259" y="8200"/>
                  </a:lnTo>
                  <a:lnTo>
                    <a:pt x="13761" y="6700"/>
                  </a:lnTo>
                  <a:lnTo>
                    <a:pt x="12322" y="5300"/>
                  </a:lnTo>
                  <a:lnTo>
                    <a:pt x="10776" y="3900"/>
                  </a:lnTo>
                  <a:lnTo>
                    <a:pt x="9278" y="1900"/>
                  </a:lnTo>
                  <a:lnTo>
                    <a:pt x="7719" y="1000"/>
                  </a:lnTo>
                  <a:lnTo>
                    <a:pt x="6221" y="500"/>
                  </a:lnTo>
                  <a:lnTo>
                    <a:pt x="4843" y="1000"/>
                  </a:lnTo>
                  <a:lnTo>
                    <a:pt x="4147" y="1500"/>
                  </a:lnTo>
                  <a:lnTo>
                    <a:pt x="3452" y="2400"/>
                  </a:lnTo>
                  <a:lnTo>
                    <a:pt x="2817" y="3900"/>
                  </a:lnTo>
                  <a:lnTo>
                    <a:pt x="2194" y="5800"/>
                  </a:lnTo>
                  <a:lnTo>
                    <a:pt x="1558" y="7700"/>
                  </a:lnTo>
                  <a:lnTo>
                    <a:pt x="983" y="10600"/>
                  </a:lnTo>
                  <a:lnTo>
                    <a:pt x="455" y="13500"/>
                  </a:lnTo>
                  <a:lnTo>
                    <a:pt x="0" y="17300"/>
                  </a:lnTo>
                  <a:lnTo>
                    <a:pt x="455" y="21600"/>
                  </a:lnTo>
                  <a:lnTo>
                    <a:pt x="923" y="18300"/>
                  </a:lnTo>
                  <a:lnTo>
                    <a:pt x="1378" y="15400"/>
                  </a:lnTo>
                  <a:lnTo>
                    <a:pt x="1906" y="13000"/>
                  </a:lnTo>
                  <a:lnTo>
                    <a:pt x="2421" y="11100"/>
                  </a:lnTo>
                  <a:lnTo>
                    <a:pt x="2997" y="9600"/>
                  </a:lnTo>
                  <a:lnTo>
                    <a:pt x="3572" y="8200"/>
                  </a:lnTo>
                  <a:lnTo>
                    <a:pt x="4207" y="7700"/>
                  </a:lnTo>
                  <a:lnTo>
                    <a:pt x="4843" y="6700"/>
                  </a:lnTo>
                  <a:lnTo>
                    <a:pt x="6221" y="6300"/>
                  </a:lnTo>
                  <a:lnTo>
                    <a:pt x="7659" y="6700"/>
                  </a:lnTo>
                  <a:lnTo>
                    <a:pt x="9158" y="8200"/>
                  </a:lnTo>
                  <a:lnTo>
                    <a:pt x="10716" y="9600"/>
                  </a:lnTo>
                  <a:lnTo>
                    <a:pt x="12214" y="11100"/>
                  </a:lnTo>
                  <a:lnTo>
                    <a:pt x="13713" y="13000"/>
                  </a:lnTo>
                  <a:lnTo>
                    <a:pt x="15199" y="13900"/>
                  </a:lnTo>
                  <a:lnTo>
                    <a:pt x="16590" y="14900"/>
                  </a:lnTo>
                  <a:lnTo>
                    <a:pt x="17273" y="14900"/>
                  </a:lnTo>
                  <a:lnTo>
                    <a:pt x="17968" y="14400"/>
                  </a:lnTo>
                  <a:lnTo>
                    <a:pt x="18603" y="13900"/>
                  </a:lnTo>
                  <a:lnTo>
                    <a:pt x="19239" y="13000"/>
                  </a:lnTo>
                  <a:lnTo>
                    <a:pt x="19814" y="12000"/>
                  </a:lnTo>
                  <a:lnTo>
                    <a:pt x="20389" y="10100"/>
                  </a:lnTo>
                  <a:lnTo>
                    <a:pt x="20905" y="8200"/>
                  </a:lnTo>
                  <a:lnTo>
                    <a:pt x="21420" y="5800"/>
                  </a:lnTo>
                  <a:lnTo>
                    <a:pt x="20905" y="1500"/>
                  </a:lnTo>
                  <a:lnTo>
                    <a:pt x="21420" y="5800"/>
                  </a:lnTo>
                  <a:lnTo>
                    <a:pt x="21540" y="4800"/>
                  </a:lnTo>
                  <a:lnTo>
                    <a:pt x="21600" y="3900"/>
                  </a:lnTo>
                  <a:lnTo>
                    <a:pt x="21540" y="2400"/>
                  </a:lnTo>
                  <a:lnTo>
                    <a:pt x="21480" y="1500"/>
                  </a:lnTo>
                  <a:lnTo>
                    <a:pt x="21420" y="1000"/>
                  </a:lnTo>
                  <a:lnTo>
                    <a:pt x="21312" y="500"/>
                  </a:lnTo>
                  <a:lnTo>
                    <a:pt x="21133" y="0"/>
                  </a:lnTo>
                  <a:lnTo>
                    <a:pt x="21025" y="1000"/>
                  </a:lnTo>
                  <a:lnTo>
                    <a:pt x="21480" y="48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97" name="Freeform 57"/>
            <p:cNvSpPr/>
            <p:nvPr/>
          </p:nvSpPr>
          <p:spPr>
            <a:xfrm>
              <a:off x="367479" y="4037"/>
              <a:ext cx="235431" cy="1108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9" y="18612"/>
                  </a:moveTo>
                  <a:lnTo>
                    <a:pt x="932" y="21600"/>
                  </a:lnTo>
                  <a:lnTo>
                    <a:pt x="2906" y="20866"/>
                  </a:lnTo>
                  <a:lnTo>
                    <a:pt x="5153" y="20132"/>
                  </a:lnTo>
                  <a:lnTo>
                    <a:pt x="7648" y="19083"/>
                  </a:lnTo>
                  <a:lnTo>
                    <a:pt x="10416" y="17825"/>
                  </a:lnTo>
                  <a:lnTo>
                    <a:pt x="11869" y="16829"/>
                  </a:lnTo>
                  <a:lnTo>
                    <a:pt x="13294" y="15571"/>
                  </a:lnTo>
                  <a:lnTo>
                    <a:pt x="14747" y="14050"/>
                  </a:lnTo>
                  <a:lnTo>
                    <a:pt x="16200" y="12320"/>
                  </a:lnTo>
                  <a:lnTo>
                    <a:pt x="17516" y="10276"/>
                  </a:lnTo>
                  <a:lnTo>
                    <a:pt x="18969" y="7759"/>
                  </a:lnTo>
                  <a:lnTo>
                    <a:pt x="20284" y="5033"/>
                  </a:lnTo>
                  <a:lnTo>
                    <a:pt x="21600" y="1730"/>
                  </a:lnTo>
                  <a:lnTo>
                    <a:pt x="20284" y="0"/>
                  </a:lnTo>
                  <a:lnTo>
                    <a:pt x="19106" y="2988"/>
                  </a:lnTo>
                  <a:lnTo>
                    <a:pt x="17790" y="5767"/>
                  </a:lnTo>
                  <a:lnTo>
                    <a:pt x="16474" y="8021"/>
                  </a:lnTo>
                  <a:lnTo>
                    <a:pt x="15295" y="9804"/>
                  </a:lnTo>
                  <a:lnTo>
                    <a:pt x="13843" y="11534"/>
                  </a:lnTo>
                  <a:lnTo>
                    <a:pt x="12527" y="12792"/>
                  </a:lnTo>
                  <a:lnTo>
                    <a:pt x="11211" y="13841"/>
                  </a:lnTo>
                  <a:lnTo>
                    <a:pt x="9895" y="14837"/>
                  </a:lnTo>
                  <a:lnTo>
                    <a:pt x="7237" y="16095"/>
                  </a:lnTo>
                  <a:lnTo>
                    <a:pt x="4879" y="17091"/>
                  </a:lnTo>
                  <a:lnTo>
                    <a:pt x="2494" y="17825"/>
                  </a:lnTo>
                  <a:lnTo>
                    <a:pt x="521" y="18612"/>
                  </a:lnTo>
                  <a:lnTo>
                    <a:pt x="521" y="21600"/>
                  </a:lnTo>
                  <a:lnTo>
                    <a:pt x="521" y="18612"/>
                  </a:lnTo>
                  <a:lnTo>
                    <a:pt x="274" y="18874"/>
                  </a:lnTo>
                  <a:lnTo>
                    <a:pt x="0" y="19346"/>
                  </a:lnTo>
                  <a:lnTo>
                    <a:pt x="0" y="20604"/>
                  </a:lnTo>
                  <a:lnTo>
                    <a:pt x="137" y="21128"/>
                  </a:lnTo>
                  <a:lnTo>
                    <a:pt x="274" y="21390"/>
                  </a:lnTo>
                  <a:lnTo>
                    <a:pt x="658" y="21600"/>
                  </a:lnTo>
                  <a:lnTo>
                    <a:pt x="932" y="21600"/>
                  </a:lnTo>
                  <a:lnTo>
                    <a:pt x="1069" y="1861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98" name="Freeform 58"/>
            <p:cNvSpPr/>
            <p:nvPr/>
          </p:nvSpPr>
          <p:spPr>
            <a:xfrm>
              <a:off x="373156" y="99541"/>
              <a:ext cx="204058" cy="295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42" y="9425"/>
                  </a:moveTo>
                  <a:lnTo>
                    <a:pt x="20525" y="0"/>
                  </a:lnTo>
                  <a:lnTo>
                    <a:pt x="17172" y="3731"/>
                  </a:lnTo>
                  <a:lnTo>
                    <a:pt x="14453" y="6480"/>
                  </a:lnTo>
                  <a:lnTo>
                    <a:pt x="12018" y="9425"/>
                  </a:lnTo>
                  <a:lnTo>
                    <a:pt x="10057" y="10407"/>
                  </a:lnTo>
                  <a:lnTo>
                    <a:pt x="7906" y="10407"/>
                  </a:lnTo>
                  <a:lnTo>
                    <a:pt x="5787" y="8444"/>
                  </a:lnTo>
                  <a:lnTo>
                    <a:pt x="3352" y="5695"/>
                  </a:lnTo>
                  <a:lnTo>
                    <a:pt x="633" y="0"/>
                  </a:lnTo>
                  <a:lnTo>
                    <a:pt x="0" y="11193"/>
                  </a:lnTo>
                  <a:lnTo>
                    <a:pt x="2910" y="16887"/>
                  </a:lnTo>
                  <a:lnTo>
                    <a:pt x="5471" y="19833"/>
                  </a:lnTo>
                  <a:lnTo>
                    <a:pt x="7748" y="21600"/>
                  </a:lnTo>
                  <a:lnTo>
                    <a:pt x="10057" y="21600"/>
                  </a:lnTo>
                  <a:lnTo>
                    <a:pt x="12334" y="20618"/>
                  </a:lnTo>
                  <a:lnTo>
                    <a:pt x="14737" y="18851"/>
                  </a:lnTo>
                  <a:lnTo>
                    <a:pt x="17489" y="15120"/>
                  </a:lnTo>
                  <a:lnTo>
                    <a:pt x="20841" y="11193"/>
                  </a:lnTo>
                  <a:lnTo>
                    <a:pt x="19924" y="1767"/>
                  </a:lnTo>
                  <a:lnTo>
                    <a:pt x="20841" y="11193"/>
                  </a:lnTo>
                  <a:lnTo>
                    <a:pt x="21284" y="10407"/>
                  </a:lnTo>
                  <a:lnTo>
                    <a:pt x="21600" y="8444"/>
                  </a:lnTo>
                  <a:lnTo>
                    <a:pt x="21600" y="2749"/>
                  </a:lnTo>
                  <a:lnTo>
                    <a:pt x="21284" y="982"/>
                  </a:lnTo>
                  <a:lnTo>
                    <a:pt x="20967" y="0"/>
                  </a:lnTo>
                  <a:lnTo>
                    <a:pt x="20525" y="0"/>
                  </a:lnTo>
                  <a:lnTo>
                    <a:pt x="21442" y="942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99" name="Freeform 59"/>
            <p:cNvSpPr/>
            <p:nvPr/>
          </p:nvSpPr>
          <p:spPr>
            <a:xfrm>
              <a:off x="336109" y="101963"/>
              <a:ext cx="239612" cy="1035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58" y="18346"/>
                  </a:moveTo>
                  <a:lnTo>
                    <a:pt x="889" y="21600"/>
                  </a:lnTo>
                  <a:lnTo>
                    <a:pt x="3878" y="21319"/>
                  </a:lnTo>
                  <a:lnTo>
                    <a:pt x="6706" y="20758"/>
                  </a:lnTo>
                  <a:lnTo>
                    <a:pt x="7999" y="20254"/>
                  </a:lnTo>
                  <a:lnTo>
                    <a:pt x="9426" y="19692"/>
                  </a:lnTo>
                  <a:lnTo>
                    <a:pt x="10719" y="18907"/>
                  </a:lnTo>
                  <a:lnTo>
                    <a:pt x="12012" y="18065"/>
                  </a:lnTo>
                  <a:lnTo>
                    <a:pt x="13197" y="16999"/>
                  </a:lnTo>
                  <a:lnTo>
                    <a:pt x="14490" y="15653"/>
                  </a:lnTo>
                  <a:lnTo>
                    <a:pt x="15648" y="14026"/>
                  </a:lnTo>
                  <a:lnTo>
                    <a:pt x="16941" y="12175"/>
                  </a:lnTo>
                  <a:lnTo>
                    <a:pt x="18099" y="10267"/>
                  </a:lnTo>
                  <a:lnTo>
                    <a:pt x="19257" y="7855"/>
                  </a:lnTo>
                  <a:lnTo>
                    <a:pt x="20442" y="5162"/>
                  </a:lnTo>
                  <a:lnTo>
                    <a:pt x="21600" y="2188"/>
                  </a:lnTo>
                  <a:lnTo>
                    <a:pt x="20307" y="0"/>
                  </a:lnTo>
                  <a:lnTo>
                    <a:pt x="19257" y="2974"/>
                  </a:lnTo>
                  <a:lnTo>
                    <a:pt x="18099" y="5386"/>
                  </a:lnTo>
                  <a:lnTo>
                    <a:pt x="17075" y="7574"/>
                  </a:lnTo>
                  <a:lnTo>
                    <a:pt x="15890" y="9425"/>
                  </a:lnTo>
                  <a:lnTo>
                    <a:pt x="14867" y="11333"/>
                  </a:lnTo>
                  <a:lnTo>
                    <a:pt x="13709" y="12679"/>
                  </a:lnTo>
                  <a:lnTo>
                    <a:pt x="12551" y="13745"/>
                  </a:lnTo>
                  <a:lnTo>
                    <a:pt x="11366" y="14868"/>
                  </a:lnTo>
                  <a:lnTo>
                    <a:pt x="9049" y="16438"/>
                  </a:lnTo>
                  <a:lnTo>
                    <a:pt x="7757" y="16999"/>
                  </a:lnTo>
                  <a:lnTo>
                    <a:pt x="6464" y="17280"/>
                  </a:lnTo>
                  <a:lnTo>
                    <a:pt x="3744" y="17785"/>
                  </a:lnTo>
                  <a:lnTo>
                    <a:pt x="754" y="18346"/>
                  </a:lnTo>
                  <a:lnTo>
                    <a:pt x="512" y="21600"/>
                  </a:lnTo>
                  <a:lnTo>
                    <a:pt x="754" y="18346"/>
                  </a:lnTo>
                  <a:lnTo>
                    <a:pt x="512" y="18346"/>
                  </a:lnTo>
                  <a:lnTo>
                    <a:pt x="242" y="18907"/>
                  </a:lnTo>
                  <a:lnTo>
                    <a:pt x="108" y="19412"/>
                  </a:lnTo>
                  <a:lnTo>
                    <a:pt x="0" y="19973"/>
                  </a:lnTo>
                  <a:lnTo>
                    <a:pt x="108" y="20478"/>
                  </a:lnTo>
                  <a:lnTo>
                    <a:pt x="242" y="21039"/>
                  </a:lnTo>
                  <a:lnTo>
                    <a:pt x="512" y="21600"/>
                  </a:lnTo>
                  <a:lnTo>
                    <a:pt x="889" y="21600"/>
                  </a:lnTo>
                  <a:lnTo>
                    <a:pt x="1158" y="1834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600" name="Freeform 60"/>
            <p:cNvSpPr/>
            <p:nvPr/>
          </p:nvSpPr>
          <p:spPr>
            <a:xfrm>
              <a:off x="341786" y="189934"/>
              <a:ext cx="193602" cy="33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300" y="15725"/>
                  </a:moveTo>
                  <a:lnTo>
                    <a:pt x="20500" y="6566"/>
                  </a:lnTo>
                  <a:lnTo>
                    <a:pt x="17433" y="9158"/>
                  </a:lnTo>
                  <a:lnTo>
                    <a:pt x="14733" y="10714"/>
                  </a:lnTo>
                  <a:lnTo>
                    <a:pt x="12167" y="11578"/>
                  </a:lnTo>
                  <a:lnTo>
                    <a:pt x="9600" y="10714"/>
                  </a:lnTo>
                  <a:lnTo>
                    <a:pt x="7367" y="10022"/>
                  </a:lnTo>
                  <a:lnTo>
                    <a:pt x="5100" y="7430"/>
                  </a:lnTo>
                  <a:lnTo>
                    <a:pt x="2867" y="5011"/>
                  </a:lnTo>
                  <a:lnTo>
                    <a:pt x="800" y="0"/>
                  </a:lnTo>
                  <a:lnTo>
                    <a:pt x="0" y="10022"/>
                  </a:lnTo>
                  <a:lnTo>
                    <a:pt x="2233" y="14170"/>
                  </a:lnTo>
                  <a:lnTo>
                    <a:pt x="4633" y="18317"/>
                  </a:lnTo>
                  <a:lnTo>
                    <a:pt x="7033" y="19872"/>
                  </a:lnTo>
                  <a:lnTo>
                    <a:pt x="9600" y="21600"/>
                  </a:lnTo>
                  <a:lnTo>
                    <a:pt x="12167" y="21600"/>
                  </a:lnTo>
                  <a:lnTo>
                    <a:pt x="14900" y="20736"/>
                  </a:lnTo>
                  <a:lnTo>
                    <a:pt x="17767" y="19008"/>
                  </a:lnTo>
                  <a:lnTo>
                    <a:pt x="20800" y="17453"/>
                  </a:lnTo>
                  <a:lnTo>
                    <a:pt x="19867" y="8294"/>
                  </a:lnTo>
                  <a:lnTo>
                    <a:pt x="20800" y="17453"/>
                  </a:lnTo>
                  <a:lnTo>
                    <a:pt x="21133" y="16589"/>
                  </a:lnTo>
                  <a:lnTo>
                    <a:pt x="21467" y="14861"/>
                  </a:lnTo>
                  <a:lnTo>
                    <a:pt x="21600" y="13306"/>
                  </a:lnTo>
                  <a:lnTo>
                    <a:pt x="21600" y="10714"/>
                  </a:lnTo>
                  <a:lnTo>
                    <a:pt x="21467" y="9158"/>
                  </a:lnTo>
                  <a:lnTo>
                    <a:pt x="21133" y="7430"/>
                  </a:lnTo>
                  <a:lnTo>
                    <a:pt x="20800" y="6566"/>
                  </a:lnTo>
                  <a:lnTo>
                    <a:pt x="20500" y="6566"/>
                  </a:lnTo>
                  <a:lnTo>
                    <a:pt x="21300" y="1572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602" name="Прямая соединительная линия 3098"/>
          <p:cNvSpPr/>
          <p:nvPr/>
        </p:nvSpPr>
        <p:spPr>
          <a:xfrm>
            <a:off x="2055324" y="732469"/>
            <a:ext cx="9141764" cy="5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603" name="Разработка северной части веб-сервиса"/>
          <p:cNvSpPr txBox="1"/>
          <p:nvPr/>
        </p:nvSpPr>
        <p:spPr>
          <a:xfrm>
            <a:off x="365689" y="911062"/>
            <a:ext cx="5264450" cy="584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ru-RU" sz="3200" b="1" dirty="0">
                <a:latin typeface="Aptos (Основной текст)"/>
                <a:ea typeface="+mj-ea"/>
              </a:rPr>
              <a:t>Клиентское веб-приложение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60A590D-DBA7-4E45-A7D0-5AF21D6CD9B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095181" y="6414762"/>
            <a:ext cx="258620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888888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fld id="{86CB4B4D-7CA3-9044-876B-883B54F8677D}" type="slidenum">
              <a:rPr lang="ru-RU" smtClean="0"/>
              <a:pPr/>
              <a:t>13</a:t>
            </a:fld>
            <a:endParaRPr lang="ru-RU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2AA32BC-7CFA-4521-85D7-D71C772DB54A}"/>
              </a:ext>
            </a:extLst>
          </p:cNvPr>
          <p:cNvSpPr txBox="1"/>
          <p:nvPr/>
        </p:nvSpPr>
        <p:spPr>
          <a:xfrm>
            <a:off x="365689" y="1495833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Пользовательский интерфейс реализован в виде SPA на React и TypeScript. Он обеспечивает ввод исходных данных и отображение результатов в численном и графическом виде.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3CC56E9-13F0-49AB-982A-153ECB4D99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443" y="2799786"/>
            <a:ext cx="7909413" cy="346481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CAC0B99-723A-401A-AE71-7008702FBF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9871" y="1763949"/>
            <a:ext cx="3781656" cy="4510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2840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3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7" y="12115"/>
            <a:ext cx="2034240" cy="68893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001" name="Group 13"/>
          <p:cNvGrpSpPr/>
          <p:nvPr/>
        </p:nvGrpSpPr>
        <p:grpSpPr>
          <a:xfrm>
            <a:off x="11407140" y="93998"/>
            <a:ext cx="605898" cy="638143"/>
            <a:chOff x="-1" y="0"/>
            <a:chExt cx="605897" cy="638142"/>
          </a:xfrm>
        </p:grpSpPr>
        <p:sp>
          <p:nvSpPr>
            <p:cNvPr id="954" name="Freeform 14"/>
            <p:cNvSpPr/>
            <p:nvPr/>
          </p:nvSpPr>
          <p:spPr>
            <a:xfrm>
              <a:off x="87537" y="343551"/>
              <a:ext cx="182249" cy="2453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4784"/>
                  </a:moveTo>
                  <a:lnTo>
                    <a:pt x="21600" y="0"/>
                  </a:lnTo>
                  <a:lnTo>
                    <a:pt x="21600" y="5116"/>
                  </a:lnTo>
                  <a:lnTo>
                    <a:pt x="14483" y="6703"/>
                  </a:lnTo>
                  <a:lnTo>
                    <a:pt x="14660" y="20250"/>
                  </a:lnTo>
                  <a:lnTo>
                    <a:pt x="6976" y="21600"/>
                  </a:lnTo>
                  <a:lnTo>
                    <a:pt x="6976" y="8408"/>
                  </a:lnTo>
                  <a:lnTo>
                    <a:pt x="0" y="10018"/>
                  </a:lnTo>
                  <a:lnTo>
                    <a:pt x="0" y="4784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55" name="Freeform 15"/>
            <p:cNvSpPr/>
            <p:nvPr/>
          </p:nvSpPr>
          <p:spPr>
            <a:xfrm>
              <a:off x="84848" y="335750"/>
              <a:ext cx="193602" cy="699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409"/>
                  </a:moveTo>
                  <a:lnTo>
                    <a:pt x="20333" y="0"/>
                  </a:lnTo>
                  <a:lnTo>
                    <a:pt x="0" y="16782"/>
                  </a:lnTo>
                  <a:lnTo>
                    <a:pt x="633" y="21600"/>
                  </a:lnTo>
                  <a:lnTo>
                    <a:pt x="20967" y="4818"/>
                  </a:lnTo>
                  <a:lnTo>
                    <a:pt x="19700" y="2409"/>
                  </a:lnTo>
                  <a:lnTo>
                    <a:pt x="20967" y="4818"/>
                  </a:lnTo>
                  <a:lnTo>
                    <a:pt x="21300" y="4403"/>
                  </a:lnTo>
                  <a:lnTo>
                    <a:pt x="21600" y="3655"/>
                  </a:lnTo>
                  <a:lnTo>
                    <a:pt x="21600" y="1662"/>
                  </a:lnTo>
                  <a:lnTo>
                    <a:pt x="21467" y="831"/>
                  </a:lnTo>
                  <a:lnTo>
                    <a:pt x="20800" y="0"/>
                  </a:lnTo>
                  <a:lnTo>
                    <a:pt x="20333" y="0"/>
                  </a:lnTo>
                  <a:lnTo>
                    <a:pt x="21600" y="240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56" name="Freeform 16"/>
            <p:cNvSpPr/>
            <p:nvPr/>
          </p:nvSpPr>
          <p:spPr>
            <a:xfrm>
              <a:off x="261417" y="343551"/>
              <a:ext cx="17033" cy="67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400" y="21168"/>
                  </a:moveTo>
                  <a:lnTo>
                    <a:pt x="21600" y="18662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8662"/>
                  </a:lnTo>
                  <a:lnTo>
                    <a:pt x="7200" y="16157"/>
                  </a:lnTo>
                  <a:lnTo>
                    <a:pt x="0" y="18662"/>
                  </a:lnTo>
                  <a:lnTo>
                    <a:pt x="0" y="19958"/>
                  </a:lnTo>
                  <a:lnTo>
                    <a:pt x="3411" y="20736"/>
                  </a:lnTo>
                  <a:lnTo>
                    <a:pt x="7200" y="21168"/>
                  </a:lnTo>
                  <a:lnTo>
                    <a:pt x="10611" y="21600"/>
                  </a:lnTo>
                  <a:lnTo>
                    <a:pt x="18189" y="20736"/>
                  </a:lnTo>
                  <a:lnTo>
                    <a:pt x="21600" y="19958"/>
                  </a:lnTo>
                  <a:lnTo>
                    <a:pt x="21600" y="18662"/>
                  </a:lnTo>
                  <a:lnTo>
                    <a:pt x="14400" y="2116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57" name="Freeform 17"/>
            <p:cNvSpPr/>
            <p:nvPr/>
          </p:nvSpPr>
          <p:spPr>
            <a:xfrm>
              <a:off x="201067" y="393859"/>
              <a:ext cx="71707" cy="33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220" y="16589"/>
                  </a:moveTo>
                  <a:lnTo>
                    <a:pt x="3420" y="21600"/>
                  </a:lnTo>
                  <a:lnTo>
                    <a:pt x="21600" y="10022"/>
                  </a:lnTo>
                  <a:lnTo>
                    <a:pt x="19890" y="0"/>
                  </a:lnTo>
                  <a:lnTo>
                    <a:pt x="1710" y="11750"/>
                  </a:lnTo>
                  <a:lnTo>
                    <a:pt x="0" y="16589"/>
                  </a:lnTo>
                  <a:lnTo>
                    <a:pt x="1710" y="11750"/>
                  </a:lnTo>
                  <a:lnTo>
                    <a:pt x="810" y="13306"/>
                  </a:lnTo>
                  <a:lnTo>
                    <a:pt x="0" y="15034"/>
                  </a:lnTo>
                  <a:lnTo>
                    <a:pt x="0" y="18317"/>
                  </a:lnTo>
                  <a:lnTo>
                    <a:pt x="450" y="20045"/>
                  </a:lnTo>
                  <a:lnTo>
                    <a:pt x="1260" y="21600"/>
                  </a:lnTo>
                  <a:lnTo>
                    <a:pt x="3420" y="21600"/>
                  </a:lnTo>
                  <a:lnTo>
                    <a:pt x="5220" y="165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58" name="Freeform 18"/>
            <p:cNvSpPr/>
            <p:nvPr/>
          </p:nvSpPr>
          <p:spPr>
            <a:xfrm>
              <a:off x="201067" y="419686"/>
              <a:ext cx="18527" cy="1616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981" y="21600"/>
                  </a:moveTo>
                  <a:lnTo>
                    <a:pt x="21600" y="20558"/>
                  </a:lnTo>
                  <a:lnTo>
                    <a:pt x="20206" y="0"/>
                  </a:lnTo>
                  <a:lnTo>
                    <a:pt x="0" y="0"/>
                  </a:lnTo>
                  <a:lnTo>
                    <a:pt x="1742" y="20558"/>
                  </a:lnTo>
                  <a:lnTo>
                    <a:pt x="8361" y="19515"/>
                  </a:lnTo>
                  <a:lnTo>
                    <a:pt x="1742" y="20558"/>
                  </a:lnTo>
                  <a:lnTo>
                    <a:pt x="1742" y="21061"/>
                  </a:lnTo>
                  <a:lnTo>
                    <a:pt x="4877" y="21420"/>
                  </a:lnTo>
                  <a:lnTo>
                    <a:pt x="8361" y="21600"/>
                  </a:lnTo>
                  <a:lnTo>
                    <a:pt x="14981" y="21600"/>
                  </a:lnTo>
                  <a:lnTo>
                    <a:pt x="18465" y="21420"/>
                  </a:lnTo>
                  <a:lnTo>
                    <a:pt x="21600" y="21061"/>
                  </a:lnTo>
                  <a:lnTo>
                    <a:pt x="21600" y="20558"/>
                  </a:lnTo>
                  <a:lnTo>
                    <a:pt x="14981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59" name="Freeform 19"/>
            <p:cNvSpPr/>
            <p:nvPr/>
          </p:nvSpPr>
          <p:spPr>
            <a:xfrm>
              <a:off x="136534" y="565767"/>
              <a:ext cx="77383" cy="322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5480"/>
                  </a:moveTo>
                  <a:lnTo>
                    <a:pt x="3169" y="20700"/>
                  </a:lnTo>
                  <a:lnTo>
                    <a:pt x="21600" y="10440"/>
                  </a:lnTo>
                  <a:lnTo>
                    <a:pt x="20015" y="0"/>
                  </a:lnTo>
                  <a:lnTo>
                    <a:pt x="2002" y="10440"/>
                  </a:lnTo>
                  <a:lnTo>
                    <a:pt x="5171" y="15480"/>
                  </a:lnTo>
                  <a:lnTo>
                    <a:pt x="2002" y="10440"/>
                  </a:lnTo>
                  <a:lnTo>
                    <a:pt x="751" y="12060"/>
                  </a:lnTo>
                  <a:lnTo>
                    <a:pt x="334" y="12960"/>
                  </a:lnTo>
                  <a:lnTo>
                    <a:pt x="0" y="15480"/>
                  </a:lnTo>
                  <a:lnTo>
                    <a:pt x="334" y="17280"/>
                  </a:lnTo>
                  <a:lnTo>
                    <a:pt x="334" y="19080"/>
                  </a:lnTo>
                  <a:lnTo>
                    <a:pt x="1168" y="20700"/>
                  </a:lnTo>
                  <a:lnTo>
                    <a:pt x="2002" y="21600"/>
                  </a:lnTo>
                  <a:lnTo>
                    <a:pt x="3169" y="20700"/>
                  </a:lnTo>
                  <a:lnTo>
                    <a:pt x="0" y="1548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60" name="Freeform 20"/>
            <p:cNvSpPr/>
            <p:nvPr/>
          </p:nvSpPr>
          <p:spPr>
            <a:xfrm>
              <a:off x="136534" y="431523"/>
              <a:ext cx="18527" cy="1573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39" y="2105"/>
                  </a:moveTo>
                  <a:lnTo>
                    <a:pt x="0" y="1034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034"/>
                  </a:lnTo>
                  <a:lnTo>
                    <a:pt x="8361" y="0"/>
                  </a:lnTo>
                  <a:lnTo>
                    <a:pt x="21600" y="1034"/>
                  </a:lnTo>
                  <a:lnTo>
                    <a:pt x="19858" y="517"/>
                  </a:lnTo>
                  <a:lnTo>
                    <a:pt x="18465" y="148"/>
                  </a:lnTo>
                  <a:lnTo>
                    <a:pt x="14981" y="0"/>
                  </a:lnTo>
                  <a:lnTo>
                    <a:pt x="6619" y="0"/>
                  </a:lnTo>
                  <a:lnTo>
                    <a:pt x="3135" y="148"/>
                  </a:lnTo>
                  <a:lnTo>
                    <a:pt x="1394" y="517"/>
                  </a:lnTo>
                  <a:lnTo>
                    <a:pt x="0" y="1034"/>
                  </a:lnTo>
                  <a:lnTo>
                    <a:pt x="13239" y="210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61" name="Freeform 21"/>
            <p:cNvSpPr/>
            <p:nvPr/>
          </p:nvSpPr>
          <p:spPr>
            <a:xfrm>
              <a:off x="78873" y="431523"/>
              <a:ext cx="69018" cy="333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723"/>
                  </a:moveTo>
                  <a:lnTo>
                    <a:pt x="3647" y="20903"/>
                  </a:lnTo>
                  <a:lnTo>
                    <a:pt x="21600" y="9929"/>
                  </a:lnTo>
                  <a:lnTo>
                    <a:pt x="20291" y="0"/>
                  </a:lnTo>
                  <a:lnTo>
                    <a:pt x="1870" y="11671"/>
                  </a:lnTo>
                  <a:lnTo>
                    <a:pt x="5423" y="16723"/>
                  </a:lnTo>
                  <a:lnTo>
                    <a:pt x="1870" y="11671"/>
                  </a:lnTo>
                  <a:lnTo>
                    <a:pt x="935" y="12542"/>
                  </a:lnTo>
                  <a:lnTo>
                    <a:pt x="0" y="14110"/>
                  </a:lnTo>
                  <a:lnTo>
                    <a:pt x="0" y="18290"/>
                  </a:lnTo>
                  <a:lnTo>
                    <a:pt x="468" y="20032"/>
                  </a:lnTo>
                  <a:lnTo>
                    <a:pt x="1403" y="20903"/>
                  </a:lnTo>
                  <a:lnTo>
                    <a:pt x="2244" y="21600"/>
                  </a:lnTo>
                  <a:lnTo>
                    <a:pt x="3647" y="20903"/>
                  </a:lnTo>
                  <a:lnTo>
                    <a:pt x="0" y="1672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62" name="Freeform 22"/>
            <p:cNvSpPr/>
            <p:nvPr/>
          </p:nvSpPr>
          <p:spPr>
            <a:xfrm>
              <a:off x="78873" y="390093"/>
              <a:ext cx="17332" cy="67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448" y="0"/>
                  </a:moveTo>
                  <a:lnTo>
                    <a:pt x="0" y="2506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506"/>
                  </a:lnTo>
                  <a:lnTo>
                    <a:pt x="14524" y="5011"/>
                  </a:lnTo>
                  <a:lnTo>
                    <a:pt x="21600" y="2506"/>
                  </a:lnTo>
                  <a:lnTo>
                    <a:pt x="21600" y="1642"/>
                  </a:lnTo>
                  <a:lnTo>
                    <a:pt x="14524" y="0"/>
                  </a:lnTo>
                  <a:lnTo>
                    <a:pt x="7448" y="0"/>
                  </a:lnTo>
                  <a:lnTo>
                    <a:pt x="3724" y="864"/>
                  </a:lnTo>
                  <a:lnTo>
                    <a:pt x="0" y="1642"/>
                  </a:lnTo>
                  <a:lnTo>
                    <a:pt x="0" y="2506"/>
                  </a:lnTo>
                  <a:lnTo>
                    <a:pt x="7448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63" name="Freeform 23"/>
            <p:cNvSpPr/>
            <p:nvPr/>
          </p:nvSpPr>
          <p:spPr>
            <a:xfrm>
              <a:off x="367479" y="260957"/>
              <a:ext cx="212424" cy="2698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613" y="18413"/>
                  </a:moveTo>
                  <a:lnTo>
                    <a:pt x="21600" y="17056"/>
                  </a:lnTo>
                  <a:lnTo>
                    <a:pt x="21600" y="0"/>
                  </a:lnTo>
                  <a:lnTo>
                    <a:pt x="21327" y="215"/>
                  </a:lnTo>
                  <a:lnTo>
                    <a:pt x="10359" y="8786"/>
                  </a:lnTo>
                  <a:lnTo>
                    <a:pt x="0" y="3833"/>
                  </a:lnTo>
                  <a:lnTo>
                    <a:pt x="0" y="3919"/>
                  </a:lnTo>
                  <a:lnTo>
                    <a:pt x="0" y="3833"/>
                  </a:lnTo>
                  <a:lnTo>
                    <a:pt x="0" y="21600"/>
                  </a:lnTo>
                  <a:lnTo>
                    <a:pt x="7018" y="20265"/>
                  </a:lnTo>
                  <a:lnTo>
                    <a:pt x="7018" y="13740"/>
                  </a:lnTo>
                  <a:lnTo>
                    <a:pt x="10663" y="15505"/>
                  </a:lnTo>
                  <a:lnTo>
                    <a:pt x="10663" y="15613"/>
                  </a:lnTo>
                  <a:lnTo>
                    <a:pt x="14613" y="12512"/>
                  </a:lnTo>
                  <a:lnTo>
                    <a:pt x="14613" y="18413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64" name="Freeform 24"/>
            <p:cNvSpPr/>
            <p:nvPr/>
          </p:nvSpPr>
          <p:spPr>
            <a:xfrm>
              <a:off x="508196" y="466228"/>
              <a:ext cx="80371" cy="322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43" y="5220"/>
                  </a:moveTo>
                  <a:lnTo>
                    <a:pt x="18549" y="0"/>
                  </a:lnTo>
                  <a:lnTo>
                    <a:pt x="0" y="11340"/>
                  </a:lnTo>
                  <a:lnTo>
                    <a:pt x="1124" y="21600"/>
                  </a:lnTo>
                  <a:lnTo>
                    <a:pt x="20074" y="10440"/>
                  </a:lnTo>
                  <a:lnTo>
                    <a:pt x="21600" y="5220"/>
                  </a:lnTo>
                  <a:lnTo>
                    <a:pt x="20074" y="10440"/>
                  </a:lnTo>
                  <a:lnTo>
                    <a:pt x="20877" y="9540"/>
                  </a:lnTo>
                  <a:lnTo>
                    <a:pt x="21600" y="7740"/>
                  </a:lnTo>
                  <a:lnTo>
                    <a:pt x="21600" y="4320"/>
                  </a:lnTo>
                  <a:lnTo>
                    <a:pt x="21199" y="2700"/>
                  </a:lnTo>
                  <a:lnTo>
                    <a:pt x="20476" y="900"/>
                  </a:lnTo>
                  <a:lnTo>
                    <a:pt x="19673" y="0"/>
                  </a:lnTo>
                  <a:lnTo>
                    <a:pt x="18549" y="0"/>
                  </a:lnTo>
                  <a:lnTo>
                    <a:pt x="16943" y="52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65" name="Freeform 25"/>
            <p:cNvSpPr/>
            <p:nvPr/>
          </p:nvSpPr>
          <p:spPr>
            <a:xfrm>
              <a:off x="571235" y="255846"/>
              <a:ext cx="17332" cy="218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772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506"/>
                  </a:lnTo>
                  <a:lnTo>
                    <a:pt x="18248" y="240"/>
                  </a:lnTo>
                  <a:lnTo>
                    <a:pt x="14524" y="133"/>
                  </a:lnTo>
                  <a:lnTo>
                    <a:pt x="10800" y="0"/>
                  </a:lnTo>
                  <a:lnTo>
                    <a:pt x="7448" y="133"/>
                  </a:lnTo>
                  <a:lnTo>
                    <a:pt x="3724" y="240"/>
                  </a:lnTo>
                  <a:lnTo>
                    <a:pt x="0" y="506"/>
                  </a:lnTo>
                  <a:lnTo>
                    <a:pt x="0" y="77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66" name="Freeform 26"/>
            <p:cNvSpPr/>
            <p:nvPr/>
          </p:nvSpPr>
          <p:spPr>
            <a:xfrm>
              <a:off x="571235" y="251810"/>
              <a:ext cx="17332" cy="142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38" y="21600"/>
                  </a:moveTo>
                  <a:lnTo>
                    <a:pt x="0" y="11819"/>
                  </a:lnTo>
                  <a:lnTo>
                    <a:pt x="0" y="17932"/>
                  </a:lnTo>
                  <a:lnTo>
                    <a:pt x="21600" y="19562"/>
                  </a:lnTo>
                  <a:lnTo>
                    <a:pt x="21600" y="13857"/>
                  </a:lnTo>
                  <a:lnTo>
                    <a:pt x="1862" y="6113"/>
                  </a:lnTo>
                  <a:lnTo>
                    <a:pt x="21600" y="13857"/>
                  </a:lnTo>
                  <a:lnTo>
                    <a:pt x="21600" y="8151"/>
                  </a:lnTo>
                  <a:lnTo>
                    <a:pt x="19738" y="4075"/>
                  </a:lnTo>
                  <a:lnTo>
                    <a:pt x="16386" y="2038"/>
                  </a:lnTo>
                  <a:lnTo>
                    <a:pt x="10800" y="0"/>
                  </a:lnTo>
                  <a:lnTo>
                    <a:pt x="7448" y="2038"/>
                  </a:lnTo>
                  <a:lnTo>
                    <a:pt x="3724" y="4075"/>
                  </a:lnTo>
                  <a:lnTo>
                    <a:pt x="1862" y="8151"/>
                  </a:lnTo>
                  <a:lnTo>
                    <a:pt x="0" y="11819"/>
                  </a:lnTo>
                  <a:lnTo>
                    <a:pt x="19738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67" name="Freeform 27"/>
            <p:cNvSpPr/>
            <p:nvPr/>
          </p:nvSpPr>
          <p:spPr>
            <a:xfrm>
              <a:off x="571235" y="255846"/>
              <a:ext cx="17332" cy="129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550"/>
                  </a:moveTo>
                  <a:lnTo>
                    <a:pt x="19738" y="17100"/>
                  </a:lnTo>
                  <a:lnTo>
                    <a:pt x="1862" y="0"/>
                  </a:lnTo>
                  <a:lnTo>
                    <a:pt x="21600" y="8550"/>
                  </a:lnTo>
                  <a:lnTo>
                    <a:pt x="1862" y="0"/>
                  </a:lnTo>
                  <a:lnTo>
                    <a:pt x="0" y="4050"/>
                  </a:lnTo>
                  <a:lnTo>
                    <a:pt x="0" y="14850"/>
                  </a:lnTo>
                  <a:lnTo>
                    <a:pt x="3724" y="19350"/>
                  </a:lnTo>
                  <a:lnTo>
                    <a:pt x="7448" y="21600"/>
                  </a:lnTo>
                  <a:lnTo>
                    <a:pt x="16386" y="21600"/>
                  </a:lnTo>
                  <a:lnTo>
                    <a:pt x="19738" y="17100"/>
                  </a:lnTo>
                  <a:lnTo>
                    <a:pt x="0" y="855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68" name="Freeform 28"/>
            <p:cNvSpPr/>
            <p:nvPr/>
          </p:nvSpPr>
          <p:spPr>
            <a:xfrm>
              <a:off x="571235" y="251810"/>
              <a:ext cx="17332" cy="142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38" y="21600"/>
                  </a:moveTo>
                  <a:lnTo>
                    <a:pt x="0" y="13857"/>
                  </a:lnTo>
                  <a:lnTo>
                    <a:pt x="21600" y="13857"/>
                  </a:lnTo>
                  <a:lnTo>
                    <a:pt x="1862" y="6113"/>
                  </a:lnTo>
                  <a:lnTo>
                    <a:pt x="21600" y="13857"/>
                  </a:lnTo>
                  <a:lnTo>
                    <a:pt x="21600" y="8151"/>
                  </a:lnTo>
                  <a:lnTo>
                    <a:pt x="18248" y="4075"/>
                  </a:lnTo>
                  <a:lnTo>
                    <a:pt x="10800" y="0"/>
                  </a:lnTo>
                  <a:lnTo>
                    <a:pt x="7448" y="2038"/>
                  </a:lnTo>
                  <a:lnTo>
                    <a:pt x="3724" y="4075"/>
                  </a:lnTo>
                  <a:lnTo>
                    <a:pt x="0" y="8151"/>
                  </a:lnTo>
                  <a:lnTo>
                    <a:pt x="0" y="13857"/>
                  </a:lnTo>
                  <a:lnTo>
                    <a:pt x="19738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69" name="Freeform 29"/>
            <p:cNvSpPr/>
            <p:nvPr/>
          </p:nvSpPr>
          <p:spPr>
            <a:xfrm>
              <a:off x="568546" y="255846"/>
              <a:ext cx="18527" cy="153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465" y="18189"/>
                  </a:moveTo>
                  <a:lnTo>
                    <a:pt x="21600" y="14400"/>
                  </a:lnTo>
                  <a:lnTo>
                    <a:pt x="4877" y="0"/>
                  </a:lnTo>
                  <a:lnTo>
                    <a:pt x="1742" y="3411"/>
                  </a:lnTo>
                  <a:lnTo>
                    <a:pt x="0" y="7200"/>
                  </a:lnTo>
                  <a:lnTo>
                    <a:pt x="0" y="12505"/>
                  </a:lnTo>
                  <a:lnTo>
                    <a:pt x="1742" y="16295"/>
                  </a:lnTo>
                  <a:lnTo>
                    <a:pt x="3135" y="20084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465" y="181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70" name="Freeform 30"/>
            <p:cNvSpPr/>
            <p:nvPr/>
          </p:nvSpPr>
          <p:spPr>
            <a:xfrm>
              <a:off x="460992" y="258267"/>
              <a:ext cx="123393" cy="1216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32" y="21122"/>
                  </a:moveTo>
                  <a:lnTo>
                    <a:pt x="2720" y="20883"/>
                  </a:lnTo>
                  <a:lnTo>
                    <a:pt x="21600" y="1864"/>
                  </a:lnTo>
                  <a:lnTo>
                    <a:pt x="19090" y="0"/>
                  </a:lnTo>
                  <a:lnTo>
                    <a:pt x="471" y="19067"/>
                  </a:lnTo>
                  <a:lnTo>
                    <a:pt x="2510" y="18828"/>
                  </a:lnTo>
                  <a:lnTo>
                    <a:pt x="471" y="19067"/>
                  </a:lnTo>
                  <a:lnTo>
                    <a:pt x="0" y="19497"/>
                  </a:lnTo>
                  <a:lnTo>
                    <a:pt x="0" y="20214"/>
                  </a:lnTo>
                  <a:lnTo>
                    <a:pt x="209" y="20644"/>
                  </a:lnTo>
                  <a:lnTo>
                    <a:pt x="471" y="21122"/>
                  </a:lnTo>
                  <a:lnTo>
                    <a:pt x="994" y="21361"/>
                  </a:lnTo>
                  <a:lnTo>
                    <a:pt x="1464" y="21600"/>
                  </a:lnTo>
                  <a:lnTo>
                    <a:pt x="2249" y="21361"/>
                  </a:lnTo>
                  <a:lnTo>
                    <a:pt x="2720" y="20883"/>
                  </a:lnTo>
                  <a:lnTo>
                    <a:pt x="732" y="2112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71" name="Freeform 31"/>
            <p:cNvSpPr/>
            <p:nvPr/>
          </p:nvSpPr>
          <p:spPr>
            <a:xfrm>
              <a:off x="358815" y="301042"/>
              <a:ext cx="116521" cy="761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212" y="2213"/>
                  </a:moveTo>
                  <a:lnTo>
                    <a:pt x="831" y="4045"/>
                  </a:lnTo>
                  <a:lnTo>
                    <a:pt x="19717" y="21600"/>
                  </a:lnTo>
                  <a:lnTo>
                    <a:pt x="21600" y="17936"/>
                  </a:lnTo>
                  <a:lnTo>
                    <a:pt x="2658" y="382"/>
                  </a:lnTo>
                  <a:lnTo>
                    <a:pt x="0" y="2213"/>
                  </a:lnTo>
                  <a:lnTo>
                    <a:pt x="2658" y="382"/>
                  </a:lnTo>
                  <a:lnTo>
                    <a:pt x="1883" y="0"/>
                  </a:lnTo>
                  <a:lnTo>
                    <a:pt x="1329" y="0"/>
                  </a:lnTo>
                  <a:lnTo>
                    <a:pt x="554" y="382"/>
                  </a:lnTo>
                  <a:lnTo>
                    <a:pt x="277" y="1069"/>
                  </a:lnTo>
                  <a:lnTo>
                    <a:pt x="0" y="1832"/>
                  </a:lnTo>
                  <a:lnTo>
                    <a:pt x="0" y="2519"/>
                  </a:lnTo>
                  <a:lnTo>
                    <a:pt x="277" y="3282"/>
                  </a:lnTo>
                  <a:lnTo>
                    <a:pt x="831" y="4045"/>
                  </a:lnTo>
                  <a:lnTo>
                    <a:pt x="3212" y="221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72" name="Freeform 32"/>
            <p:cNvSpPr/>
            <p:nvPr/>
          </p:nvSpPr>
          <p:spPr>
            <a:xfrm>
              <a:off x="358815" y="302387"/>
              <a:ext cx="17332" cy="15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724" y="19705"/>
                  </a:moveTo>
                  <a:lnTo>
                    <a:pt x="21600" y="9095"/>
                  </a:lnTo>
                  <a:lnTo>
                    <a:pt x="0" y="9095"/>
                  </a:lnTo>
                  <a:lnTo>
                    <a:pt x="0" y="10611"/>
                  </a:lnTo>
                  <a:lnTo>
                    <a:pt x="17876" y="0"/>
                  </a:lnTo>
                  <a:lnTo>
                    <a:pt x="0" y="10611"/>
                  </a:lnTo>
                  <a:lnTo>
                    <a:pt x="0" y="14400"/>
                  </a:lnTo>
                  <a:lnTo>
                    <a:pt x="3724" y="18189"/>
                  </a:lnTo>
                  <a:lnTo>
                    <a:pt x="7448" y="19705"/>
                  </a:lnTo>
                  <a:lnTo>
                    <a:pt x="10800" y="21600"/>
                  </a:lnTo>
                  <a:lnTo>
                    <a:pt x="14524" y="19705"/>
                  </a:lnTo>
                  <a:lnTo>
                    <a:pt x="17876" y="18189"/>
                  </a:lnTo>
                  <a:lnTo>
                    <a:pt x="21600" y="14400"/>
                  </a:lnTo>
                  <a:lnTo>
                    <a:pt x="21600" y="9095"/>
                  </a:lnTo>
                  <a:lnTo>
                    <a:pt x="3724" y="1970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73" name="Freeform 33"/>
            <p:cNvSpPr/>
            <p:nvPr/>
          </p:nvSpPr>
          <p:spPr>
            <a:xfrm>
              <a:off x="357620" y="301042"/>
              <a:ext cx="18527" cy="15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989"/>
                  </a:moveTo>
                  <a:lnTo>
                    <a:pt x="4877" y="20084"/>
                  </a:lnTo>
                  <a:lnTo>
                    <a:pt x="4877" y="21600"/>
                  </a:lnTo>
                  <a:lnTo>
                    <a:pt x="18116" y="1895"/>
                  </a:lnTo>
                  <a:lnTo>
                    <a:pt x="16723" y="1895"/>
                  </a:lnTo>
                  <a:lnTo>
                    <a:pt x="0" y="10989"/>
                  </a:lnTo>
                  <a:lnTo>
                    <a:pt x="16723" y="1895"/>
                  </a:lnTo>
                  <a:lnTo>
                    <a:pt x="13239" y="0"/>
                  </a:lnTo>
                  <a:lnTo>
                    <a:pt x="8361" y="0"/>
                  </a:lnTo>
                  <a:lnTo>
                    <a:pt x="4877" y="1895"/>
                  </a:lnTo>
                  <a:lnTo>
                    <a:pt x="3135" y="3411"/>
                  </a:lnTo>
                  <a:lnTo>
                    <a:pt x="1394" y="9095"/>
                  </a:lnTo>
                  <a:lnTo>
                    <a:pt x="0" y="12505"/>
                  </a:lnTo>
                  <a:lnTo>
                    <a:pt x="1394" y="16295"/>
                  </a:lnTo>
                  <a:lnTo>
                    <a:pt x="4877" y="20084"/>
                  </a:lnTo>
                  <a:lnTo>
                    <a:pt x="21600" y="109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74" name="Freeform 34"/>
            <p:cNvSpPr/>
            <p:nvPr/>
          </p:nvSpPr>
          <p:spPr>
            <a:xfrm>
              <a:off x="357620" y="308844"/>
              <a:ext cx="18527" cy="2297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361" y="20158"/>
                  </a:moveTo>
                  <a:lnTo>
                    <a:pt x="21600" y="20867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0867"/>
                  </a:lnTo>
                  <a:lnTo>
                    <a:pt x="13239" y="21600"/>
                  </a:lnTo>
                  <a:lnTo>
                    <a:pt x="0" y="20867"/>
                  </a:lnTo>
                  <a:lnTo>
                    <a:pt x="1394" y="21246"/>
                  </a:lnTo>
                  <a:lnTo>
                    <a:pt x="3135" y="21474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116" y="21474"/>
                  </a:lnTo>
                  <a:lnTo>
                    <a:pt x="19858" y="21246"/>
                  </a:lnTo>
                  <a:lnTo>
                    <a:pt x="21600" y="20867"/>
                  </a:lnTo>
                  <a:lnTo>
                    <a:pt x="8361" y="2015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75" name="Freeform 35"/>
            <p:cNvSpPr/>
            <p:nvPr/>
          </p:nvSpPr>
          <p:spPr>
            <a:xfrm>
              <a:off x="364790" y="506313"/>
              <a:ext cx="80371" cy="322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43" y="5220"/>
                  </a:moveTo>
                  <a:lnTo>
                    <a:pt x="18468" y="0"/>
                  </a:lnTo>
                  <a:lnTo>
                    <a:pt x="0" y="11340"/>
                  </a:lnTo>
                  <a:lnTo>
                    <a:pt x="1124" y="21600"/>
                  </a:lnTo>
                  <a:lnTo>
                    <a:pt x="19994" y="10440"/>
                  </a:lnTo>
                  <a:lnTo>
                    <a:pt x="21600" y="5220"/>
                  </a:lnTo>
                  <a:lnTo>
                    <a:pt x="19994" y="10440"/>
                  </a:lnTo>
                  <a:lnTo>
                    <a:pt x="20797" y="9540"/>
                  </a:lnTo>
                  <a:lnTo>
                    <a:pt x="21600" y="7740"/>
                  </a:lnTo>
                  <a:lnTo>
                    <a:pt x="21600" y="3420"/>
                  </a:lnTo>
                  <a:lnTo>
                    <a:pt x="21199" y="1800"/>
                  </a:lnTo>
                  <a:lnTo>
                    <a:pt x="20396" y="900"/>
                  </a:lnTo>
                  <a:lnTo>
                    <a:pt x="19673" y="0"/>
                  </a:lnTo>
                  <a:lnTo>
                    <a:pt x="18468" y="0"/>
                  </a:lnTo>
                  <a:lnTo>
                    <a:pt x="16943" y="52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76" name="Freeform 36"/>
            <p:cNvSpPr/>
            <p:nvPr/>
          </p:nvSpPr>
          <p:spPr>
            <a:xfrm>
              <a:off x="427829" y="425066"/>
              <a:ext cx="17332" cy="890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014" y="261"/>
                  </a:moveTo>
                  <a:lnTo>
                    <a:pt x="0" y="1827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827"/>
                  </a:lnTo>
                  <a:lnTo>
                    <a:pt x="3724" y="3393"/>
                  </a:lnTo>
                  <a:lnTo>
                    <a:pt x="21600" y="1827"/>
                  </a:lnTo>
                  <a:lnTo>
                    <a:pt x="21600" y="1240"/>
                  </a:lnTo>
                  <a:lnTo>
                    <a:pt x="17876" y="587"/>
                  </a:lnTo>
                  <a:lnTo>
                    <a:pt x="14152" y="0"/>
                  </a:lnTo>
                  <a:lnTo>
                    <a:pt x="7076" y="0"/>
                  </a:lnTo>
                  <a:lnTo>
                    <a:pt x="0" y="1240"/>
                  </a:lnTo>
                  <a:lnTo>
                    <a:pt x="0" y="1827"/>
                  </a:lnTo>
                  <a:lnTo>
                    <a:pt x="16014" y="261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77" name="Freeform 37"/>
            <p:cNvSpPr/>
            <p:nvPr/>
          </p:nvSpPr>
          <p:spPr>
            <a:xfrm>
              <a:off x="430817" y="426143"/>
              <a:ext cx="50196" cy="363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314" y="13920"/>
                  </a:moveTo>
                  <a:lnTo>
                    <a:pt x="19671" y="13120"/>
                  </a:lnTo>
                  <a:lnTo>
                    <a:pt x="4243" y="0"/>
                  </a:lnTo>
                  <a:lnTo>
                    <a:pt x="0" y="7680"/>
                  </a:lnTo>
                  <a:lnTo>
                    <a:pt x="15429" y="20800"/>
                  </a:lnTo>
                  <a:lnTo>
                    <a:pt x="14786" y="20000"/>
                  </a:lnTo>
                  <a:lnTo>
                    <a:pt x="15429" y="20800"/>
                  </a:lnTo>
                  <a:lnTo>
                    <a:pt x="17229" y="21600"/>
                  </a:lnTo>
                  <a:lnTo>
                    <a:pt x="18514" y="21600"/>
                  </a:lnTo>
                  <a:lnTo>
                    <a:pt x="19671" y="20800"/>
                  </a:lnTo>
                  <a:lnTo>
                    <a:pt x="20957" y="19200"/>
                  </a:lnTo>
                  <a:lnTo>
                    <a:pt x="21600" y="17760"/>
                  </a:lnTo>
                  <a:lnTo>
                    <a:pt x="21600" y="16160"/>
                  </a:lnTo>
                  <a:lnTo>
                    <a:pt x="20957" y="14720"/>
                  </a:lnTo>
                  <a:lnTo>
                    <a:pt x="20314" y="139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78" name="Freeform 38"/>
            <p:cNvSpPr/>
            <p:nvPr/>
          </p:nvSpPr>
          <p:spPr>
            <a:xfrm>
              <a:off x="465174" y="449548"/>
              <a:ext cx="17333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2" y="0"/>
                  </a:moveTo>
                  <a:lnTo>
                    <a:pt x="16014" y="0"/>
                  </a:lnTo>
                  <a:lnTo>
                    <a:pt x="0" y="15487"/>
                  </a:lnTo>
                  <a:lnTo>
                    <a:pt x="1862" y="17525"/>
                  </a:lnTo>
                  <a:lnTo>
                    <a:pt x="17876" y="17525"/>
                  </a:lnTo>
                  <a:lnTo>
                    <a:pt x="1862" y="17525"/>
                  </a:lnTo>
                  <a:lnTo>
                    <a:pt x="5214" y="21600"/>
                  </a:lnTo>
                  <a:lnTo>
                    <a:pt x="10800" y="21600"/>
                  </a:lnTo>
                  <a:lnTo>
                    <a:pt x="14152" y="19562"/>
                  </a:lnTo>
                  <a:lnTo>
                    <a:pt x="17876" y="17525"/>
                  </a:lnTo>
                  <a:lnTo>
                    <a:pt x="19738" y="13449"/>
                  </a:lnTo>
                  <a:lnTo>
                    <a:pt x="21600" y="9781"/>
                  </a:lnTo>
                  <a:lnTo>
                    <a:pt x="19738" y="3668"/>
                  </a:lnTo>
                  <a:lnTo>
                    <a:pt x="17876" y="0"/>
                  </a:lnTo>
                  <a:lnTo>
                    <a:pt x="1862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79" name="Freeform 39"/>
            <p:cNvSpPr/>
            <p:nvPr/>
          </p:nvSpPr>
          <p:spPr>
            <a:xfrm>
              <a:off x="466668" y="409463"/>
              <a:ext cx="53184" cy="516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3263"/>
                  </a:moveTo>
                  <a:lnTo>
                    <a:pt x="15169" y="1125"/>
                  </a:lnTo>
                  <a:lnTo>
                    <a:pt x="0" y="16763"/>
                  </a:lnTo>
                  <a:lnTo>
                    <a:pt x="5218" y="21600"/>
                  </a:lnTo>
                  <a:lnTo>
                    <a:pt x="20387" y="5400"/>
                  </a:lnTo>
                  <a:lnTo>
                    <a:pt x="13955" y="3263"/>
                  </a:lnTo>
                  <a:lnTo>
                    <a:pt x="20387" y="5400"/>
                  </a:lnTo>
                  <a:lnTo>
                    <a:pt x="21600" y="4275"/>
                  </a:lnTo>
                  <a:lnTo>
                    <a:pt x="21600" y="3263"/>
                  </a:lnTo>
                  <a:lnTo>
                    <a:pt x="20993" y="1575"/>
                  </a:lnTo>
                  <a:lnTo>
                    <a:pt x="20387" y="1125"/>
                  </a:lnTo>
                  <a:lnTo>
                    <a:pt x="19173" y="0"/>
                  </a:lnTo>
                  <a:lnTo>
                    <a:pt x="16261" y="0"/>
                  </a:lnTo>
                  <a:lnTo>
                    <a:pt x="15169" y="1125"/>
                  </a:lnTo>
                  <a:lnTo>
                    <a:pt x="21600" y="326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80" name="Freeform 40"/>
            <p:cNvSpPr/>
            <p:nvPr/>
          </p:nvSpPr>
          <p:spPr>
            <a:xfrm>
              <a:off x="501026" y="417265"/>
              <a:ext cx="18826" cy="812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229" y="17523"/>
                  </a:moveTo>
                  <a:lnTo>
                    <a:pt x="21600" y="19597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9597"/>
                  </a:lnTo>
                  <a:lnTo>
                    <a:pt x="13029" y="21600"/>
                  </a:lnTo>
                  <a:lnTo>
                    <a:pt x="0" y="19597"/>
                  </a:lnTo>
                  <a:lnTo>
                    <a:pt x="1714" y="20599"/>
                  </a:lnTo>
                  <a:lnTo>
                    <a:pt x="3429" y="21314"/>
                  </a:lnTo>
                  <a:lnTo>
                    <a:pt x="6514" y="21600"/>
                  </a:lnTo>
                  <a:lnTo>
                    <a:pt x="14743" y="21600"/>
                  </a:lnTo>
                  <a:lnTo>
                    <a:pt x="18171" y="21314"/>
                  </a:lnTo>
                  <a:lnTo>
                    <a:pt x="19886" y="20599"/>
                  </a:lnTo>
                  <a:lnTo>
                    <a:pt x="21600" y="19597"/>
                  </a:lnTo>
                  <a:lnTo>
                    <a:pt x="8229" y="1752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81" name="Freeform 41"/>
            <p:cNvSpPr/>
            <p:nvPr/>
          </p:nvSpPr>
          <p:spPr>
            <a:xfrm>
              <a:off x="211224" y="383636"/>
              <a:ext cx="192111" cy="2453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66" y="0"/>
                  </a:moveTo>
                  <a:lnTo>
                    <a:pt x="21600" y="0"/>
                  </a:lnTo>
                  <a:lnTo>
                    <a:pt x="21600" y="17503"/>
                  </a:lnTo>
                  <a:lnTo>
                    <a:pt x="13706" y="19208"/>
                  </a:lnTo>
                  <a:lnTo>
                    <a:pt x="13706" y="14211"/>
                  </a:lnTo>
                  <a:lnTo>
                    <a:pt x="134" y="21482"/>
                  </a:lnTo>
                  <a:lnTo>
                    <a:pt x="0" y="21600"/>
                  </a:lnTo>
                  <a:lnTo>
                    <a:pt x="0" y="3292"/>
                  </a:lnTo>
                  <a:lnTo>
                    <a:pt x="7894" y="1587"/>
                  </a:lnTo>
                  <a:lnTo>
                    <a:pt x="7894" y="7389"/>
                  </a:lnTo>
                  <a:lnTo>
                    <a:pt x="21466" y="0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82" name="Freeform 42"/>
            <p:cNvSpPr/>
            <p:nvPr/>
          </p:nvSpPr>
          <p:spPr>
            <a:xfrm>
              <a:off x="393471" y="377180"/>
              <a:ext cx="17034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11" y="0"/>
                  </a:moveTo>
                  <a:lnTo>
                    <a:pt x="21600" y="9781"/>
                  </a:lnTo>
                  <a:lnTo>
                    <a:pt x="0" y="9781"/>
                  </a:lnTo>
                  <a:lnTo>
                    <a:pt x="18189" y="19562"/>
                  </a:lnTo>
                  <a:lnTo>
                    <a:pt x="0" y="9781"/>
                  </a:lnTo>
                  <a:lnTo>
                    <a:pt x="0" y="15487"/>
                  </a:lnTo>
                  <a:lnTo>
                    <a:pt x="3411" y="19562"/>
                  </a:lnTo>
                  <a:lnTo>
                    <a:pt x="7200" y="21600"/>
                  </a:lnTo>
                  <a:lnTo>
                    <a:pt x="14400" y="21600"/>
                  </a:lnTo>
                  <a:lnTo>
                    <a:pt x="18189" y="19562"/>
                  </a:lnTo>
                  <a:lnTo>
                    <a:pt x="21600" y="15487"/>
                  </a:lnTo>
                  <a:lnTo>
                    <a:pt x="21600" y="9781"/>
                  </a:lnTo>
                  <a:lnTo>
                    <a:pt x="3411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83" name="Freeform 43"/>
            <p:cNvSpPr/>
            <p:nvPr/>
          </p:nvSpPr>
          <p:spPr>
            <a:xfrm>
              <a:off x="393471" y="375835"/>
              <a:ext cx="18528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1819"/>
                  </a:moveTo>
                  <a:lnTo>
                    <a:pt x="3135" y="2038"/>
                  </a:lnTo>
                  <a:lnTo>
                    <a:pt x="16723" y="21600"/>
                  </a:lnTo>
                  <a:lnTo>
                    <a:pt x="18465" y="21600"/>
                  </a:lnTo>
                  <a:lnTo>
                    <a:pt x="0" y="11819"/>
                  </a:lnTo>
                  <a:lnTo>
                    <a:pt x="18465" y="21600"/>
                  </a:lnTo>
                  <a:lnTo>
                    <a:pt x="19858" y="15894"/>
                  </a:lnTo>
                  <a:lnTo>
                    <a:pt x="21600" y="11819"/>
                  </a:lnTo>
                  <a:lnTo>
                    <a:pt x="19858" y="7743"/>
                  </a:lnTo>
                  <a:lnTo>
                    <a:pt x="18465" y="4075"/>
                  </a:lnTo>
                  <a:lnTo>
                    <a:pt x="16723" y="0"/>
                  </a:lnTo>
                  <a:lnTo>
                    <a:pt x="8361" y="0"/>
                  </a:lnTo>
                  <a:lnTo>
                    <a:pt x="3135" y="2038"/>
                  </a:lnTo>
                  <a:lnTo>
                    <a:pt x="21600" y="1181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84" name="Freeform 44"/>
            <p:cNvSpPr/>
            <p:nvPr/>
          </p:nvSpPr>
          <p:spPr>
            <a:xfrm>
              <a:off x="393471" y="383636"/>
              <a:ext cx="18528" cy="206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39" y="21600"/>
                  </a:moveTo>
                  <a:lnTo>
                    <a:pt x="21600" y="20784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0784"/>
                  </a:lnTo>
                  <a:lnTo>
                    <a:pt x="8361" y="19997"/>
                  </a:lnTo>
                  <a:lnTo>
                    <a:pt x="0" y="20784"/>
                  </a:lnTo>
                  <a:lnTo>
                    <a:pt x="1394" y="21206"/>
                  </a:lnTo>
                  <a:lnTo>
                    <a:pt x="3135" y="21459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465" y="21459"/>
                  </a:lnTo>
                  <a:lnTo>
                    <a:pt x="19858" y="21206"/>
                  </a:lnTo>
                  <a:lnTo>
                    <a:pt x="21600" y="20784"/>
                  </a:lnTo>
                  <a:lnTo>
                    <a:pt x="13239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85" name="Freeform 45"/>
            <p:cNvSpPr/>
            <p:nvPr/>
          </p:nvSpPr>
          <p:spPr>
            <a:xfrm>
              <a:off x="324457" y="574914"/>
              <a:ext cx="80371" cy="347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744"/>
                  </a:moveTo>
                  <a:lnTo>
                    <a:pt x="3132" y="21600"/>
                  </a:lnTo>
                  <a:lnTo>
                    <a:pt x="21600" y="9544"/>
                  </a:lnTo>
                  <a:lnTo>
                    <a:pt x="20476" y="0"/>
                  </a:lnTo>
                  <a:lnTo>
                    <a:pt x="1526" y="12056"/>
                  </a:lnTo>
                  <a:lnTo>
                    <a:pt x="5059" y="16744"/>
                  </a:lnTo>
                  <a:lnTo>
                    <a:pt x="1526" y="12056"/>
                  </a:lnTo>
                  <a:lnTo>
                    <a:pt x="803" y="12726"/>
                  </a:lnTo>
                  <a:lnTo>
                    <a:pt x="401" y="14400"/>
                  </a:lnTo>
                  <a:lnTo>
                    <a:pt x="0" y="16744"/>
                  </a:lnTo>
                  <a:lnTo>
                    <a:pt x="0" y="18419"/>
                  </a:lnTo>
                  <a:lnTo>
                    <a:pt x="401" y="20093"/>
                  </a:lnTo>
                  <a:lnTo>
                    <a:pt x="1124" y="20763"/>
                  </a:lnTo>
                  <a:lnTo>
                    <a:pt x="1927" y="21600"/>
                  </a:lnTo>
                  <a:lnTo>
                    <a:pt x="3132" y="21600"/>
                  </a:lnTo>
                  <a:lnTo>
                    <a:pt x="0" y="16744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86" name="Freeform 46"/>
            <p:cNvSpPr/>
            <p:nvPr/>
          </p:nvSpPr>
          <p:spPr>
            <a:xfrm>
              <a:off x="324457" y="536174"/>
              <a:ext cx="18826" cy="656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457" y="5046"/>
                  </a:moveTo>
                  <a:lnTo>
                    <a:pt x="0" y="292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921"/>
                  </a:lnTo>
                  <a:lnTo>
                    <a:pt x="3429" y="797"/>
                  </a:lnTo>
                  <a:lnTo>
                    <a:pt x="21600" y="2921"/>
                  </a:lnTo>
                  <a:lnTo>
                    <a:pt x="19886" y="1682"/>
                  </a:lnTo>
                  <a:lnTo>
                    <a:pt x="18171" y="797"/>
                  </a:lnTo>
                  <a:lnTo>
                    <a:pt x="14743" y="354"/>
                  </a:lnTo>
                  <a:lnTo>
                    <a:pt x="9943" y="0"/>
                  </a:lnTo>
                  <a:lnTo>
                    <a:pt x="6514" y="354"/>
                  </a:lnTo>
                  <a:lnTo>
                    <a:pt x="3429" y="797"/>
                  </a:lnTo>
                  <a:lnTo>
                    <a:pt x="1714" y="1682"/>
                  </a:lnTo>
                  <a:lnTo>
                    <a:pt x="0" y="2921"/>
                  </a:lnTo>
                  <a:lnTo>
                    <a:pt x="16457" y="504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87" name="Freeform 47"/>
            <p:cNvSpPr/>
            <p:nvPr/>
          </p:nvSpPr>
          <p:spPr>
            <a:xfrm>
              <a:off x="203755" y="538596"/>
              <a:ext cx="135047" cy="982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342" y="21008"/>
                  </a:moveTo>
                  <a:lnTo>
                    <a:pt x="21600" y="2841"/>
                  </a:lnTo>
                  <a:lnTo>
                    <a:pt x="19784" y="0"/>
                  </a:lnTo>
                  <a:lnTo>
                    <a:pt x="478" y="18464"/>
                  </a:lnTo>
                  <a:lnTo>
                    <a:pt x="0" y="19055"/>
                  </a:lnTo>
                  <a:lnTo>
                    <a:pt x="0" y="20180"/>
                  </a:lnTo>
                  <a:lnTo>
                    <a:pt x="239" y="20772"/>
                  </a:lnTo>
                  <a:lnTo>
                    <a:pt x="717" y="21304"/>
                  </a:lnTo>
                  <a:lnTo>
                    <a:pt x="1195" y="21600"/>
                  </a:lnTo>
                  <a:lnTo>
                    <a:pt x="1625" y="21600"/>
                  </a:lnTo>
                  <a:lnTo>
                    <a:pt x="2342" y="2100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88" name="Freeform 48"/>
            <p:cNvSpPr/>
            <p:nvPr/>
          </p:nvSpPr>
          <p:spPr>
            <a:xfrm>
              <a:off x="202560" y="622532"/>
              <a:ext cx="18528" cy="156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938"/>
                  </a:moveTo>
                  <a:lnTo>
                    <a:pt x="16723" y="17876"/>
                  </a:lnTo>
                  <a:lnTo>
                    <a:pt x="18465" y="16014"/>
                  </a:lnTo>
                  <a:lnTo>
                    <a:pt x="4877" y="0"/>
                  </a:lnTo>
                  <a:lnTo>
                    <a:pt x="3135" y="1862"/>
                  </a:lnTo>
                  <a:lnTo>
                    <a:pt x="21600" y="8938"/>
                  </a:lnTo>
                  <a:lnTo>
                    <a:pt x="3135" y="1862"/>
                  </a:lnTo>
                  <a:lnTo>
                    <a:pt x="0" y="5586"/>
                  </a:lnTo>
                  <a:lnTo>
                    <a:pt x="0" y="12662"/>
                  </a:lnTo>
                  <a:lnTo>
                    <a:pt x="3135" y="16014"/>
                  </a:lnTo>
                  <a:lnTo>
                    <a:pt x="4877" y="19738"/>
                  </a:lnTo>
                  <a:lnTo>
                    <a:pt x="10103" y="21600"/>
                  </a:lnTo>
                  <a:lnTo>
                    <a:pt x="13239" y="19738"/>
                  </a:lnTo>
                  <a:lnTo>
                    <a:pt x="16723" y="17876"/>
                  </a:lnTo>
                  <a:lnTo>
                    <a:pt x="0" y="893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89" name="Freeform 49"/>
            <p:cNvSpPr/>
            <p:nvPr/>
          </p:nvSpPr>
          <p:spPr>
            <a:xfrm>
              <a:off x="202560" y="413229"/>
              <a:ext cx="18528" cy="2157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619" y="0"/>
                  </a:moveTo>
                  <a:lnTo>
                    <a:pt x="0" y="78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781"/>
                  </a:lnTo>
                  <a:lnTo>
                    <a:pt x="13239" y="1562"/>
                  </a:lnTo>
                  <a:lnTo>
                    <a:pt x="21600" y="781"/>
                  </a:lnTo>
                  <a:lnTo>
                    <a:pt x="19858" y="404"/>
                  </a:lnTo>
                  <a:lnTo>
                    <a:pt x="18465" y="269"/>
                  </a:lnTo>
                  <a:lnTo>
                    <a:pt x="14981" y="0"/>
                  </a:lnTo>
                  <a:lnTo>
                    <a:pt x="6619" y="0"/>
                  </a:lnTo>
                  <a:lnTo>
                    <a:pt x="1394" y="404"/>
                  </a:lnTo>
                  <a:lnTo>
                    <a:pt x="0" y="781"/>
                  </a:lnTo>
                  <a:lnTo>
                    <a:pt x="6619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90" name="Freeform 50"/>
            <p:cNvSpPr/>
            <p:nvPr/>
          </p:nvSpPr>
          <p:spPr>
            <a:xfrm>
              <a:off x="208237" y="393859"/>
              <a:ext cx="81865" cy="349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4818"/>
                  </a:moveTo>
                  <a:lnTo>
                    <a:pt x="18526" y="0"/>
                  </a:lnTo>
                  <a:lnTo>
                    <a:pt x="0" y="11963"/>
                  </a:lnTo>
                  <a:lnTo>
                    <a:pt x="1498" y="21600"/>
                  </a:lnTo>
                  <a:lnTo>
                    <a:pt x="19708" y="9637"/>
                  </a:lnTo>
                  <a:lnTo>
                    <a:pt x="16634" y="4818"/>
                  </a:lnTo>
                  <a:lnTo>
                    <a:pt x="19708" y="9637"/>
                  </a:lnTo>
                  <a:lnTo>
                    <a:pt x="20812" y="8806"/>
                  </a:lnTo>
                  <a:lnTo>
                    <a:pt x="21206" y="7311"/>
                  </a:lnTo>
                  <a:lnTo>
                    <a:pt x="21600" y="4818"/>
                  </a:lnTo>
                  <a:lnTo>
                    <a:pt x="21206" y="3323"/>
                  </a:lnTo>
                  <a:lnTo>
                    <a:pt x="20812" y="1662"/>
                  </a:lnTo>
                  <a:lnTo>
                    <a:pt x="20418" y="831"/>
                  </a:lnTo>
                  <a:lnTo>
                    <a:pt x="19314" y="0"/>
                  </a:lnTo>
                  <a:lnTo>
                    <a:pt x="18526" y="0"/>
                  </a:lnTo>
                  <a:lnTo>
                    <a:pt x="21600" y="481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91" name="Freeform 51"/>
            <p:cNvSpPr/>
            <p:nvPr/>
          </p:nvSpPr>
          <p:spPr>
            <a:xfrm>
              <a:off x="271276" y="401661"/>
              <a:ext cx="18826" cy="737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143" y="17422"/>
                  </a:moveTo>
                  <a:lnTo>
                    <a:pt x="21600" y="19314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9314"/>
                  </a:lnTo>
                  <a:lnTo>
                    <a:pt x="16457" y="21206"/>
                  </a:lnTo>
                  <a:lnTo>
                    <a:pt x="0" y="19314"/>
                  </a:lnTo>
                  <a:lnTo>
                    <a:pt x="1714" y="20102"/>
                  </a:lnTo>
                  <a:lnTo>
                    <a:pt x="3429" y="20812"/>
                  </a:lnTo>
                  <a:lnTo>
                    <a:pt x="6857" y="21600"/>
                  </a:lnTo>
                  <a:lnTo>
                    <a:pt x="15086" y="21600"/>
                  </a:lnTo>
                  <a:lnTo>
                    <a:pt x="18171" y="20812"/>
                  </a:lnTo>
                  <a:lnTo>
                    <a:pt x="19886" y="20102"/>
                  </a:lnTo>
                  <a:lnTo>
                    <a:pt x="21600" y="19314"/>
                  </a:lnTo>
                  <a:lnTo>
                    <a:pt x="5143" y="1742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92" name="Freeform 52"/>
            <p:cNvSpPr/>
            <p:nvPr/>
          </p:nvSpPr>
          <p:spPr>
            <a:xfrm>
              <a:off x="275757" y="375835"/>
              <a:ext cx="134748" cy="981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716"/>
                  </a:moveTo>
                  <a:lnTo>
                    <a:pt x="19301" y="296"/>
                  </a:lnTo>
                  <a:lnTo>
                    <a:pt x="0" y="18759"/>
                  </a:lnTo>
                  <a:lnTo>
                    <a:pt x="1580" y="21600"/>
                  </a:lnTo>
                  <a:lnTo>
                    <a:pt x="21169" y="3136"/>
                  </a:lnTo>
                  <a:lnTo>
                    <a:pt x="18870" y="1716"/>
                  </a:lnTo>
                  <a:lnTo>
                    <a:pt x="21169" y="3136"/>
                  </a:lnTo>
                  <a:lnTo>
                    <a:pt x="21600" y="2545"/>
                  </a:lnTo>
                  <a:lnTo>
                    <a:pt x="21600" y="1124"/>
                  </a:lnTo>
                  <a:lnTo>
                    <a:pt x="21408" y="592"/>
                  </a:lnTo>
                  <a:lnTo>
                    <a:pt x="20929" y="0"/>
                  </a:lnTo>
                  <a:lnTo>
                    <a:pt x="20020" y="0"/>
                  </a:lnTo>
                  <a:lnTo>
                    <a:pt x="19301" y="296"/>
                  </a:lnTo>
                  <a:lnTo>
                    <a:pt x="21600" y="171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93" name="Freeform 53"/>
            <p:cNvSpPr/>
            <p:nvPr/>
          </p:nvSpPr>
          <p:spPr>
            <a:xfrm>
              <a:off x="10157" y="9148"/>
              <a:ext cx="585582" cy="3408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065" y="12599"/>
                  </a:moveTo>
                  <a:lnTo>
                    <a:pt x="18525" y="13332"/>
                  </a:lnTo>
                  <a:lnTo>
                    <a:pt x="17996" y="13997"/>
                  </a:lnTo>
                  <a:lnTo>
                    <a:pt x="17522" y="14559"/>
                  </a:lnTo>
                  <a:lnTo>
                    <a:pt x="17049" y="14968"/>
                  </a:lnTo>
                  <a:lnTo>
                    <a:pt x="16520" y="15377"/>
                  </a:lnTo>
                  <a:lnTo>
                    <a:pt x="16046" y="15718"/>
                  </a:lnTo>
                  <a:lnTo>
                    <a:pt x="15616" y="15957"/>
                  </a:lnTo>
                  <a:lnTo>
                    <a:pt x="15142" y="16196"/>
                  </a:lnTo>
                  <a:lnTo>
                    <a:pt x="14238" y="16451"/>
                  </a:lnTo>
                  <a:lnTo>
                    <a:pt x="13346" y="16605"/>
                  </a:lnTo>
                  <a:lnTo>
                    <a:pt x="12497" y="16690"/>
                  </a:lnTo>
                  <a:lnTo>
                    <a:pt x="11649" y="16690"/>
                  </a:lnTo>
                  <a:lnTo>
                    <a:pt x="10800" y="16775"/>
                  </a:lnTo>
                  <a:lnTo>
                    <a:pt x="10007" y="16861"/>
                  </a:lnTo>
                  <a:lnTo>
                    <a:pt x="9632" y="16946"/>
                  </a:lnTo>
                  <a:lnTo>
                    <a:pt x="9268" y="17014"/>
                  </a:lnTo>
                  <a:lnTo>
                    <a:pt x="8838" y="17185"/>
                  </a:lnTo>
                  <a:lnTo>
                    <a:pt x="8475" y="17423"/>
                  </a:lnTo>
                  <a:lnTo>
                    <a:pt x="8100" y="17679"/>
                  </a:lnTo>
                  <a:lnTo>
                    <a:pt x="7725" y="18003"/>
                  </a:lnTo>
                  <a:lnTo>
                    <a:pt x="7362" y="18412"/>
                  </a:lnTo>
                  <a:lnTo>
                    <a:pt x="6987" y="18906"/>
                  </a:lnTo>
                  <a:lnTo>
                    <a:pt x="6667" y="19401"/>
                  </a:lnTo>
                  <a:lnTo>
                    <a:pt x="6304" y="20049"/>
                  </a:lnTo>
                  <a:lnTo>
                    <a:pt x="5929" y="20782"/>
                  </a:lnTo>
                  <a:lnTo>
                    <a:pt x="5609" y="21600"/>
                  </a:lnTo>
                  <a:lnTo>
                    <a:pt x="5080" y="21361"/>
                  </a:lnTo>
                  <a:lnTo>
                    <a:pt x="4607" y="21106"/>
                  </a:lnTo>
                  <a:lnTo>
                    <a:pt x="4133" y="20782"/>
                  </a:lnTo>
                  <a:lnTo>
                    <a:pt x="3703" y="20458"/>
                  </a:lnTo>
                  <a:lnTo>
                    <a:pt x="3284" y="20134"/>
                  </a:lnTo>
                  <a:lnTo>
                    <a:pt x="2854" y="19725"/>
                  </a:lnTo>
                  <a:lnTo>
                    <a:pt x="2491" y="19230"/>
                  </a:lnTo>
                  <a:lnTo>
                    <a:pt x="2116" y="18736"/>
                  </a:lnTo>
                  <a:lnTo>
                    <a:pt x="1796" y="18242"/>
                  </a:lnTo>
                  <a:lnTo>
                    <a:pt x="1477" y="17679"/>
                  </a:lnTo>
                  <a:lnTo>
                    <a:pt x="1212" y="17099"/>
                  </a:lnTo>
                  <a:lnTo>
                    <a:pt x="948" y="16537"/>
                  </a:lnTo>
                  <a:lnTo>
                    <a:pt x="738" y="15957"/>
                  </a:lnTo>
                  <a:lnTo>
                    <a:pt x="584" y="15309"/>
                  </a:lnTo>
                  <a:lnTo>
                    <a:pt x="364" y="14644"/>
                  </a:lnTo>
                  <a:lnTo>
                    <a:pt x="264" y="13997"/>
                  </a:lnTo>
                  <a:lnTo>
                    <a:pt x="154" y="13332"/>
                  </a:lnTo>
                  <a:lnTo>
                    <a:pt x="55" y="12599"/>
                  </a:lnTo>
                  <a:lnTo>
                    <a:pt x="0" y="11951"/>
                  </a:lnTo>
                  <a:lnTo>
                    <a:pt x="0" y="10468"/>
                  </a:lnTo>
                  <a:lnTo>
                    <a:pt x="55" y="9734"/>
                  </a:lnTo>
                  <a:lnTo>
                    <a:pt x="99" y="9001"/>
                  </a:lnTo>
                  <a:lnTo>
                    <a:pt x="209" y="8337"/>
                  </a:lnTo>
                  <a:lnTo>
                    <a:pt x="364" y="7603"/>
                  </a:lnTo>
                  <a:lnTo>
                    <a:pt x="529" y="6870"/>
                  </a:lnTo>
                  <a:lnTo>
                    <a:pt x="738" y="6137"/>
                  </a:lnTo>
                  <a:lnTo>
                    <a:pt x="1003" y="5472"/>
                  </a:lnTo>
                  <a:lnTo>
                    <a:pt x="1267" y="4739"/>
                  </a:lnTo>
                  <a:lnTo>
                    <a:pt x="1587" y="4092"/>
                  </a:lnTo>
                  <a:lnTo>
                    <a:pt x="1962" y="3427"/>
                  </a:lnTo>
                  <a:lnTo>
                    <a:pt x="2325" y="2779"/>
                  </a:lnTo>
                  <a:lnTo>
                    <a:pt x="2755" y="2131"/>
                  </a:lnTo>
                  <a:lnTo>
                    <a:pt x="3229" y="1637"/>
                  </a:lnTo>
                  <a:lnTo>
                    <a:pt x="3703" y="1227"/>
                  </a:lnTo>
                  <a:lnTo>
                    <a:pt x="4232" y="818"/>
                  </a:lnTo>
                  <a:lnTo>
                    <a:pt x="4761" y="563"/>
                  </a:lnTo>
                  <a:lnTo>
                    <a:pt x="5345" y="324"/>
                  </a:lnTo>
                  <a:lnTo>
                    <a:pt x="5929" y="153"/>
                  </a:lnTo>
                  <a:lnTo>
                    <a:pt x="6568" y="85"/>
                  </a:lnTo>
                  <a:lnTo>
                    <a:pt x="7836" y="0"/>
                  </a:lnTo>
                  <a:lnTo>
                    <a:pt x="9213" y="85"/>
                  </a:lnTo>
                  <a:lnTo>
                    <a:pt x="11968" y="563"/>
                  </a:lnTo>
                  <a:lnTo>
                    <a:pt x="13390" y="818"/>
                  </a:lnTo>
                  <a:lnTo>
                    <a:pt x="14767" y="1142"/>
                  </a:lnTo>
                  <a:lnTo>
                    <a:pt x="16090" y="1313"/>
                  </a:lnTo>
                  <a:lnTo>
                    <a:pt x="17368" y="1381"/>
                  </a:lnTo>
                  <a:lnTo>
                    <a:pt x="18580" y="1381"/>
                  </a:lnTo>
                  <a:lnTo>
                    <a:pt x="19164" y="1313"/>
                  </a:lnTo>
                  <a:lnTo>
                    <a:pt x="19749" y="1142"/>
                  </a:lnTo>
                  <a:lnTo>
                    <a:pt x="20222" y="972"/>
                  </a:lnTo>
                  <a:lnTo>
                    <a:pt x="20751" y="733"/>
                  </a:lnTo>
                  <a:lnTo>
                    <a:pt x="21181" y="409"/>
                  </a:lnTo>
                  <a:lnTo>
                    <a:pt x="21600" y="0"/>
                  </a:lnTo>
                  <a:lnTo>
                    <a:pt x="21126" y="972"/>
                  </a:lnTo>
                  <a:lnTo>
                    <a:pt x="20597" y="1875"/>
                  </a:lnTo>
                  <a:lnTo>
                    <a:pt x="20013" y="2608"/>
                  </a:lnTo>
                  <a:lnTo>
                    <a:pt x="19484" y="3273"/>
                  </a:lnTo>
                  <a:lnTo>
                    <a:pt x="18955" y="3836"/>
                  </a:lnTo>
                  <a:lnTo>
                    <a:pt x="18371" y="4330"/>
                  </a:lnTo>
                  <a:lnTo>
                    <a:pt x="17787" y="4654"/>
                  </a:lnTo>
                  <a:lnTo>
                    <a:pt x="17258" y="4995"/>
                  </a:lnTo>
                  <a:lnTo>
                    <a:pt x="16200" y="5404"/>
                  </a:lnTo>
                  <a:lnTo>
                    <a:pt x="15197" y="5728"/>
                  </a:lnTo>
                  <a:lnTo>
                    <a:pt x="14238" y="5967"/>
                  </a:lnTo>
                  <a:lnTo>
                    <a:pt x="13500" y="6223"/>
                  </a:lnTo>
                  <a:lnTo>
                    <a:pt x="14503" y="6700"/>
                  </a:lnTo>
                  <a:lnTo>
                    <a:pt x="15351" y="6956"/>
                  </a:lnTo>
                  <a:lnTo>
                    <a:pt x="16145" y="7109"/>
                  </a:lnTo>
                  <a:lnTo>
                    <a:pt x="16894" y="7109"/>
                  </a:lnTo>
                  <a:lnTo>
                    <a:pt x="17633" y="7041"/>
                  </a:lnTo>
                  <a:lnTo>
                    <a:pt x="18481" y="6785"/>
                  </a:lnTo>
                  <a:lnTo>
                    <a:pt x="19429" y="6546"/>
                  </a:lnTo>
                  <a:lnTo>
                    <a:pt x="20597" y="6223"/>
                  </a:lnTo>
                  <a:lnTo>
                    <a:pt x="20123" y="7109"/>
                  </a:lnTo>
                  <a:lnTo>
                    <a:pt x="19693" y="7859"/>
                  </a:lnTo>
                  <a:lnTo>
                    <a:pt x="19220" y="8592"/>
                  </a:lnTo>
                  <a:lnTo>
                    <a:pt x="18746" y="9155"/>
                  </a:lnTo>
                  <a:lnTo>
                    <a:pt x="18261" y="9734"/>
                  </a:lnTo>
                  <a:lnTo>
                    <a:pt x="17313" y="10553"/>
                  </a:lnTo>
                  <a:lnTo>
                    <a:pt x="16784" y="10877"/>
                  </a:lnTo>
                  <a:lnTo>
                    <a:pt x="16310" y="11132"/>
                  </a:lnTo>
                  <a:lnTo>
                    <a:pt x="15781" y="11371"/>
                  </a:lnTo>
                  <a:lnTo>
                    <a:pt x="15252" y="11542"/>
                  </a:lnTo>
                  <a:lnTo>
                    <a:pt x="14723" y="11627"/>
                  </a:lnTo>
                  <a:lnTo>
                    <a:pt x="13555" y="11866"/>
                  </a:lnTo>
                  <a:lnTo>
                    <a:pt x="12387" y="11951"/>
                  </a:lnTo>
                  <a:lnTo>
                    <a:pt x="13081" y="12360"/>
                  </a:lnTo>
                  <a:lnTo>
                    <a:pt x="13875" y="12684"/>
                  </a:lnTo>
                  <a:lnTo>
                    <a:pt x="14613" y="12922"/>
                  </a:lnTo>
                  <a:lnTo>
                    <a:pt x="15407" y="13093"/>
                  </a:lnTo>
                  <a:lnTo>
                    <a:pt x="16255" y="13093"/>
                  </a:lnTo>
                  <a:lnTo>
                    <a:pt x="17104" y="13008"/>
                  </a:lnTo>
                  <a:lnTo>
                    <a:pt x="18051" y="12854"/>
                  </a:lnTo>
                  <a:lnTo>
                    <a:pt x="19065" y="12599"/>
                  </a:lnTo>
                  <a:close/>
                </a:path>
              </a:pathLst>
            </a:custGeom>
            <a:solidFill>
              <a:srgbClr val="FF66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94" name="Freeform 54"/>
            <p:cNvSpPr/>
            <p:nvPr/>
          </p:nvSpPr>
          <p:spPr>
            <a:xfrm>
              <a:off x="152368" y="202848"/>
              <a:ext cx="380331" cy="1549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07" y="21600"/>
                  </a:moveTo>
                  <a:lnTo>
                    <a:pt x="967" y="21075"/>
                  </a:lnTo>
                  <a:lnTo>
                    <a:pt x="1459" y="19275"/>
                  </a:lnTo>
                  <a:lnTo>
                    <a:pt x="2036" y="17813"/>
                  </a:lnTo>
                  <a:lnTo>
                    <a:pt x="2511" y="16387"/>
                  </a:lnTo>
                  <a:lnTo>
                    <a:pt x="3088" y="15300"/>
                  </a:lnTo>
                  <a:lnTo>
                    <a:pt x="4072" y="13500"/>
                  </a:lnTo>
                  <a:lnTo>
                    <a:pt x="4632" y="12975"/>
                  </a:lnTo>
                  <a:lnTo>
                    <a:pt x="5209" y="12412"/>
                  </a:lnTo>
                  <a:lnTo>
                    <a:pt x="5701" y="11887"/>
                  </a:lnTo>
                  <a:lnTo>
                    <a:pt x="6261" y="11512"/>
                  </a:lnTo>
                  <a:lnTo>
                    <a:pt x="6838" y="11325"/>
                  </a:lnTo>
                  <a:lnTo>
                    <a:pt x="7415" y="11175"/>
                  </a:lnTo>
                  <a:lnTo>
                    <a:pt x="9858" y="10800"/>
                  </a:lnTo>
                  <a:lnTo>
                    <a:pt x="11165" y="10800"/>
                  </a:lnTo>
                  <a:lnTo>
                    <a:pt x="12471" y="10612"/>
                  </a:lnTo>
                  <a:lnTo>
                    <a:pt x="13931" y="10425"/>
                  </a:lnTo>
                  <a:lnTo>
                    <a:pt x="15322" y="9713"/>
                  </a:lnTo>
                  <a:lnTo>
                    <a:pt x="16136" y="9187"/>
                  </a:lnTo>
                  <a:lnTo>
                    <a:pt x="16866" y="8625"/>
                  </a:lnTo>
                  <a:lnTo>
                    <a:pt x="17596" y="7912"/>
                  </a:lnTo>
                  <a:lnTo>
                    <a:pt x="18410" y="7013"/>
                  </a:lnTo>
                  <a:lnTo>
                    <a:pt x="19157" y="5925"/>
                  </a:lnTo>
                  <a:lnTo>
                    <a:pt x="19971" y="4687"/>
                  </a:lnTo>
                  <a:lnTo>
                    <a:pt x="20786" y="3225"/>
                  </a:lnTo>
                  <a:lnTo>
                    <a:pt x="21600" y="1612"/>
                  </a:lnTo>
                  <a:lnTo>
                    <a:pt x="20870" y="0"/>
                  </a:lnTo>
                  <a:lnTo>
                    <a:pt x="20124" y="1425"/>
                  </a:lnTo>
                  <a:lnTo>
                    <a:pt x="19394" y="2887"/>
                  </a:lnTo>
                  <a:lnTo>
                    <a:pt x="18580" y="3975"/>
                  </a:lnTo>
                  <a:lnTo>
                    <a:pt x="17935" y="5025"/>
                  </a:lnTo>
                  <a:lnTo>
                    <a:pt x="17188" y="5775"/>
                  </a:lnTo>
                  <a:lnTo>
                    <a:pt x="16459" y="6487"/>
                  </a:lnTo>
                  <a:lnTo>
                    <a:pt x="15814" y="7013"/>
                  </a:lnTo>
                  <a:lnTo>
                    <a:pt x="15067" y="7575"/>
                  </a:lnTo>
                  <a:lnTo>
                    <a:pt x="13761" y="8100"/>
                  </a:lnTo>
                  <a:lnTo>
                    <a:pt x="12386" y="8475"/>
                  </a:lnTo>
                  <a:lnTo>
                    <a:pt x="11165" y="8625"/>
                  </a:lnTo>
                  <a:lnTo>
                    <a:pt x="8552" y="8625"/>
                  </a:lnTo>
                  <a:lnTo>
                    <a:pt x="7330" y="9000"/>
                  </a:lnTo>
                  <a:lnTo>
                    <a:pt x="6668" y="9187"/>
                  </a:lnTo>
                  <a:lnTo>
                    <a:pt x="6024" y="9375"/>
                  </a:lnTo>
                  <a:lnTo>
                    <a:pt x="5447" y="9713"/>
                  </a:lnTo>
                  <a:lnTo>
                    <a:pt x="4802" y="10275"/>
                  </a:lnTo>
                  <a:lnTo>
                    <a:pt x="4157" y="10988"/>
                  </a:lnTo>
                  <a:lnTo>
                    <a:pt x="3580" y="11700"/>
                  </a:lnTo>
                  <a:lnTo>
                    <a:pt x="2918" y="12600"/>
                  </a:lnTo>
                  <a:lnTo>
                    <a:pt x="2359" y="13687"/>
                  </a:lnTo>
                  <a:lnTo>
                    <a:pt x="1782" y="14925"/>
                  </a:lnTo>
                  <a:lnTo>
                    <a:pt x="1222" y="16387"/>
                  </a:lnTo>
                  <a:lnTo>
                    <a:pt x="645" y="18000"/>
                  </a:lnTo>
                  <a:lnTo>
                    <a:pt x="68" y="19800"/>
                  </a:lnTo>
                  <a:lnTo>
                    <a:pt x="645" y="19275"/>
                  </a:lnTo>
                  <a:lnTo>
                    <a:pt x="68" y="19800"/>
                  </a:lnTo>
                  <a:lnTo>
                    <a:pt x="0" y="20325"/>
                  </a:lnTo>
                  <a:lnTo>
                    <a:pt x="0" y="20700"/>
                  </a:lnTo>
                  <a:lnTo>
                    <a:pt x="153" y="21075"/>
                  </a:lnTo>
                  <a:lnTo>
                    <a:pt x="238" y="21412"/>
                  </a:lnTo>
                  <a:lnTo>
                    <a:pt x="407" y="21600"/>
                  </a:lnTo>
                  <a:lnTo>
                    <a:pt x="645" y="21600"/>
                  </a:lnTo>
                  <a:lnTo>
                    <a:pt x="814" y="21412"/>
                  </a:lnTo>
                  <a:lnTo>
                    <a:pt x="967" y="21075"/>
                  </a:lnTo>
                  <a:lnTo>
                    <a:pt x="407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95" name="Freeform 55"/>
            <p:cNvSpPr/>
            <p:nvPr/>
          </p:nvSpPr>
          <p:spPr>
            <a:xfrm>
              <a:off x="-2" y="46543"/>
              <a:ext cx="163727" cy="3112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908" y="0"/>
                  </a:moveTo>
                  <a:lnTo>
                    <a:pt x="7410" y="803"/>
                  </a:lnTo>
                  <a:lnTo>
                    <a:pt x="6070" y="1531"/>
                  </a:lnTo>
                  <a:lnTo>
                    <a:pt x="4927" y="2334"/>
                  </a:lnTo>
                  <a:lnTo>
                    <a:pt x="3784" y="3043"/>
                  </a:lnTo>
                  <a:lnTo>
                    <a:pt x="2838" y="3846"/>
                  </a:lnTo>
                  <a:lnTo>
                    <a:pt x="2089" y="4742"/>
                  </a:lnTo>
                  <a:lnTo>
                    <a:pt x="1537" y="5563"/>
                  </a:lnTo>
                  <a:lnTo>
                    <a:pt x="946" y="6366"/>
                  </a:lnTo>
                  <a:lnTo>
                    <a:pt x="591" y="7169"/>
                  </a:lnTo>
                  <a:lnTo>
                    <a:pt x="394" y="7972"/>
                  </a:lnTo>
                  <a:lnTo>
                    <a:pt x="197" y="8868"/>
                  </a:lnTo>
                  <a:lnTo>
                    <a:pt x="0" y="9689"/>
                  </a:lnTo>
                  <a:lnTo>
                    <a:pt x="394" y="11295"/>
                  </a:lnTo>
                  <a:lnTo>
                    <a:pt x="749" y="12097"/>
                  </a:lnTo>
                  <a:lnTo>
                    <a:pt x="1143" y="12900"/>
                  </a:lnTo>
                  <a:lnTo>
                    <a:pt x="1537" y="13628"/>
                  </a:lnTo>
                  <a:lnTo>
                    <a:pt x="2286" y="14431"/>
                  </a:lnTo>
                  <a:lnTo>
                    <a:pt x="3035" y="15141"/>
                  </a:lnTo>
                  <a:lnTo>
                    <a:pt x="3784" y="15869"/>
                  </a:lnTo>
                  <a:lnTo>
                    <a:pt x="4730" y="16485"/>
                  </a:lnTo>
                  <a:lnTo>
                    <a:pt x="7016" y="17754"/>
                  </a:lnTo>
                  <a:lnTo>
                    <a:pt x="8159" y="18370"/>
                  </a:lnTo>
                  <a:lnTo>
                    <a:pt x="9460" y="18912"/>
                  </a:lnTo>
                  <a:lnTo>
                    <a:pt x="10800" y="19453"/>
                  </a:lnTo>
                  <a:lnTo>
                    <a:pt x="12337" y="19901"/>
                  </a:lnTo>
                  <a:lnTo>
                    <a:pt x="14032" y="20349"/>
                  </a:lnTo>
                  <a:lnTo>
                    <a:pt x="15530" y="20704"/>
                  </a:lnTo>
                  <a:lnTo>
                    <a:pt x="17422" y="21059"/>
                  </a:lnTo>
                  <a:lnTo>
                    <a:pt x="19117" y="21339"/>
                  </a:lnTo>
                  <a:lnTo>
                    <a:pt x="21048" y="21600"/>
                  </a:lnTo>
                  <a:lnTo>
                    <a:pt x="21600" y="20443"/>
                  </a:lnTo>
                  <a:lnTo>
                    <a:pt x="19905" y="20256"/>
                  </a:lnTo>
                  <a:lnTo>
                    <a:pt x="18171" y="19994"/>
                  </a:lnTo>
                  <a:lnTo>
                    <a:pt x="16476" y="19714"/>
                  </a:lnTo>
                  <a:lnTo>
                    <a:pt x="14978" y="19360"/>
                  </a:lnTo>
                  <a:lnTo>
                    <a:pt x="13638" y="18912"/>
                  </a:lnTo>
                  <a:lnTo>
                    <a:pt x="12337" y="18464"/>
                  </a:lnTo>
                  <a:lnTo>
                    <a:pt x="10997" y="18016"/>
                  </a:lnTo>
                  <a:lnTo>
                    <a:pt x="9854" y="17568"/>
                  </a:lnTo>
                  <a:lnTo>
                    <a:pt x="8711" y="17026"/>
                  </a:lnTo>
                  <a:lnTo>
                    <a:pt x="7568" y="16410"/>
                  </a:lnTo>
                  <a:lnTo>
                    <a:pt x="6622" y="15869"/>
                  </a:lnTo>
                  <a:lnTo>
                    <a:pt x="5873" y="15234"/>
                  </a:lnTo>
                  <a:lnTo>
                    <a:pt x="5124" y="14618"/>
                  </a:lnTo>
                  <a:lnTo>
                    <a:pt x="4375" y="13983"/>
                  </a:lnTo>
                  <a:lnTo>
                    <a:pt x="3784" y="13274"/>
                  </a:lnTo>
                  <a:lnTo>
                    <a:pt x="3429" y="12546"/>
                  </a:lnTo>
                  <a:lnTo>
                    <a:pt x="3035" y="11836"/>
                  </a:lnTo>
                  <a:lnTo>
                    <a:pt x="2641" y="11108"/>
                  </a:lnTo>
                  <a:lnTo>
                    <a:pt x="2483" y="10399"/>
                  </a:lnTo>
                  <a:lnTo>
                    <a:pt x="2483" y="8868"/>
                  </a:lnTo>
                  <a:lnTo>
                    <a:pt x="2641" y="8158"/>
                  </a:lnTo>
                  <a:lnTo>
                    <a:pt x="2838" y="7430"/>
                  </a:lnTo>
                  <a:lnTo>
                    <a:pt x="3232" y="6627"/>
                  </a:lnTo>
                  <a:lnTo>
                    <a:pt x="3784" y="5918"/>
                  </a:lnTo>
                  <a:lnTo>
                    <a:pt x="4375" y="5115"/>
                  </a:lnTo>
                  <a:lnTo>
                    <a:pt x="5124" y="4387"/>
                  </a:lnTo>
                  <a:lnTo>
                    <a:pt x="5873" y="3678"/>
                  </a:lnTo>
                  <a:lnTo>
                    <a:pt x="6819" y="2950"/>
                  </a:lnTo>
                  <a:lnTo>
                    <a:pt x="9105" y="1531"/>
                  </a:lnTo>
                  <a:lnTo>
                    <a:pt x="10406" y="803"/>
                  </a:lnTo>
                  <a:lnTo>
                    <a:pt x="8908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96" name="Freeform 56"/>
            <p:cNvSpPr/>
            <p:nvPr/>
          </p:nvSpPr>
          <p:spPr>
            <a:xfrm>
              <a:off x="67520" y="-1"/>
              <a:ext cx="538377" cy="581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80" y="4800"/>
                  </a:moveTo>
                  <a:lnTo>
                    <a:pt x="21025" y="1000"/>
                  </a:lnTo>
                  <a:lnTo>
                    <a:pt x="20557" y="2900"/>
                  </a:lnTo>
                  <a:lnTo>
                    <a:pt x="20102" y="4800"/>
                  </a:lnTo>
                  <a:lnTo>
                    <a:pt x="19634" y="6300"/>
                  </a:lnTo>
                  <a:lnTo>
                    <a:pt x="19059" y="7200"/>
                  </a:lnTo>
                  <a:lnTo>
                    <a:pt x="18483" y="8200"/>
                  </a:lnTo>
                  <a:lnTo>
                    <a:pt x="17908" y="8700"/>
                  </a:lnTo>
                  <a:lnTo>
                    <a:pt x="16649" y="8700"/>
                  </a:lnTo>
                  <a:lnTo>
                    <a:pt x="15259" y="8200"/>
                  </a:lnTo>
                  <a:lnTo>
                    <a:pt x="13761" y="6700"/>
                  </a:lnTo>
                  <a:lnTo>
                    <a:pt x="12322" y="5300"/>
                  </a:lnTo>
                  <a:lnTo>
                    <a:pt x="10776" y="3900"/>
                  </a:lnTo>
                  <a:lnTo>
                    <a:pt x="9278" y="1900"/>
                  </a:lnTo>
                  <a:lnTo>
                    <a:pt x="7719" y="1000"/>
                  </a:lnTo>
                  <a:lnTo>
                    <a:pt x="6221" y="500"/>
                  </a:lnTo>
                  <a:lnTo>
                    <a:pt x="4843" y="1000"/>
                  </a:lnTo>
                  <a:lnTo>
                    <a:pt x="4147" y="1500"/>
                  </a:lnTo>
                  <a:lnTo>
                    <a:pt x="3452" y="2400"/>
                  </a:lnTo>
                  <a:lnTo>
                    <a:pt x="2817" y="3900"/>
                  </a:lnTo>
                  <a:lnTo>
                    <a:pt x="2194" y="5800"/>
                  </a:lnTo>
                  <a:lnTo>
                    <a:pt x="1558" y="7700"/>
                  </a:lnTo>
                  <a:lnTo>
                    <a:pt x="983" y="10600"/>
                  </a:lnTo>
                  <a:lnTo>
                    <a:pt x="455" y="13500"/>
                  </a:lnTo>
                  <a:lnTo>
                    <a:pt x="0" y="17300"/>
                  </a:lnTo>
                  <a:lnTo>
                    <a:pt x="455" y="21600"/>
                  </a:lnTo>
                  <a:lnTo>
                    <a:pt x="923" y="18300"/>
                  </a:lnTo>
                  <a:lnTo>
                    <a:pt x="1378" y="15400"/>
                  </a:lnTo>
                  <a:lnTo>
                    <a:pt x="1906" y="13000"/>
                  </a:lnTo>
                  <a:lnTo>
                    <a:pt x="2421" y="11100"/>
                  </a:lnTo>
                  <a:lnTo>
                    <a:pt x="2997" y="9600"/>
                  </a:lnTo>
                  <a:lnTo>
                    <a:pt x="3572" y="8200"/>
                  </a:lnTo>
                  <a:lnTo>
                    <a:pt x="4207" y="7700"/>
                  </a:lnTo>
                  <a:lnTo>
                    <a:pt x="4843" y="6700"/>
                  </a:lnTo>
                  <a:lnTo>
                    <a:pt x="6221" y="6300"/>
                  </a:lnTo>
                  <a:lnTo>
                    <a:pt x="7659" y="6700"/>
                  </a:lnTo>
                  <a:lnTo>
                    <a:pt x="9158" y="8200"/>
                  </a:lnTo>
                  <a:lnTo>
                    <a:pt x="10716" y="9600"/>
                  </a:lnTo>
                  <a:lnTo>
                    <a:pt x="12214" y="11100"/>
                  </a:lnTo>
                  <a:lnTo>
                    <a:pt x="13713" y="13000"/>
                  </a:lnTo>
                  <a:lnTo>
                    <a:pt x="15199" y="13900"/>
                  </a:lnTo>
                  <a:lnTo>
                    <a:pt x="16590" y="14900"/>
                  </a:lnTo>
                  <a:lnTo>
                    <a:pt x="17273" y="14900"/>
                  </a:lnTo>
                  <a:lnTo>
                    <a:pt x="17968" y="14400"/>
                  </a:lnTo>
                  <a:lnTo>
                    <a:pt x="18603" y="13900"/>
                  </a:lnTo>
                  <a:lnTo>
                    <a:pt x="19239" y="13000"/>
                  </a:lnTo>
                  <a:lnTo>
                    <a:pt x="19814" y="12000"/>
                  </a:lnTo>
                  <a:lnTo>
                    <a:pt x="20389" y="10100"/>
                  </a:lnTo>
                  <a:lnTo>
                    <a:pt x="20905" y="8200"/>
                  </a:lnTo>
                  <a:lnTo>
                    <a:pt x="21420" y="5800"/>
                  </a:lnTo>
                  <a:lnTo>
                    <a:pt x="20905" y="1500"/>
                  </a:lnTo>
                  <a:lnTo>
                    <a:pt x="21420" y="5800"/>
                  </a:lnTo>
                  <a:lnTo>
                    <a:pt x="21540" y="4800"/>
                  </a:lnTo>
                  <a:lnTo>
                    <a:pt x="21600" y="3900"/>
                  </a:lnTo>
                  <a:lnTo>
                    <a:pt x="21540" y="2400"/>
                  </a:lnTo>
                  <a:lnTo>
                    <a:pt x="21480" y="1500"/>
                  </a:lnTo>
                  <a:lnTo>
                    <a:pt x="21420" y="1000"/>
                  </a:lnTo>
                  <a:lnTo>
                    <a:pt x="21312" y="500"/>
                  </a:lnTo>
                  <a:lnTo>
                    <a:pt x="21133" y="0"/>
                  </a:lnTo>
                  <a:lnTo>
                    <a:pt x="21025" y="1000"/>
                  </a:lnTo>
                  <a:lnTo>
                    <a:pt x="21480" y="48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97" name="Freeform 57"/>
            <p:cNvSpPr/>
            <p:nvPr/>
          </p:nvSpPr>
          <p:spPr>
            <a:xfrm>
              <a:off x="367479" y="4037"/>
              <a:ext cx="235431" cy="1108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9" y="18612"/>
                  </a:moveTo>
                  <a:lnTo>
                    <a:pt x="932" y="21600"/>
                  </a:lnTo>
                  <a:lnTo>
                    <a:pt x="2906" y="20866"/>
                  </a:lnTo>
                  <a:lnTo>
                    <a:pt x="5153" y="20132"/>
                  </a:lnTo>
                  <a:lnTo>
                    <a:pt x="7648" y="19083"/>
                  </a:lnTo>
                  <a:lnTo>
                    <a:pt x="10416" y="17825"/>
                  </a:lnTo>
                  <a:lnTo>
                    <a:pt x="11869" y="16829"/>
                  </a:lnTo>
                  <a:lnTo>
                    <a:pt x="13294" y="15571"/>
                  </a:lnTo>
                  <a:lnTo>
                    <a:pt x="14747" y="14050"/>
                  </a:lnTo>
                  <a:lnTo>
                    <a:pt x="16200" y="12320"/>
                  </a:lnTo>
                  <a:lnTo>
                    <a:pt x="17516" y="10276"/>
                  </a:lnTo>
                  <a:lnTo>
                    <a:pt x="18969" y="7759"/>
                  </a:lnTo>
                  <a:lnTo>
                    <a:pt x="20284" y="5033"/>
                  </a:lnTo>
                  <a:lnTo>
                    <a:pt x="21600" y="1730"/>
                  </a:lnTo>
                  <a:lnTo>
                    <a:pt x="20284" y="0"/>
                  </a:lnTo>
                  <a:lnTo>
                    <a:pt x="19106" y="2988"/>
                  </a:lnTo>
                  <a:lnTo>
                    <a:pt x="17790" y="5767"/>
                  </a:lnTo>
                  <a:lnTo>
                    <a:pt x="16474" y="8021"/>
                  </a:lnTo>
                  <a:lnTo>
                    <a:pt x="15295" y="9804"/>
                  </a:lnTo>
                  <a:lnTo>
                    <a:pt x="13843" y="11534"/>
                  </a:lnTo>
                  <a:lnTo>
                    <a:pt x="12527" y="12792"/>
                  </a:lnTo>
                  <a:lnTo>
                    <a:pt x="11211" y="13841"/>
                  </a:lnTo>
                  <a:lnTo>
                    <a:pt x="9895" y="14837"/>
                  </a:lnTo>
                  <a:lnTo>
                    <a:pt x="7237" y="16095"/>
                  </a:lnTo>
                  <a:lnTo>
                    <a:pt x="4879" y="17091"/>
                  </a:lnTo>
                  <a:lnTo>
                    <a:pt x="2494" y="17825"/>
                  </a:lnTo>
                  <a:lnTo>
                    <a:pt x="521" y="18612"/>
                  </a:lnTo>
                  <a:lnTo>
                    <a:pt x="521" y="21600"/>
                  </a:lnTo>
                  <a:lnTo>
                    <a:pt x="521" y="18612"/>
                  </a:lnTo>
                  <a:lnTo>
                    <a:pt x="274" y="18874"/>
                  </a:lnTo>
                  <a:lnTo>
                    <a:pt x="0" y="19346"/>
                  </a:lnTo>
                  <a:lnTo>
                    <a:pt x="0" y="20604"/>
                  </a:lnTo>
                  <a:lnTo>
                    <a:pt x="137" y="21128"/>
                  </a:lnTo>
                  <a:lnTo>
                    <a:pt x="274" y="21390"/>
                  </a:lnTo>
                  <a:lnTo>
                    <a:pt x="658" y="21600"/>
                  </a:lnTo>
                  <a:lnTo>
                    <a:pt x="932" y="21600"/>
                  </a:lnTo>
                  <a:lnTo>
                    <a:pt x="1069" y="1861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98" name="Freeform 58"/>
            <p:cNvSpPr/>
            <p:nvPr/>
          </p:nvSpPr>
          <p:spPr>
            <a:xfrm>
              <a:off x="373156" y="99541"/>
              <a:ext cx="204058" cy="295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42" y="9425"/>
                  </a:moveTo>
                  <a:lnTo>
                    <a:pt x="20525" y="0"/>
                  </a:lnTo>
                  <a:lnTo>
                    <a:pt x="17172" y="3731"/>
                  </a:lnTo>
                  <a:lnTo>
                    <a:pt x="14453" y="6480"/>
                  </a:lnTo>
                  <a:lnTo>
                    <a:pt x="12018" y="9425"/>
                  </a:lnTo>
                  <a:lnTo>
                    <a:pt x="10057" y="10407"/>
                  </a:lnTo>
                  <a:lnTo>
                    <a:pt x="7906" y="10407"/>
                  </a:lnTo>
                  <a:lnTo>
                    <a:pt x="5787" y="8444"/>
                  </a:lnTo>
                  <a:lnTo>
                    <a:pt x="3352" y="5695"/>
                  </a:lnTo>
                  <a:lnTo>
                    <a:pt x="633" y="0"/>
                  </a:lnTo>
                  <a:lnTo>
                    <a:pt x="0" y="11193"/>
                  </a:lnTo>
                  <a:lnTo>
                    <a:pt x="2910" y="16887"/>
                  </a:lnTo>
                  <a:lnTo>
                    <a:pt x="5471" y="19833"/>
                  </a:lnTo>
                  <a:lnTo>
                    <a:pt x="7748" y="21600"/>
                  </a:lnTo>
                  <a:lnTo>
                    <a:pt x="10057" y="21600"/>
                  </a:lnTo>
                  <a:lnTo>
                    <a:pt x="12334" y="20618"/>
                  </a:lnTo>
                  <a:lnTo>
                    <a:pt x="14737" y="18851"/>
                  </a:lnTo>
                  <a:lnTo>
                    <a:pt x="17489" y="15120"/>
                  </a:lnTo>
                  <a:lnTo>
                    <a:pt x="20841" y="11193"/>
                  </a:lnTo>
                  <a:lnTo>
                    <a:pt x="19924" y="1767"/>
                  </a:lnTo>
                  <a:lnTo>
                    <a:pt x="20841" y="11193"/>
                  </a:lnTo>
                  <a:lnTo>
                    <a:pt x="21284" y="10407"/>
                  </a:lnTo>
                  <a:lnTo>
                    <a:pt x="21600" y="8444"/>
                  </a:lnTo>
                  <a:lnTo>
                    <a:pt x="21600" y="2749"/>
                  </a:lnTo>
                  <a:lnTo>
                    <a:pt x="21284" y="982"/>
                  </a:lnTo>
                  <a:lnTo>
                    <a:pt x="20967" y="0"/>
                  </a:lnTo>
                  <a:lnTo>
                    <a:pt x="20525" y="0"/>
                  </a:lnTo>
                  <a:lnTo>
                    <a:pt x="21442" y="942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99" name="Freeform 59"/>
            <p:cNvSpPr/>
            <p:nvPr/>
          </p:nvSpPr>
          <p:spPr>
            <a:xfrm>
              <a:off x="336109" y="101963"/>
              <a:ext cx="239612" cy="1035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58" y="18346"/>
                  </a:moveTo>
                  <a:lnTo>
                    <a:pt x="889" y="21600"/>
                  </a:lnTo>
                  <a:lnTo>
                    <a:pt x="3878" y="21319"/>
                  </a:lnTo>
                  <a:lnTo>
                    <a:pt x="6706" y="20758"/>
                  </a:lnTo>
                  <a:lnTo>
                    <a:pt x="7999" y="20254"/>
                  </a:lnTo>
                  <a:lnTo>
                    <a:pt x="9426" y="19692"/>
                  </a:lnTo>
                  <a:lnTo>
                    <a:pt x="10719" y="18907"/>
                  </a:lnTo>
                  <a:lnTo>
                    <a:pt x="12012" y="18065"/>
                  </a:lnTo>
                  <a:lnTo>
                    <a:pt x="13197" y="16999"/>
                  </a:lnTo>
                  <a:lnTo>
                    <a:pt x="14490" y="15653"/>
                  </a:lnTo>
                  <a:lnTo>
                    <a:pt x="15648" y="14026"/>
                  </a:lnTo>
                  <a:lnTo>
                    <a:pt x="16941" y="12175"/>
                  </a:lnTo>
                  <a:lnTo>
                    <a:pt x="18099" y="10267"/>
                  </a:lnTo>
                  <a:lnTo>
                    <a:pt x="19257" y="7855"/>
                  </a:lnTo>
                  <a:lnTo>
                    <a:pt x="20442" y="5162"/>
                  </a:lnTo>
                  <a:lnTo>
                    <a:pt x="21600" y="2188"/>
                  </a:lnTo>
                  <a:lnTo>
                    <a:pt x="20307" y="0"/>
                  </a:lnTo>
                  <a:lnTo>
                    <a:pt x="19257" y="2974"/>
                  </a:lnTo>
                  <a:lnTo>
                    <a:pt x="18099" y="5386"/>
                  </a:lnTo>
                  <a:lnTo>
                    <a:pt x="17075" y="7574"/>
                  </a:lnTo>
                  <a:lnTo>
                    <a:pt x="15890" y="9425"/>
                  </a:lnTo>
                  <a:lnTo>
                    <a:pt x="14867" y="11333"/>
                  </a:lnTo>
                  <a:lnTo>
                    <a:pt x="13709" y="12679"/>
                  </a:lnTo>
                  <a:lnTo>
                    <a:pt x="12551" y="13745"/>
                  </a:lnTo>
                  <a:lnTo>
                    <a:pt x="11366" y="14868"/>
                  </a:lnTo>
                  <a:lnTo>
                    <a:pt x="9049" y="16438"/>
                  </a:lnTo>
                  <a:lnTo>
                    <a:pt x="7757" y="16999"/>
                  </a:lnTo>
                  <a:lnTo>
                    <a:pt x="6464" y="17280"/>
                  </a:lnTo>
                  <a:lnTo>
                    <a:pt x="3744" y="17785"/>
                  </a:lnTo>
                  <a:lnTo>
                    <a:pt x="754" y="18346"/>
                  </a:lnTo>
                  <a:lnTo>
                    <a:pt x="512" y="21600"/>
                  </a:lnTo>
                  <a:lnTo>
                    <a:pt x="754" y="18346"/>
                  </a:lnTo>
                  <a:lnTo>
                    <a:pt x="512" y="18346"/>
                  </a:lnTo>
                  <a:lnTo>
                    <a:pt x="242" y="18907"/>
                  </a:lnTo>
                  <a:lnTo>
                    <a:pt x="108" y="19412"/>
                  </a:lnTo>
                  <a:lnTo>
                    <a:pt x="0" y="19973"/>
                  </a:lnTo>
                  <a:lnTo>
                    <a:pt x="108" y="20478"/>
                  </a:lnTo>
                  <a:lnTo>
                    <a:pt x="242" y="21039"/>
                  </a:lnTo>
                  <a:lnTo>
                    <a:pt x="512" y="21600"/>
                  </a:lnTo>
                  <a:lnTo>
                    <a:pt x="889" y="21600"/>
                  </a:lnTo>
                  <a:lnTo>
                    <a:pt x="1158" y="1834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00" name="Freeform 60"/>
            <p:cNvSpPr/>
            <p:nvPr/>
          </p:nvSpPr>
          <p:spPr>
            <a:xfrm>
              <a:off x="341786" y="189934"/>
              <a:ext cx="193602" cy="33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300" y="15725"/>
                  </a:moveTo>
                  <a:lnTo>
                    <a:pt x="20500" y="6566"/>
                  </a:lnTo>
                  <a:lnTo>
                    <a:pt x="17433" y="9158"/>
                  </a:lnTo>
                  <a:lnTo>
                    <a:pt x="14733" y="10714"/>
                  </a:lnTo>
                  <a:lnTo>
                    <a:pt x="12167" y="11578"/>
                  </a:lnTo>
                  <a:lnTo>
                    <a:pt x="9600" y="10714"/>
                  </a:lnTo>
                  <a:lnTo>
                    <a:pt x="7367" y="10022"/>
                  </a:lnTo>
                  <a:lnTo>
                    <a:pt x="5100" y="7430"/>
                  </a:lnTo>
                  <a:lnTo>
                    <a:pt x="2867" y="5011"/>
                  </a:lnTo>
                  <a:lnTo>
                    <a:pt x="800" y="0"/>
                  </a:lnTo>
                  <a:lnTo>
                    <a:pt x="0" y="10022"/>
                  </a:lnTo>
                  <a:lnTo>
                    <a:pt x="2233" y="14170"/>
                  </a:lnTo>
                  <a:lnTo>
                    <a:pt x="4633" y="18317"/>
                  </a:lnTo>
                  <a:lnTo>
                    <a:pt x="7033" y="19872"/>
                  </a:lnTo>
                  <a:lnTo>
                    <a:pt x="9600" y="21600"/>
                  </a:lnTo>
                  <a:lnTo>
                    <a:pt x="12167" y="21600"/>
                  </a:lnTo>
                  <a:lnTo>
                    <a:pt x="14900" y="20736"/>
                  </a:lnTo>
                  <a:lnTo>
                    <a:pt x="17767" y="19008"/>
                  </a:lnTo>
                  <a:lnTo>
                    <a:pt x="20800" y="17453"/>
                  </a:lnTo>
                  <a:lnTo>
                    <a:pt x="19867" y="8294"/>
                  </a:lnTo>
                  <a:lnTo>
                    <a:pt x="20800" y="17453"/>
                  </a:lnTo>
                  <a:lnTo>
                    <a:pt x="21133" y="16589"/>
                  </a:lnTo>
                  <a:lnTo>
                    <a:pt x="21467" y="14861"/>
                  </a:lnTo>
                  <a:lnTo>
                    <a:pt x="21600" y="13306"/>
                  </a:lnTo>
                  <a:lnTo>
                    <a:pt x="21600" y="10714"/>
                  </a:lnTo>
                  <a:lnTo>
                    <a:pt x="21467" y="9158"/>
                  </a:lnTo>
                  <a:lnTo>
                    <a:pt x="21133" y="7430"/>
                  </a:lnTo>
                  <a:lnTo>
                    <a:pt x="20800" y="6566"/>
                  </a:lnTo>
                  <a:lnTo>
                    <a:pt x="20500" y="6566"/>
                  </a:lnTo>
                  <a:lnTo>
                    <a:pt x="21300" y="1572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1002" name="Прямая соединительная линия 3098"/>
          <p:cNvSpPr/>
          <p:nvPr/>
        </p:nvSpPr>
        <p:spPr>
          <a:xfrm>
            <a:off x="2055324" y="732470"/>
            <a:ext cx="9141764" cy="4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003" name="Заключение"/>
          <p:cNvSpPr txBox="1"/>
          <p:nvPr/>
        </p:nvSpPr>
        <p:spPr>
          <a:xfrm>
            <a:off x="567187" y="1077397"/>
            <a:ext cx="2828655" cy="6463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b="1" dirty="0" err="1">
                <a:latin typeface="Aptos (Основной текст)"/>
                <a:ea typeface="+mj-ea"/>
              </a:rPr>
              <a:t>Заключение</a:t>
            </a:r>
            <a:endParaRPr b="1" dirty="0">
              <a:latin typeface="Aptos (Основной текст)"/>
              <a:ea typeface="+mj-ea"/>
            </a:endParaRPr>
          </a:p>
        </p:txBody>
      </p:sp>
      <p:sp>
        <p:nvSpPr>
          <p:cNvPr id="1004" name="TextBox 3"/>
          <p:cNvSpPr txBox="1"/>
          <p:nvPr/>
        </p:nvSpPr>
        <p:spPr>
          <a:xfrm>
            <a:off x="567187" y="2228673"/>
            <a:ext cx="6154742" cy="21268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8" tIns="45718" rIns="45718" bIns="45718">
            <a:spAutoFit/>
          </a:bodyPr>
          <a:lstStyle>
            <a:lvl1pPr defTabSz="914400"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>
              <a:lnSpc>
                <a:spcPct val="150000"/>
              </a:lnSpc>
            </a:pPr>
            <a:r>
              <a:rPr lang="ru-RU" dirty="0">
                <a:latin typeface="+mn-lt"/>
                <a:ea typeface="+mj-ea"/>
              </a:rPr>
              <a:t>В результате создано работоспособное программное решение для инженерных расчётов в области металлургии. Архитектура системы позволяет использовать её как основу для дальнейшего развития и внедрения новых расчётных моделей.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FCE45548-F9AF-4D35-AC1A-7D77A2F794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9419" y="1586538"/>
            <a:ext cx="5150633" cy="3859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14994E6-AEB5-40C4-ADC6-01B5B816913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095181" y="6414762"/>
            <a:ext cx="258620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888888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fld id="{86CB4B4D-7CA3-9044-876B-883B54F8677D}" type="slidenum">
              <a:rPr lang="ru-RU" smtClean="0"/>
              <a:pPr/>
              <a:t>14</a:t>
            </a:fld>
            <a:endParaRPr lang="ru-RU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1" name="Rectangle 3103"/>
          <p:cNvGrpSpPr/>
          <p:nvPr/>
        </p:nvGrpSpPr>
        <p:grpSpPr>
          <a:xfrm>
            <a:off x="3662604" y="1380429"/>
            <a:ext cx="8034642" cy="4598684"/>
            <a:chOff x="-1" y="-1"/>
            <a:chExt cx="8034641" cy="4598682"/>
          </a:xfrm>
        </p:grpSpPr>
        <p:sp>
          <p:nvSpPr>
            <p:cNvPr id="1009" name="Прямоугольник"/>
            <p:cNvSpPr/>
            <p:nvPr/>
          </p:nvSpPr>
          <p:spPr>
            <a:xfrm>
              <a:off x="-2" y="-2"/>
              <a:ext cx="8034643" cy="459868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010" name="Написать код серверной и клиентской части веб-сервиса и реализовать его функциональность"/>
            <p:cNvSpPr txBox="1"/>
            <p:nvPr/>
          </p:nvSpPr>
          <p:spPr>
            <a:xfrm>
              <a:off x="-2" y="1991775"/>
              <a:ext cx="8034643" cy="61512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t>Написать код серверной и клиентской части веб-сервиса и реализовать его функциональность</a:t>
              </a:r>
            </a:p>
          </p:txBody>
        </p:sp>
      </p:grpSp>
      <p:pic>
        <p:nvPicPr>
          <p:cNvPr id="1012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7" y="12115"/>
            <a:ext cx="2034240" cy="68893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060" name="Group 13"/>
          <p:cNvGrpSpPr/>
          <p:nvPr/>
        </p:nvGrpSpPr>
        <p:grpSpPr>
          <a:xfrm>
            <a:off x="11407140" y="93998"/>
            <a:ext cx="605898" cy="638143"/>
            <a:chOff x="-1" y="0"/>
            <a:chExt cx="605897" cy="638142"/>
          </a:xfrm>
        </p:grpSpPr>
        <p:sp>
          <p:nvSpPr>
            <p:cNvPr id="1013" name="Freeform 14"/>
            <p:cNvSpPr/>
            <p:nvPr/>
          </p:nvSpPr>
          <p:spPr>
            <a:xfrm>
              <a:off x="87537" y="343551"/>
              <a:ext cx="182249" cy="2453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4784"/>
                  </a:moveTo>
                  <a:lnTo>
                    <a:pt x="21600" y="0"/>
                  </a:lnTo>
                  <a:lnTo>
                    <a:pt x="21600" y="5116"/>
                  </a:lnTo>
                  <a:lnTo>
                    <a:pt x="14483" y="6703"/>
                  </a:lnTo>
                  <a:lnTo>
                    <a:pt x="14660" y="20250"/>
                  </a:lnTo>
                  <a:lnTo>
                    <a:pt x="6976" y="21600"/>
                  </a:lnTo>
                  <a:lnTo>
                    <a:pt x="6976" y="8408"/>
                  </a:lnTo>
                  <a:lnTo>
                    <a:pt x="0" y="10018"/>
                  </a:lnTo>
                  <a:lnTo>
                    <a:pt x="0" y="4784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14" name="Freeform 15"/>
            <p:cNvSpPr/>
            <p:nvPr/>
          </p:nvSpPr>
          <p:spPr>
            <a:xfrm>
              <a:off x="84848" y="335750"/>
              <a:ext cx="193602" cy="699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409"/>
                  </a:moveTo>
                  <a:lnTo>
                    <a:pt x="20333" y="0"/>
                  </a:lnTo>
                  <a:lnTo>
                    <a:pt x="0" y="16782"/>
                  </a:lnTo>
                  <a:lnTo>
                    <a:pt x="633" y="21600"/>
                  </a:lnTo>
                  <a:lnTo>
                    <a:pt x="20967" y="4818"/>
                  </a:lnTo>
                  <a:lnTo>
                    <a:pt x="19700" y="2409"/>
                  </a:lnTo>
                  <a:lnTo>
                    <a:pt x="20967" y="4818"/>
                  </a:lnTo>
                  <a:lnTo>
                    <a:pt x="21300" y="4403"/>
                  </a:lnTo>
                  <a:lnTo>
                    <a:pt x="21600" y="3655"/>
                  </a:lnTo>
                  <a:lnTo>
                    <a:pt x="21600" y="1662"/>
                  </a:lnTo>
                  <a:lnTo>
                    <a:pt x="21467" y="831"/>
                  </a:lnTo>
                  <a:lnTo>
                    <a:pt x="20800" y="0"/>
                  </a:lnTo>
                  <a:lnTo>
                    <a:pt x="20333" y="0"/>
                  </a:lnTo>
                  <a:lnTo>
                    <a:pt x="21600" y="240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15" name="Freeform 16"/>
            <p:cNvSpPr/>
            <p:nvPr/>
          </p:nvSpPr>
          <p:spPr>
            <a:xfrm>
              <a:off x="261417" y="343551"/>
              <a:ext cx="17033" cy="67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400" y="21168"/>
                  </a:moveTo>
                  <a:lnTo>
                    <a:pt x="21600" y="18662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8662"/>
                  </a:lnTo>
                  <a:lnTo>
                    <a:pt x="7200" y="16157"/>
                  </a:lnTo>
                  <a:lnTo>
                    <a:pt x="0" y="18662"/>
                  </a:lnTo>
                  <a:lnTo>
                    <a:pt x="0" y="19958"/>
                  </a:lnTo>
                  <a:lnTo>
                    <a:pt x="3411" y="20736"/>
                  </a:lnTo>
                  <a:lnTo>
                    <a:pt x="7200" y="21168"/>
                  </a:lnTo>
                  <a:lnTo>
                    <a:pt x="10611" y="21600"/>
                  </a:lnTo>
                  <a:lnTo>
                    <a:pt x="18189" y="20736"/>
                  </a:lnTo>
                  <a:lnTo>
                    <a:pt x="21600" y="19958"/>
                  </a:lnTo>
                  <a:lnTo>
                    <a:pt x="21600" y="18662"/>
                  </a:lnTo>
                  <a:lnTo>
                    <a:pt x="14400" y="2116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16" name="Freeform 17"/>
            <p:cNvSpPr/>
            <p:nvPr/>
          </p:nvSpPr>
          <p:spPr>
            <a:xfrm>
              <a:off x="201067" y="393859"/>
              <a:ext cx="71707" cy="33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220" y="16589"/>
                  </a:moveTo>
                  <a:lnTo>
                    <a:pt x="3420" y="21600"/>
                  </a:lnTo>
                  <a:lnTo>
                    <a:pt x="21600" y="10022"/>
                  </a:lnTo>
                  <a:lnTo>
                    <a:pt x="19890" y="0"/>
                  </a:lnTo>
                  <a:lnTo>
                    <a:pt x="1710" y="11750"/>
                  </a:lnTo>
                  <a:lnTo>
                    <a:pt x="0" y="16589"/>
                  </a:lnTo>
                  <a:lnTo>
                    <a:pt x="1710" y="11750"/>
                  </a:lnTo>
                  <a:lnTo>
                    <a:pt x="810" y="13306"/>
                  </a:lnTo>
                  <a:lnTo>
                    <a:pt x="0" y="15034"/>
                  </a:lnTo>
                  <a:lnTo>
                    <a:pt x="0" y="18317"/>
                  </a:lnTo>
                  <a:lnTo>
                    <a:pt x="450" y="20045"/>
                  </a:lnTo>
                  <a:lnTo>
                    <a:pt x="1260" y="21600"/>
                  </a:lnTo>
                  <a:lnTo>
                    <a:pt x="3420" y="21600"/>
                  </a:lnTo>
                  <a:lnTo>
                    <a:pt x="5220" y="165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17" name="Freeform 18"/>
            <p:cNvSpPr/>
            <p:nvPr/>
          </p:nvSpPr>
          <p:spPr>
            <a:xfrm>
              <a:off x="201067" y="419686"/>
              <a:ext cx="18527" cy="1616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981" y="21600"/>
                  </a:moveTo>
                  <a:lnTo>
                    <a:pt x="21600" y="20558"/>
                  </a:lnTo>
                  <a:lnTo>
                    <a:pt x="20206" y="0"/>
                  </a:lnTo>
                  <a:lnTo>
                    <a:pt x="0" y="0"/>
                  </a:lnTo>
                  <a:lnTo>
                    <a:pt x="1742" y="20558"/>
                  </a:lnTo>
                  <a:lnTo>
                    <a:pt x="8361" y="19515"/>
                  </a:lnTo>
                  <a:lnTo>
                    <a:pt x="1742" y="20558"/>
                  </a:lnTo>
                  <a:lnTo>
                    <a:pt x="1742" y="21061"/>
                  </a:lnTo>
                  <a:lnTo>
                    <a:pt x="4877" y="21420"/>
                  </a:lnTo>
                  <a:lnTo>
                    <a:pt x="8361" y="21600"/>
                  </a:lnTo>
                  <a:lnTo>
                    <a:pt x="14981" y="21600"/>
                  </a:lnTo>
                  <a:lnTo>
                    <a:pt x="18465" y="21420"/>
                  </a:lnTo>
                  <a:lnTo>
                    <a:pt x="21600" y="21061"/>
                  </a:lnTo>
                  <a:lnTo>
                    <a:pt x="21600" y="20558"/>
                  </a:lnTo>
                  <a:lnTo>
                    <a:pt x="14981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18" name="Freeform 19"/>
            <p:cNvSpPr/>
            <p:nvPr/>
          </p:nvSpPr>
          <p:spPr>
            <a:xfrm>
              <a:off x="136534" y="565767"/>
              <a:ext cx="77383" cy="322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5480"/>
                  </a:moveTo>
                  <a:lnTo>
                    <a:pt x="3169" y="20700"/>
                  </a:lnTo>
                  <a:lnTo>
                    <a:pt x="21600" y="10440"/>
                  </a:lnTo>
                  <a:lnTo>
                    <a:pt x="20015" y="0"/>
                  </a:lnTo>
                  <a:lnTo>
                    <a:pt x="2002" y="10440"/>
                  </a:lnTo>
                  <a:lnTo>
                    <a:pt x="5171" y="15480"/>
                  </a:lnTo>
                  <a:lnTo>
                    <a:pt x="2002" y="10440"/>
                  </a:lnTo>
                  <a:lnTo>
                    <a:pt x="751" y="12060"/>
                  </a:lnTo>
                  <a:lnTo>
                    <a:pt x="334" y="12960"/>
                  </a:lnTo>
                  <a:lnTo>
                    <a:pt x="0" y="15480"/>
                  </a:lnTo>
                  <a:lnTo>
                    <a:pt x="334" y="17280"/>
                  </a:lnTo>
                  <a:lnTo>
                    <a:pt x="334" y="19080"/>
                  </a:lnTo>
                  <a:lnTo>
                    <a:pt x="1168" y="20700"/>
                  </a:lnTo>
                  <a:lnTo>
                    <a:pt x="2002" y="21600"/>
                  </a:lnTo>
                  <a:lnTo>
                    <a:pt x="3169" y="20700"/>
                  </a:lnTo>
                  <a:lnTo>
                    <a:pt x="0" y="1548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19" name="Freeform 20"/>
            <p:cNvSpPr/>
            <p:nvPr/>
          </p:nvSpPr>
          <p:spPr>
            <a:xfrm>
              <a:off x="136534" y="431523"/>
              <a:ext cx="18527" cy="1573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39" y="2105"/>
                  </a:moveTo>
                  <a:lnTo>
                    <a:pt x="0" y="1034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034"/>
                  </a:lnTo>
                  <a:lnTo>
                    <a:pt x="8361" y="0"/>
                  </a:lnTo>
                  <a:lnTo>
                    <a:pt x="21600" y="1034"/>
                  </a:lnTo>
                  <a:lnTo>
                    <a:pt x="19858" y="517"/>
                  </a:lnTo>
                  <a:lnTo>
                    <a:pt x="18465" y="148"/>
                  </a:lnTo>
                  <a:lnTo>
                    <a:pt x="14981" y="0"/>
                  </a:lnTo>
                  <a:lnTo>
                    <a:pt x="6619" y="0"/>
                  </a:lnTo>
                  <a:lnTo>
                    <a:pt x="3135" y="148"/>
                  </a:lnTo>
                  <a:lnTo>
                    <a:pt x="1394" y="517"/>
                  </a:lnTo>
                  <a:lnTo>
                    <a:pt x="0" y="1034"/>
                  </a:lnTo>
                  <a:lnTo>
                    <a:pt x="13239" y="210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20" name="Freeform 21"/>
            <p:cNvSpPr/>
            <p:nvPr/>
          </p:nvSpPr>
          <p:spPr>
            <a:xfrm>
              <a:off x="78873" y="431523"/>
              <a:ext cx="69018" cy="333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723"/>
                  </a:moveTo>
                  <a:lnTo>
                    <a:pt x="3647" y="20903"/>
                  </a:lnTo>
                  <a:lnTo>
                    <a:pt x="21600" y="9929"/>
                  </a:lnTo>
                  <a:lnTo>
                    <a:pt x="20291" y="0"/>
                  </a:lnTo>
                  <a:lnTo>
                    <a:pt x="1870" y="11671"/>
                  </a:lnTo>
                  <a:lnTo>
                    <a:pt x="5423" y="16723"/>
                  </a:lnTo>
                  <a:lnTo>
                    <a:pt x="1870" y="11671"/>
                  </a:lnTo>
                  <a:lnTo>
                    <a:pt x="935" y="12542"/>
                  </a:lnTo>
                  <a:lnTo>
                    <a:pt x="0" y="14110"/>
                  </a:lnTo>
                  <a:lnTo>
                    <a:pt x="0" y="18290"/>
                  </a:lnTo>
                  <a:lnTo>
                    <a:pt x="468" y="20032"/>
                  </a:lnTo>
                  <a:lnTo>
                    <a:pt x="1403" y="20903"/>
                  </a:lnTo>
                  <a:lnTo>
                    <a:pt x="2244" y="21600"/>
                  </a:lnTo>
                  <a:lnTo>
                    <a:pt x="3647" y="20903"/>
                  </a:lnTo>
                  <a:lnTo>
                    <a:pt x="0" y="1672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21" name="Freeform 22"/>
            <p:cNvSpPr/>
            <p:nvPr/>
          </p:nvSpPr>
          <p:spPr>
            <a:xfrm>
              <a:off x="78873" y="390093"/>
              <a:ext cx="17332" cy="67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448" y="0"/>
                  </a:moveTo>
                  <a:lnTo>
                    <a:pt x="0" y="2506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506"/>
                  </a:lnTo>
                  <a:lnTo>
                    <a:pt x="14524" y="5011"/>
                  </a:lnTo>
                  <a:lnTo>
                    <a:pt x="21600" y="2506"/>
                  </a:lnTo>
                  <a:lnTo>
                    <a:pt x="21600" y="1642"/>
                  </a:lnTo>
                  <a:lnTo>
                    <a:pt x="14524" y="0"/>
                  </a:lnTo>
                  <a:lnTo>
                    <a:pt x="7448" y="0"/>
                  </a:lnTo>
                  <a:lnTo>
                    <a:pt x="3724" y="864"/>
                  </a:lnTo>
                  <a:lnTo>
                    <a:pt x="0" y="1642"/>
                  </a:lnTo>
                  <a:lnTo>
                    <a:pt x="0" y="2506"/>
                  </a:lnTo>
                  <a:lnTo>
                    <a:pt x="7448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22" name="Freeform 23"/>
            <p:cNvSpPr/>
            <p:nvPr/>
          </p:nvSpPr>
          <p:spPr>
            <a:xfrm>
              <a:off x="367479" y="260957"/>
              <a:ext cx="212424" cy="2698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613" y="18413"/>
                  </a:moveTo>
                  <a:lnTo>
                    <a:pt x="21600" y="17056"/>
                  </a:lnTo>
                  <a:lnTo>
                    <a:pt x="21600" y="0"/>
                  </a:lnTo>
                  <a:lnTo>
                    <a:pt x="21327" y="215"/>
                  </a:lnTo>
                  <a:lnTo>
                    <a:pt x="10359" y="8786"/>
                  </a:lnTo>
                  <a:lnTo>
                    <a:pt x="0" y="3833"/>
                  </a:lnTo>
                  <a:lnTo>
                    <a:pt x="0" y="3919"/>
                  </a:lnTo>
                  <a:lnTo>
                    <a:pt x="0" y="3833"/>
                  </a:lnTo>
                  <a:lnTo>
                    <a:pt x="0" y="21600"/>
                  </a:lnTo>
                  <a:lnTo>
                    <a:pt x="7018" y="20265"/>
                  </a:lnTo>
                  <a:lnTo>
                    <a:pt x="7018" y="13740"/>
                  </a:lnTo>
                  <a:lnTo>
                    <a:pt x="10663" y="15505"/>
                  </a:lnTo>
                  <a:lnTo>
                    <a:pt x="10663" y="15613"/>
                  </a:lnTo>
                  <a:lnTo>
                    <a:pt x="14613" y="12512"/>
                  </a:lnTo>
                  <a:lnTo>
                    <a:pt x="14613" y="18413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23" name="Freeform 24"/>
            <p:cNvSpPr/>
            <p:nvPr/>
          </p:nvSpPr>
          <p:spPr>
            <a:xfrm>
              <a:off x="508196" y="466228"/>
              <a:ext cx="80371" cy="322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43" y="5220"/>
                  </a:moveTo>
                  <a:lnTo>
                    <a:pt x="18549" y="0"/>
                  </a:lnTo>
                  <a:lnTo>
                    <a:pt x="0" y="11340"/>
                  </a:lnTo>
                  <a:lnTo>
                    <a:pt x="1124" y="21600"/>
                  </a:lnTo>
                  <a:lnTo>
                    <a:pt x="20074" y="10440"/>
                  </a:lnTo>
                  <a:lnTo>
                    <a:pt x="21600" y="5220"/>
                  </a:lnTo>
                  <a:lnTo>
                    <a:pt x="20074" y="10440"/>
                  </a:lnTo>
                  <a:lnTo>
                    <a:pt x="20877" y="9540"/>
                  </a:lnTo>
                  <a:lnTo>
                    <a:pt x="21600" y="7740"/>
                  </a:lnTo>
                  <a:lnTo>
                    <a:pt x="21600" y="4320"/>
                  </a:lnTo>
                  <a:lnTo>
                    <a:pt x="21199" y="2700"/>
                  </a:lnTo>
                  <a:lnTo>
                    <a:pt x="20476" y="900"/>
                  </a:lnTo>
                  <a:lnTo>
                    <a:pt x="19673" y="0"/>
                  </a:lnTo>
                  <a:lnTo>
                    <a:pt x="18549" y="0"/>
                  </a:lnTo>
                  <a:lnTo>
                    <a:pt x="16943" y="52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24" name="Freeform 25"/>
            <p:cNvSpPr/>
            <p:nvPr/>
          </p:nvSpPr>
          <p:spPr>
            <a:xfrm>
              <a:off x="571235" y="255846"/>
              <a:ext cx="17332" cy="218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772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506"/>
                  </a:lnTo>
                  <a:lnTo>
                    <a:pt x="18248" y="240"/>
                  </a:lnTo>
                  <a:lnTo>
                    <a:pt x="14524" y="133"/>
                  </a:lnTo>
                  <a:lnTo>
                    <a:pt x="10800" y="0"/>
                  </a:lnTo>
                  <a:lnTo>
                    <a:pt x="7448" y="133"/>
                  </a:lnTo>
                  <a:lnTo>
                    <a:pt x="3724" y="240"/>
                  </a:lnTo>
                  <a:lnTo>
                    <a:pt x="0" y="506"/>
                  </a:lnTo>
                  <a:lnTo>
                    <a:pt x="0" y="77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25" name="Freeform 26"/>
            <p:cNvSpPr/>
            <p:nvPr/>
          </p:nvSpPr>
          <p:spPr>
            <a:xfrm>
              <a:off x="571235" y="251810"/>
              <a:ext cx="17332" cy="142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38" y="21600"/>
                  </a:moveTo>
                  <a:lnTo>
                    <a:pt x="0" y="11819"/>
                  </a:lnTo>
                  <a:lnTo>
                    <a:pt x="0" y="17932"/>
                  </a:lnTo>
                  <a:lnTo>
                    <a:pt x="21600" y="19562"/>
                  </a:lnTo>
                  <a:lnTo>
                    <a:pt x="21600" y="13857"/>
                  </a:lnTo>
                  <a:lnTo>
                    <a:pt x="1862" y="6113"/>
                  </a:lnTo>
                  <a:lnTo>
                    <a:pt x="21600" y="13857"/>
                  </a:lnTo>
                  <a:lnTo>
                    <a:pt x="21600" y="8151"/>
                  </a:lnTo>
                  <a:lnTo>
                    <a:pt x="19738" y="4075"/>
                  </a:lnTo>
                  <a:lnTo>
                    <a:pt x="16386" y="2038"/>
                  </a:lnTo>
                  <a:lnTo>
                    <a:pt x="10800" y="0"/>
                  </a:lnTo>
                  <a:lnTo>
                    <a:pt x="7448" y="2038"/>
                  </a:lnTo>
                  <a:lnTo>
                    <a:pt x="3724" y="4075"/>
                  </a:lnTo>
                  <a:lnTo>
                    <a:pt x="1862" y="8151"/>
                  </a:lnTo>
                  <a:lnTo>
                    <a:pt x="0" y="11819"/>
                  </a:lnTo>
                  <a:lnTo>
                    <a:pt x="19738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26" name="Freeform 27"/>
            <p:cNvSpPr/>
            <p:nvPr/>
          </p:nvSpPr>
          <p:spPr>
            <a:xfrm>
              <a:off x="571235" y="255846"/>
              <a:ext cx="17332" cy="129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550"/>
                  </a:moveTo>
                  <a:lnTo>
                    <a:pt x="19738" y="17100"/>
                  </a:lnTo>
                  <a:lnTo>
                    <a:pt x="1862" y="0"/>
                  </a:lnTo>
                  <a:lnTo>
                    <a:pt x="21600" y="8550"/>
                  </a:lnTo>
                  <a:lnTo>
                    <a:pt x="1862" y="0"/>
                  </a:lnTo>
                  <a:lnTo>
                    <a:pt x="0" y="4050"/>
                  </a:lnTo>
                  <a:lnTo>
                    <a:pt x="0" y="14850"/>
                  </a:lnTo>
                  <a:lnTo>
                    <a:pt x="3724" y="19350"/>
                  </a:lnTo>
                  <a:lnTo>
                    <a:pt x="7448" y="21600"/>
                  </a:lnTo>
                  <a:lnTo>
                    <a:pt x="16386" y="21600"/>
                  </a:lnTo>
                  <a:lnTo>
                    <a:pt x="19738" y="17100"/>
                  </a:lnTo>
                  <a:lnTo>
                    <a:pt x="0" y="855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27" name="Freeform 28"/>
            <p:cNvSpPr/>
            <p:nvPr/>
          </p:nvSpPr>
          <p:spPr>
            <a:xfrm>
              <a:off x="571235" y="251810"/>
              <a:ext cx="17332" cy="142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38" y="21600"/>
                  </a:moveTo>
                  <a:lnTo>
                    <a:pt x="0" y="13857"/>
                  </a:lnTo>
                  <a:lnTo>
                    <a:pt x="21600" y="13857"/>
                  </a:lnTo>
                  <a:lnTo>
                    <a:pt x="1862" y="6113"/>
                  </a:lnTo>
                  <a:lnTo>
                    <a:pt x="21600" y="13857"/>
                  </a:lnTo>
                  <a:lnTo>
                    <a:pt x="21600" y="8151"/>
                  </a:lnTo>
                  <a:lnTo>
                    <a:pt x="18248" y="4075"/>
                  </a:lnTo>
                  <a:lnTo>
                    <a:pt x="10800" y="0"/>
                  </a:lnTo>
                  <a:lnTo>
                    <a:pt x="7448" y="2038"/>
                  </a:lnTo>
                  <a:lnTo>
                    <a:pt x="3724" y="4075"/>
                  </a:lnTo>
                  <a:lnTo>
                    <a:pt x="0" y="8151"/>
                  </a:lnTo>
                  <a:lnTo>
                    <a:pt x="0" y="13857"/>
                  </a:lnTo>
                  <a:lnTo>
                    <a:pt x="19738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28" name="Freeform 29"/>
            <p:cNvSpPr/>
            <p:nvPr/>
          </p:nvSpPr>
          <p:spPr>
            <a:xfrm>
              <a:off x="568546" y="255846"/>
              <a:ext cx="18527" cy="153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465" y="18189"/>
                  </a:moveTo>
                  <a:lnTo>
                    <a:pt x="21600" y="14400"/>
                  </a:lnTo>
                  <a:lnTo>
                    <a:pt x="4877" y="0"/>
                  </a:lnTo>
                  <a:lnTo>
                    <a:pt x="1742" y="3411"/>
                  </a:lnTo>
                  <a:lnTo>
                    <a:pt x="0" y="7200"/>
                  </a:lnTo>
                  <a:lnTo>
                    <a:pt x="0" y="12505"/>
                  </a:lnTo>
                  <a:lnTo>
                    <a:pt x="1742" y="16295"/>
                  </a:lnTo>
                  <a:lnTo>
                    <a:pt x="3135" y="20084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465" y="181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29" name="Freeform 30"/>
            <p:cNvSpPr/>
            <p:nvPr/>
          </p:nvSpPr>
          <p:spPr>
            <a:xfrm>
              <a:off x="460992" y="258267"/>
              <a:ext cx="123393" cy="1216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32" y="21122"/>
                  </a:moveTo>
                  <a:lnTo>
                    <a:pt x="2720" y="20883"/>
                  </a:lnTo>
                  <a:lnTo>
                    <a:pt x="21600" y="1864"/>
                  </a:lnTo>
                  <a:lnTo>
                    <a:pt x="19090" y="0"/>
                  </a:lnTo>
                  <a:lnTo>
                    <a:pt x="471" y="19067"/>
                  </a:lnTo>
                  <a:lnTo>
                    <a:pt x="2510" y="18828"/>
                  </a:lnTo>
                  <a:lnTo>
                    <a:pt x="471" y="19067"/>
                  </a:lnTo>
                  <a:lnTo>
                    <a:pt x="0" y="19497"/>
                  </a:lnTo>
                  <a:lnTo>
                    <a:pt x="0" y="20214"/>
                  </a:lnTo>
                  <a:lnTo>
                    <a:pt x="209" y="20644"/>
                  </a:lnTo>
                  <a:lnTo>
                    <a:pt x="471" y="21122"/>
                  </a:lnTo>
                  <a:lnTo>
                    <a:pt x="994" y="21361"/>
                  </a:lnTo>
                  <a:lnTo>
                    <a:pt x="1464" y="21600"/>
                  </a:lnTo>
                  <a:lnTo>
                    <a:pt x="2249" y="21361"/>
                  </a:lnTo>
                  <a:lnTo>
                    <a:pt x="2720" y="20883"/>
                  </a:lnTo>
                  <a:lnTo>
                    <a:pt x="732" y="2112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30" name="Freeform 31"/>
            <p:cNvSpPr/>
            <p:nvPr/>
          </p:nvSpPr>
          <p:spPr>
            <a:xfrm>
              <a:off x="358815" y="301042"/>
              <a:ext cx="116521" cy="761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212" y="2213"/>
                  </a:moveTo>
                  <a:lnTo>
                    <a:pt x="831" y="4045"/>
                  </a:lnTo>
                  <a:lnTo>
                    <a:pt x="19717" y="21600"/>
                  </a:lnTo>
                  <a:lnTo>
                    <a:pt x="21600" y="17936"/>
                  </a:lnTo>
                  <a:lnTo>
                    <a:pt x="2658" y="382"/>
                  </a:lnTo>
                  <a:lnTo>
                    <a:pt x="0" y="2213"/>
                  </a:lnTo>
                  <a:lnTo>
                    <a:pt x="2658" y="382"/>
                  </a:lnTo>
                  <a:lnTo>
                    <a:pt x="1883" y="0"/>
                  </a:lnTo>
                  <a:lnTo>
                    <a:pt x="1329" y="0"/>
                  </a:lnTo>
                  <a:lnTo>
                    <a:pt x="554" y="382"/>
                  </a:lnTo>
                  <a:lnTo>
                    <a:pt x="277" y="1069"/>
                  </a:lnTo>
                  <a:lnTo>
                    <a:pt x="0" y="1832"/>
                  </a:lnTo>
                  <a:lnTo>
                    <a:pt x="0" y="2519"/>
                  </a:lnTo>
                  <a:lnTo>
                    <a:pt x="277" y="3282"/>
                  </a:lnTo>
                  <a:lnTo>
                    <a:pt x="831" y="4045"/>
                  </a:lnTo>
                  <a:lnTo>
                    <a:pt x="3212" y="221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31" name="Freeform 32"/>
            <p:cNvSpPr/>
            <p:nvPr/>
          </p:nvSpPr>
          <p:spPr>
            <a:xfrm>
              <a:off x="358815" y="302387"/>
              <a:ext cx="17332" cy="15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724" y="19705"/>
                  </a:moveTo>
                  <a:lnTo>
                    <a:pt x="21600" y="9095"/>
                  </a:lnTo>
                  <a:lnTo>
                    <a:pt x="0" y="9095"/>
                  </a:lnTo>
                  <a:lnTo>
                    <a:pt x="0" y="10611"/>
                  </a:lnTo>
                  <a:lnTo>
                    <a:pt x="17876" y="0"/>
                  </a:lnTo>
                  <a:lnTo>
                    <a:pt x="0" y="10611"/>
                  </a:lnTo>
                  <a:lnTo>
                    <a:pt x="0" y="14400"/>
                  </a:lnTo>
                  <a:lnTo>
                    <a:pt x="3724" y="18189"/>
                  </a:lnTo>
                  <a:lnTo>
                    <a:pt x="7448" y="19705"/>
                  </a:lnTo>
                  <a:lnTo>
                    <a:pt x="10800" y="21600"/>
                  </a:lnTo>
                  <a:lnTo>
                    <a:pt x="14524" y="19705"/>
                  </a:lnTo>
                  <a:lnTo>
                    <a:pt x="17876" y="18189"/>
                  </a:lnTo>
                  <a:lnTo>
                    <a:pt x="21600" y="14400"/>
                  </a:lnTo>
                  <a:lnTo>
                    <a:pt x="21600" y="9095"/>
                  </a:lnTo>
                  <a:lnTo>
                    <a:pt x="3724" y="1970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32" name="Freeform 33"/>
            <p:cNvSpPr/>
            <p:nvPr/>
          </p:nvSpPr>
          <p:spPr>
            <a:xfrm>
              <a:off x="357620" y="301042"/>
              <a:ext cx="18527" cy="15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989"/>
                  </a:moveTo>
                  <a:lnTo>
                    <a:pt x="4877" y="20084"/>
                  </a:lnTo>
                  <a:lnTo>
                    <a:pt x="4877" y="21600"/>
                  </a:lnTo>
                  <a:lnTo>
                    <a:pt x="18116" y="1895"/>
                  </a:lnTo>
                  <a:lnTo>
                    <a:pt x="16723" y="1895"/>
                  </a:lnTo>
                  <a:lnTo>
                    <a:pt x="0" y="10989"/>
                  </a:lnTo>
                  <a:lnTo>
                    <a:pt x="16723" y="1895"/>
                  </a:lnTo>
                  <a:lnTo>
                    <a:pt x="13239" y="0"/>
                  </a:lnTo>
                  <a:lnTo>
                    <a:pt x="8361" y="0"/>
                  </a:lnTo>
                  <a:lnTo>
                    <a:pt x="4877" y="1895"/>
                  </a:lnTo>
                  <a:lnTo>
                    <a:pt x="3135" y="3411"/>
                  </a:lnTo>
                  <a:lnTo>
                    <a:pt x="1394" y="9095"/>
                  </a:lnTo>
                  <a:lnTo>
                    <a:pt x="0" y="12505"/>
                  </a:lnTo>
                  <a:lnTo>
                    <a:pt x="1394" y="16295"/>
                  </a:lnTo>
                  <a:lnTo>
                    <a:pt x="4877" y="20084"/>
                  </a:lnTo>
                  <a:lnTo>
                    <a:pt x="21600" y="109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33" name="Freeform 34"/>
            <p:cNvSpPr/>
            <p:nvPr/>
          </p:nvSpPr>
          <p:spPr>
            <a:xfrm>
              <a:off x="357620" y="308844"/>
              <a:ext cx="18527" cy="2297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361" y="20158"/>
                  </a:moveTo>
                  <a:lnTo>
                    <a:pt x="21600" y="20867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0867"/>
                  </a:lnTo>
                  <a:lnTo>
                    <a:pt x="13239" y="21600"/>
                  </a:lnTo>
                  <a:lnTo>
                    <a:pt x="0" y="20867"/>
                  </a:lnTo>
                  <a:lnTo>
                    <a:pt x="1394" y="21246"/>
                  </a:lnTo>
                  <a:lnTo>
                    <a:pt x="3135" y="21474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116" y="21474"/>
                  </a:lnTo>
                  <a:lnTo>
                    <a:pt x="19858" y="21246"/>
                  </a:lnTo>
                  <a:lnTo>
                    <a:pt x="21600" y="20867"/>
                  </a:lnTo>
                  <a:lnTo>
                    <a:pt x="8361" y="2015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34" name="Freeform 35"/>
            <p:cNvSpPr/>
            <p:nvPr/>
          </p:nvSpPr>
          <p:spPr>
            <a:xfrm>
              <a:off x="364790" y="506313"/>
              <a:ext cx="80371" cy="322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43" y="5220"/>
                  </a:moveTo>
                  <a:lnTo>
                    <a:pt x="18468" y="0"/>
                  </a:lnTo>
                  <a:lnTo>
                    <a:pt x="0" y="11340"/>
                  </a:lnTo>
                  <a:lnTo>
                    <a:pt x="1124" y="21600"/>
                  </a:lnTo>
                  <a:lnTo>
                    <a:pt x="19994" y="10440"/>
                  </a:lnTo>
                  <a:lnTo>
                    <a:pt x="21600" y="5220"/>
                  </a:lnTo>
                  <a:lnTo>
                    <a:pt x="19994" y="10440"/>
                  </a:lnTo>
                  <a:lnTo>
                    <a:pt x="20797" y="9540"/>
                  </a:lnTo>
                  <a:lnTo>
                    <a:pt x="21600" y="7740"/>
                  </a:lnTo>
                  <a:lnTo>
                    <a:pt x="21600" y="3420"/>
                  </a:lnTo>
                  <a:lnTo>
                    <a:pt x="21199" y="1800"/>
                  </a:lnTo>
                  <a:lnTo>
                    <a:pt x="20396" y="900"/>
                  </a:lnTo>
                  <a:lnTo>
                    <a:pt x="19673" y="0"/>
                  </a:lnTo>
                  <a:lnTo>
                    <a:pt x="18468" y="0"/>
                  </a:lnTo>
                  <a:lnTo>
                    <a:pt x="16943" y="52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35" name="Freeform 36"/>
            <p:cNvSpPr/>
            <p:nvPr/>
          </p:nvSpPr>
          <p:spPr>
            <a:xfrm>
              <a:off x="427829" y="425066"/>
              <a:ext cx="17332" cy="890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014" y="261"/>
                  </a:moveTo>
                  <a:lnTo>
                    <a:pt x="0" y="1827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827"/>
                  </a:lnTo>
                  <a:lnTo>
                    <a:pt x="3724" y="3393"/>
                  </a:lnTo>
                  <a:lnTo>
                    <a:pt x="21600" y="1827"/>
                  </a:lnTo>
                  <a:lnTo>
                    <a:pt x="21600" y="1240"/>
                  </a:lnTo>
                  <a:lnTo>
                    <a:pt x="17876" y="587"/>
                  </a:lnTo>
                  <a:lnTo>
                    <a:pt x="14152" y="0"/>
                  </a:lnTo>
                  <a:lnTo>
                    <a:pt x="7076" y="0"/>
                  </a:lnTo>
                  <a:lnTo>
                    <a:pt x="0" y="1240"/>
                  </a:lnTo>
                  <a:lnTo>
                    <a:pt x="0" y="1827"/>
                  </a:lnTo>
                  <a:lnTo>
                    <a:pt x="16014" y="261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36" name="Freeform 37"/>
            <p:cNvSpPr/>
            <p:nvPr/>
          </p:nvSpPr>
          <p:spPr>
            <a:xfrm>
              <a:off x="430817" y="426143"/>
              <a:ext cx="50196" cy="363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314" y="13920"/>
                  </a:moveTo>
                  <a:lnTo>
                    <a:pt x="19671" y="13120"/>
                  </a:lnTo>
                  <a:lnTo>
                    <a:pt x="4243" y="0"/>
                  </a:lnTo>
                  <a:lnTo>
                    <a:pt x="0" y="7680"/>
                  </a:lnTo>
                  <a:lnTo>
                    <a:pt x="15429" y="20800"/>
                  </a:lnTo>
                  <a:lnTo>
                    <a:pt x="14786" y="20000"/>
                  </a:lnTo>
                  <a:lnTo>
                    <a:pt x="15429" y="20800"/>
                  </a:lnTo>
                  <a:lnTo>
                    <a:pt x="17229" y="21600"/>
                  </a:lnTo>
                  <a:lnTo>
                    <a:pt x="18514" y="21600"/>
                  </a:lnTo>
                  <a:lnTo>
                    <a:pt x="19671" y="20800"/>
                  </a:lnTo>
                  <a:lnTo>
                    <a:pt x="20957" y="19200"/>
                  </a:lnTo>
                  <a:lnTo>
                    <a:pt x="21600" y="17760"/>
                  </a:lnTo>
                  <a:lnTo>
                    <a:pt x="21600" y="16160"/>
                  </a:lnTo>
                  <a:lnTo>
                    <a:pt x="20957" y="14720"/>
                  </a:lnTo>
                  <a:lnTo>
                    <a:pt x="20314" y="139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37" name="Freeform 38"/>
            <p:cNvSpPr/>
            <p:nvPr/>
          </p:nvSpPr>
          <p:spPr>
            <a:xfrm>
              <a:off x="465174" y="449548"/>
              <a:ext cx="17333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2" y="0"/>
                  </a:moveTo>
                  <a:lnTo>
                    <a:pt x="16014" y="0"/>
                  </a:lnTo>
                  <a:lnTo>
                    <a:pt x="0" y="15487"/>
                  </a:lnTo>
                  <a:lnTo>
                    <a:pt x="1862" y="17525"/>
                  </a:lnTo>
                  <a:lnTo>
                    <a:pt x="17876" y="17525"/>
                  </a:lnTo>
                  <a:lnTo>
                    <a:pt x="1862" y="17525"/>
                  </a:lnTo>
                  <a:lnTo>
                    <a:pt x="5214" y="21600"/>
                  </a:lnTo>
                  <a:lnTo>
                    <a:pt x="10800" y="21600"/>
                  </a:lnTo>
                  <a:lnTo>
                    <a:pt x="14152" y="19562"/>
                  </a:lnTo>
                  <a:lnTo>
                    <a:pt x="17876" y="17525"/>
                  </a:lnTo>
                  <a:lnTo>
                    <a:pt x="19738" y="13449"/>
                  </a:lnTo>
                  <a:lnTo>
                    <a:pt x="21600" y="9781"/>
                  </a:lnTo>
                  <a:lnTo>
                    <a:pt x="19738" y="3668"/>
                  </a:lnTo>
                  <a:lnTo>
                    <a:pt x="17876" y="0"/>
                  </a:lnTo>
                  <a:lnTo>
                    <a:pt x="1862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38" name="Freeform 39"/>
            <p:cNvSpPr/>
            <p:nvPr/>
          </p:nvSpPr>
          <p:spPr>
            <a:xfrm>
              <a:off x="466668" y="409463"/>
              <a:ext cx="53184" cy="516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3263"/>
                  </a:moveTo>
                  <a:lnTo>
                    <a:pt x="15169" y="1125"/>
                  </a:lnTo>
                  <a:lnTo>
                    <a:pt x="0" y="16763"/>
                  </a:lnTo>
                  <a:lnTo>
                    <a:pt x="5218" y="21600"/>
                  </a:lnTo>
                  <a:lnTo>
                    <a:pt x="20387" y="5400"/>
                  </a:lnTo>
                  <a:lnTo>
                    <a:pt x="13955" y="3263"/>
                  </a:lnTo>
                  <a:lnTo>
                    <a:pt x="20387" y="5400"/>
                  </a:lnTo>
                  <a:lnTo>
                    <a:pt x="21600" y="4275"/>
                  </a:lnTo>
                  <a:lnTo>
                    <a:pt x="21600" y="3263"/>
                  </a:lnTo>
                  <a:lnTo>
                    <a:pt x="20993" y="1575"/>
                  </a:lnTo>
                  <a:lnTo>
                    <a:pt x="20387" y="1125"/>
                  </a:lnTo>
                  <a:lnTo>
                    <a:pt x="19173" y="0"/>
                  </a:lnTo>
                  <a:lnTo>
                    <a:pt x="16261" y="0"/>
                  </a:lnTo>
                  <a:lnTo>
                    <a:pt x="15169" y="1125"/>
                  </a:lnTo>
                  <a:lnTo>
                    <a:pt x="21600" y="326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39" name="Freeform 40"/>
            <p:cNvSpPr/>
            <p:nvPr/>
          </p:nvSpPr>
          <p:spPr>
            <a:xfrm>
              <a:off x="501026" y="417265"/>
              <a:ext cx="18826" cy="812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229" y="17523"/>
                  </a:moveTo>
                  <a:lnTo>
                    <a:pt x="21600" y="19597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9597"/>
                  </a:lnTo>
                  <a:lnTo>
                    <a:pt x="13029" y="21600"/>
                  </a:lnTo>
                  <a:lnTo>
                    <a:pt x="0" y="19597"/>
                  </a:lnTo>
                  <a:lnTo>
                    <a:pt x="1714" y="20599"/>
                  </a:lnTo>
                  <a:lnTo>
                    <a:pt x="3429" y="21314"/>
                  </a:lnTo>
                  <a:lnTo>
                    <a:pt x="6514" y="21600"/>
                  </a:lnTo>
                  <a:lnTo>
                    <a:pt x="14743" y="21600"/>
                  </a:lnTo>
                  <a:lnTo>
                    <a:pt x="18171" y="21314"/>
                  </a:lnTo>
                  <a:lnTo>
                    <a:pt x="19886" y="20599"/>
                  </a:lnTo>
                  <a:lnTo>
                    <a:pt x="21600" y="19597"/>
                  </a:lnTo>
                  <a:lnTo>
                    <a:pt x="8229" y="1752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40" name="Freeform 41"/>
            <p:cNvSpPr/>
            <p:nvPr/>
          </p:nvSpPr>
          <p:spPr>
            <a:xfrm>
              <a:off x="211224" y="383636"/>
              <a:ext cx="192111" cy="2453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66" y="0"/>
                  </a:moveTo>
                  <a:lnTo>
                    <a:pt x="21600" y="0"/>
                  </a:lnTo>
                  <a:lnTo>
                    <a:pt x="21600" y="17503"/>
                  </a:lnTo>
                  <a:lnTo>
                    <a:pt x="13706" y="19208"/>
                  </a:lnTo>
                  <a:lnTo>
                    <a:pt x="13706" y="14211"/>
                  </a:lnTo>
                  <a:lnTo>
                    <a:pt x="134" y="21482"/>
                  </a:lnTo>
                  <a:lnTo>
                    <a:pt x="0" y="21600"/>
                  </a:lnTo>
                  <a:lnTo>
                    <a:pt x="0" y="3292"/>
                  </a:lnTo>
                  <a:lnTo>
                    <a:pt x="7894" y="1587"/>
                  </a:lnTo>
                  <a:lnTo>
                    <a:pt x="7894" y="7389"/>
                  </a:lnTo>
                  <a:lnTo>
                    <a:pt x="21466" y="0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41" name="Freeform 42"/>
            <p:cNvSpPr/>
            <p:nvPr/>
          </p:nvSpPr>
          <p:spPr>
            <a:xfrm>
              <a:off x="393471" y="377180"/>
              <a:ext cx="17034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11" y="0"/>
                  </a:moveTo>
                  <a:lnTo>
                    <a:pt x="21600" y="9781"/>
                  </a:lnTo>
                  <a:lnTo>
                    <a:pt x="0" y="9781"/>
                  </a:lnTo>
                  <a:lnTo>
                    <a:pt x="18189" y="19562"/>
                  </a:lnTo>
                  <a:lnTo>
                    <a:pt x="0" y="9781"/>
                  </a:lnTo>
                  <a:lnTo>
                    <a:pt x="0" y="15487"/>
                  </a:lnTo>
                  <a:lnTo>
                    <a:pt x="3411" y="19562"/>
                  </a:lnTo>
                  <a:lnTo>
                    <a:pt x="7200" y="21600"/>
                  </a:lnTo>
                  <a:lnTo>
                    <a:pt x="14400" y="21600"/>
                  </a:lnTo>
                  <a:lnTo>
                    <a:pt x="18189" y="19562"/>
                  </a:lnTo>
                  <a:lnTo>
                    <a:pt x="21600" y="15487"/>
                  </a:lnTo>
                  <a:lnTo>
                    <a:pt x="21600" y="9781"/>
                  </a:lnTo>
                  <a:lnTo>
                    <a:pt x="3411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42" name="Freeform 43"/>
            <p:cNvSpPr/>
            <p:nvPr/>
          </p:nvSpPr>
          <p:spPr>
            <a:xfrm>
              <a:off x="393471" y="375835"/>
              <a:ext cx="18528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1819"/>
                  </a:moveTo>
                  <a:lnTo>
                    <a:pt x="3135" y="2038"/>
                  </a:lnTo>
                  <a:lnTo>
                    <a:pt x="16723" y="21600"/>
                  </a:lnTo>
                  <a:lnTo>
                    <a:pt x="18465" y="21600"/>
                  </a:lnTo>
                  <a:lnTo>
                    <a:pt x="0" y="11819"/>
                  </a:lnTo>
                  <a:lnTo>
                    <a:pt x="18465" y="21600"/>
                  </a:lnTo>
                  <a:lnTo>
                    <a:pt x="19858" y="15894"/>
                  </a:lnTo>
                  <a:lnTo>
                    <a:pt x="21600" y="11819"/>
                  </a:lnTo>
                  <a:lnTo>
                    <a:pt x="19858" y="7743"/>
                  </a:lnTo>
                  <a:lnTo>
                    <a:pt x="18465" y="4075"/>
                  </a:lnTo>
                  <a:lnTo>
                    <a:pt x="16723" y="0"/>
                  </a:lnTo>
                  <a:lnTo>
                    <a:pt x="8361" y="0"/>
                  </a:lnTo>
                  <a:lnTo>
                    <a:pt x="3135" y="2038"/>
                  </a:lnTo>
                  <a:lnTo>
                    <a:pt x="21600" y="1181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43" name="Freeform 44"/>
            <p:cNvSpPr/>
            <p:nvPr/>
          </p:nvSpPr>
          <p:spPr>
            <a:xfrm>
              <a:off x="393471" y="383636"/>
              <a:ext cx="18528" cy="206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39" y="21600"/>
                  </a:moveTo>
                  <a:lnTo>
                    <a:pt x="21600" y="20784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0784"/>
                  </a:lnTo>
                  <a:lnTo>
                    <a:pt x="8361" y="19997"/>
                  </a:lnTo>
                  <a:lnTo>
                    <a:pt x="0" y="20784"/>
                  </a:lnTo>
                  <a:lnTo>
                    <a:pt x="1394" y="21206"/>
                  </a:lnTo>
                  <a:lnTo>
                    <a:pt x="3135" y="21459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465" y="21459"/>
                  </a:lnTo>
                  <a:lnTo>
                    <a:pt x="19858" y="21206"/>
                  </a:lnTo>
                  <a:lnTo>
                    <a:pt x="21600" y="20784"/>
                  </a:lnTo>
                  <a:lnTo>
                    <a:pt x="13239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44" name="Freeform 45"/>
            <p:cNvSpPr/>
            <p:nvPr/>
          </p:nvSpPr>
          <p:spPr>
            <a:xfrm>
              <a:off x="324457" y="574914"/>
              <a:ext cx="80371" cy="347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744"/>
                  </a:moveTo>
                  <a:lnTo>
                    <a:pt x="3132" y="21600"/>
                  </a:lnTo>
                  <a:lnTo>
                    <a:pt x="21600" y="9544"/>
                  </a:lnTo>
                  <a:lnTo>
                    <a:pt x="20476" y="0"/>
                  </a:lnTo>
                  <a:lnTo>
                    <a:pt x="1526" y="12056"/>
                  </a:lnTo>
                  <a:lnTo>
                    <a:pt x="5059" y="16744"/>
                  </a:lnTo>
                  <a:lnTo>
                    <a:pt x="1526" y="12056"/>
                  </a:lnTo>
                  <a:lnTo>
                    <a:pt x="803" y="12726"/>
                  </a:lnTo>
                  <a:lnTo>
                    <a:pt x="401" y="14400"/>
                  </a:lnTo>
                  <a:lnTo>
                    <a:pt x="0" y="16744"/>
                  </a:lnTo>
                  <a:lnTo>
                    <a:pt x="0" y="18419"/>
                  </a:lnTo>
                  <a:lnTo>
                    <a:pt x="401" y="20093"/>
                  </a:lnTo>
                  <a:lnTo>
                    <a:pt x="1124" y="20763"/>
                  </a:lnTo>
                  <a:lnTo>
                    <a:pt x="1927" y="21600"/>
                  </a:lnTo>
                  <a:lnTo>
                    <a:pt x="3132" y="21600"/>
                  </a:lnTo>
                  <a:lnTo>
                    <a:pt x="0" y="16744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45" name="Freeform 46"/>
            <p:cNvSpPr/>
            <p:nvPr/>
          </p:nvSpPr>
          <p:spPr>
            <a:xfrm>
              <a:off x="324457" y="536174"/>
              <a:ext cx="18826" cy="656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457" y="5046"/>
                  </a:moveTo>
                  <a:lnTo>
                    <a:pt x="0" y="292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921"/>
                  </a:lnTo>
                  <a:lnTo>
                    <a:pt x="3429" y="797"/>
                  </a:lnTo>
                  <a:lnTo>
                    <a:pt x="21600" y="2921"/>
                  </a:lnTo>
                  <a:lnTo>
                    <a:pt x="19886" y="1682"/>
                  </a:lnTo>
                  <a:lnTo>
                    <a:pt x="18171" y="797"/>
                  </a:lnTo>
                  <a:lnTo>
                    <a:pt x="14743" y="354"/>
                  </a:lnTo>
                  <a:lnTo>
                    <a:pt x="9943" y="0"/>
                  </a:lnTo>
                  <a:lnTo>
                    <a:pt x="6514" y="354"/>
                  </a:lnTo>
                  <a:lnTo>
                    <a:pt x="3429" y="797"/>
                  </a:lnTo>
                  <a:lnTo>
                    <a:pt x="1714" y="1682"/>
                  </a:lnTo>
                  <a:lnTo>
                    <a:pt x="0" y="2921"/>
                  </a:lnTo>
                  <a:lnTo>
                    <a:pt x="16457" y="504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46" name="Freeform 47"/>
            <p:cNvSpPr/>
            <p:nvPr/>
          </p:nvSpPr>
          <p:spPr>
            <a:xfrm>
              <a:off x="203755" y="538596"/>
              <a:ext cx="135047" cy="982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342" y="21008"/>
                  </a:moveTo>
                  <a:lnTo>
                    <a:pt x="21600" y="2841"/>
                  </a:lnTo>
                  <a:lnTo>
                    <a:pt x="19784" y="0"/>
                  </a:lnTo>
                  <a:lnTo>
                    <a:pt x="478" y="18464"/>
                  </a:lnTo>
                  <a:lnTo>
                    <a:pt x="0" y="19055"/>
                  </a:lnTo>
                  <a:lnTo>
                    <a:pt x="0" y="20180"/>
                  </a:lnTo>
                  <a:lnTo>
                    <a:pt x="239" y="20772"/>
                  </a:lnTo>
                  <a:lnTo>
                    <a:pt x="717" y="21304"/>
                  </a:lnTo>
                  <a:lnTo>
                    <a:pt x="1195" y="21600"/>
                  </a:lnTo>
                  <a:lnTo>
                    <a:pt x="1625" y="21600"/>
                  </a:lnTo>
                  <a:lnTo>
                    <a:pt x="2342" y="2100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47" name="Freeform 48"/>
            <p:cNvSpPr/>
            <p:nvPr/>
          </p:nvSpPr>
          <p:spPr>
            <a:xfrm>
              <a:off x="202560" y="622532"/>
              <a:ext cx="18528" cy="156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938"/>
                  </a:moveTo>
                  <a:lnTo>
                    <a:pt x="16723" y="17876"/>
                  </a:lnTo>
                  <a:lnTo>
                    <a:pt x="18465" y="16014"/>
                  </a:lnTo>
                  <a:lnTo>
                    <a:pt x="4877" y="0"/>
                  </a:lnTo>
                  <a:lnTo>
                    <a:pt x="3135" y="1862"/>
                  </a:lnTo>
                  <a:lnTo>
                    <a:pt x="21600" y="8938"/>
                  </a:lnTo>
                  <a:lnTo>
                    <a:pt x="3135" y="1862"/>
                  </a:lnTo>
                  <a:lnTo>
                    <a:pt x="0" y="5586"/>
                  </a:lnTo>
                  <a:lnTo>
                    <a:pt x="0" y="12662"/>
                  </a:lnTo>
                  <a:lnTo>
                    <a:pt x="3135" y="16014"/>
                  </a:lnTo>
                  <a:lnTo>
                    <a:pt x="4877" y="19738"/>
                  </a:lnTo>
                  <a:lnTo>
                    <a:pt x="10103" y="21600"/>
                  </a:lnTo>
                  <a:lnTo>
                    <a:pt x="13239" y="19738"/>
                  </a:lnTo>
                  <a:lnTo>
                    <a:pt x="16723" y="17876"/>
                  </a:lnTo>
                  <a:lnTo>
                    <a:pt x="0" y="893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48" name="Freeform 49"/>
            <p:cNvSpPr/>
            <p:nvPr/>
          </p:nvSpPr>
          <p:spPr>
            <a:xfrm>
              <a:off x="202560" y="413229"/>
              <a:ext cx="18528" cy="2157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619" y="0"/>
                  </a:moveTo>
                  <a:lnTo>
                    <a:pt x="0" y="78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781"/>
                  </a:lnTo>
                  <a:lnTo>
                    <a:pt x="13239" y="1562"/>
                  </a:lnTo>
                  <a:lnTo>
                    <a:pt x="21600" y="781"/>
                  </a:lnTo>
                  <a:lnTo>
                    <a:pt x="19858" y="404"/>
                  </a:lnTo>
                  <a:lnTo>
                    <a:pt x="18465" y="269"/>
                  </a:lnTo>
                  <a:lnTo>
                    <a:pt x="14981" y="0"/>
                  </a:lnTo>
                  <a:lnTo>
                    <a:pt x="6619" y="0"/>
                  </a:lnTo>
                  <a:lnTo>
                    <a:pt x="1394" y="404"/>
                  </a:lnTo>
                  <a:lnTo>
                    <a:pt x="0" y="781"/>
                  </a:lnTo>
                  <a:lnTo>
                    <a:pt x="6619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49" name="Freeform 50"/>
            <p:cNvSpPr/>
            <p:nvPr/>
          </p:nvSpPr>
          <p:spPr>
            <a:xfrm>
              <a:off x="208237" y="393859"/>
              <a:ext cx="81865" cy="349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4818"/>
                  </a:moveTo>
                  <a:lnTo>
                    <a:pt x="18526" y="0"/>
                  </a:lnTo>
                  <a:lnTo>
                    <a:pt x="0" y="11963"/>
                  </a:lnTo>
                  <a:lnTo>
                    <a:pt x="1498" y="21600"/>
                  </a:lnTo>
                  <a:lnTo>
                    <a:pt x="19708" y="9637"/>
                  </a:lnTo>
                  <a:lnTo>
                    <a:pt x="16634" y="4818"/>
                  </a:lnTo>
                  <a:lnTo>
                    <a:pt x="19708" y="9637"/>
                  </a:lnTo>
                  <a:lnTo>
                    <a:pt x="20812" y="8806"/>
                  </a:lnTo>
                  <a:lnTo>
                    <a:pt x="21206" y="7311"/>
                  </a:lnTo>
                  <a:lnTo>
                    <a:pt x="21600" y="4818"/>
                  </a:lnTo>
                  <a:lnTo>
                    <a:pt x="21206" y="3323"/>
                  </a:lnTo>
                  <a:lnTo>
                    <a:pt x="20812" y="1662"/>
                  </a:lnTo>
                  <a:lnTo>
                    <a:pt x="20418" y="831"/>
                  </a:lnTo>
                  <a:lnTo>
                    <a:pt x="19314" y="0"/>
                  </a:lnTo>
                  <a:lnTo>
                    <a:pt x="18526" y="0"/>
                  </a:lnTo>
                  <a:lnTo>
                    <a:pt x="21600" y="481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50" name="Freeform 51"/>
            <p:cNvSpPr/>
            <p:nvPr/>
          </p:nvSpPr>
          <p:spPr>
            <a:xfrm>
              <a:off x="271276" y="401661"/>
              <a:ext cx="18826" cy="737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143" y="17422"/>
                  </a:moveTo>
                  <a:lnTo>
                    <a:pt x="21600" y="19314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9314"/>
                  </a:lnTo>
                  <a:lnTo>
                    <a:pt x="16457" y="21206"/>
                  </a:lnTo>
                  <a:lnTo>
                    <a:pt x="0" y="19314"/>
                  </a:lnTo>
                  <a:lnTo>
                    <a:pt x="1714" y="20102"/>
                  </a:lnTo>
                  <a:lnTo>
                    <a:pt x="3429" y="20812"/>
                  </a:lnTo>
                  <a:lnTo>
                    <a:pt x="6857" y="21600"/>
                  </a:lnTo>
                  <a:lnTo>
                    <a:pt x="15086" y="21600"/>
                  </a:lnTo>
                  <a:lnTo>
                    <a:pt x="18171" y="20812"/>
                  </a:lnTo>
                  <a:lnTo>
                    <a:pt x="19886" y="20102"/>
                  </a:lnTo>
                  <a:lnTo>
                    <a:pt x="21600" y="19314"/>
                  </a:lnTo>
                  <a:lnTo>
                    <a:pt x="5143" y="1742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51" name="Freeform 52"/>
            <p:cNvSpPr/>
            <p:nvPr/>
          </p:nvSpPr>
          <p:spPr>
            <a:xfrm>
              <a:off x="275757" y="375835"/>
              <a:ext cx="134748" cy="981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716"/>
                  </a:moveTo>
                  <a:lnTo>
                    <a:pt x="19301" y="296"/>
                  </a:lnTo>
                  <a:lnTo>
                    <a:pt x="0" y="18759"/>
                  </a:lnTo>
                  <a:lnTo>
                    <a:pt x="1580" y="21600"/>
                  </a:lnTo>
                  <a:lnTo>
                    <a:pt x="21169" y="3136"/>
                  </a:lnTo>
                  <a:lnTo>
                    <a:pt x="18870" y="1716"/>
                  </a:lnTo>
                  <a:lnTo>
                    <a:pt x="21169" y="3136"/>
                  </a:lnTo>
                  <a:lnTo>
                    <a:pt x="21600" y="2545"/>
                  </a:lnTo>
                  <a:lnTo>
                    <a:pt x="21600" y="1124"/>
                  </a:lnTo>
                  <a:lnTo>
                    <a:pt x="21408" y="592"/>
                  </a:lnTo>
                  <a:lnTo>
                    <a:pt x="20929" y="0"/>
                  </a:lnTo>
                  <a:lnTo>
                    <a:pt x="20020" y="0"/>
                  </a:lnTo>
                  <a:lnTo>
                    <a:pt x="19301" y="296"/>
                  </a:lnTo>
                  <a:lnTo>
                    <a:pt x="21600" y="171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52" name="Freeform 53"/>
            <p:cNvSpPr/>
            <p:nvPr/>
          </p:nvSpPr>
          <p:spPr>
            <a:xfrm>
              <a:off x="10157" y="9148"/>
              <a:ext cx="585582" cy="3408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065" y="12599"/>
                  </a:moveTo>
                  <a:lnTo>
                    <a:pt x="18525" y="13332"/>
                  </a:lnTo>
                  <a:lnTo>
                    <a:pt x="17996" y="13997"/>
                  </a:lnTo>
                  <a:lnTo>
                    <a:pt x="17522" y="14559"/>
                  </a:lnTo>
                  <a:lnTo>
                    <a:pt x="17049" y="14968"/>
                  </a:lnTo>
                  <a:lnTo>
                    <a:pt x="16520" y="15377"/>
                  </a:lnTo>
                  <a:lnTo>
                    <a:pt x="16046" y="15718"/>
                  </a:lnTo>
                  <a:lnTo>
                    <a:pt x="15616" y="15957"/>
                  </a:lnTo>
                  <a:lnTo>
                    <a:pt x="15142" y="16196"/>
                  </a:lnTo>
                  <a:lnTo>
                    <a:pt x="14238" y="16451"/>
                  </a:lnTo>
                  <a:lnTo>
                    <a:pt x="13346" y="16605"/>
                  </a:lnTo>
                  <a:lnTo>
                    <a:pt x="12497" y="16690"/>
                  </a:lnTo>
                  <a:lnTo>
                    <a:pt x="11649" y="16690"/>
                  </a:lnTo>
                  <a:lnTo>
                    <a:pt x="10800" y="16775"/>
                  </a:lnTo>
                  <a:lnTo>
                    <a:pt x="10007" y="16861"/>
                  </a:lnTo>
                  <a:lnTo>
                    <a:pt x="9632" y="16946"/>
                  </a:lnTo>
                  <a:lnTo>
                    <a:pt x="9268" y="17014"/>
                  </a:lnTo>
                  <a:lnTo>
                    <a:pt x="8838" y="17185"/>
                  </a:lnTo>
                  <a:lnTo>
                    <a:pt x="8475" y="17423"/>
                  </a:lnTo>
                  <a:lnTo>
                    <a:pt x="8100" y="17679"/>
                  </a:lnTo>
                  <a:lnTo>
                    <a:pt x="7725" y="18003"/>
                  </a:lnTo>
                  <a:lnTo>
                    <a:pt x="7362" y="18412"/>
                  </a:lnTo>
                  <a:lnTo>
                    <a:pt x="6987" y="18906"/>
                  </a:lnTo>
                  <a:lnTo>
                    <a:pt x="6667" y="19401"/>
                  </a:lnTo>
                  <a:lnTo>
                    <a:pt x="6304" y="20049"/>
                  </a:lnTo>
                  <a:lnTo>
                    <a:pt x="5929" y="20782"/>
                  </a:lnTo>
                  <a:lnTo>
                    <a:pt x="5609" y="21600"/>
                  </a:lnTo>
                  <a:lnTo>
                    <a:pt x="5080" y="21361"/>
                  </a:lnTo>
                  <a:lnTo>
                    <a:pt x="4607" y="21106"/>
                  </a:lnTo>
                  <a:lnTo>
                    <a:pt x="4133" y="20782"/>
                  </a:lnTo>
                  <a:lnTo>
                    <a:pt x="3703" y="20458"/>
                  </a:lnTo>
                  <a:lnTo>
                    <a:pt x="3284" y="20134"/>
                  </a:lnTo>
                  <a:lnTo>
                    <a:pt x="2854" y="19725"/>
                  </a:lnTo>
                  <a:lnTo>
                    <a:pt x="2491" y="19230"/>
                  </a:lnTo>
                  <a:lnTo>
                    <a:pt x="2116" y="18736"/>
                  </a:lnTo>
                  <a:lnTo>
                    <a:pt x="1796" y="18242"/>
                  </a:lnTo>
                  <a:lnTo>
                    <a:pt x="1477" y="17679"/>
                  </a:lnTo>
                  <a:lnTo>
                    <a:pt x="1212" y="17099"/>
                  </a:lnTo>
                  <a:lnTo>
                    <a:pt x="948" y="16537"/>
                  </a:lnTo>
                  <a:lnTo>
                    <a:pt x="738" y="15957"/>
                  </a:lnTo>
                  <a:lnTo>
                    <a:pt x="584" y="15309"/>
                  </a:lnTo>
                  <a:lnTo>
                    <a:pt x="364" y="14644"/>
                  </a:lnTo>
                  <a:lnTo>
                    <a:pt x="264" y="13997"/>
                  </a:lnTo>
                  <a:lnTo>
                    <a:pt x="154" y="13332"/>
                  </a:lnTo>
                  <a:lnTo>
                    <a:pt x="55" y="12599"/>
                  </a:lnTo>
                  <a:lnTo>
                    <a:pt x="0" y="11951"/>
                  </a:lnTo>
                  <a:lnTo>
                    <a:pt x="0" y="10468"/>
                  </a:lnTo>
                  <a:lnTo>
                    <a:pt x="55" y="9734"/>
                  </a:lnTo>
                  <a:lnTo>
                    <a:pt x="99" y="9001"/>
                  </a:lnTo>
                  <a:lnTo>
                    <a:pt x="209" y="8337"/>
                  </a:lnTo>
                  <a:lnTo>
                    <a:pt x="364" y="7603"/>
                  </a:lnTo>
                  <a:lnTo>
                    <a:pt x="529" y="6870"/>
                  </a:lnTo>
                  <a:lnTo>
                    <a:pt x="738" y="6137"/>
                  </a:lnTo>
                  <a:lnTo>
                    <a:pt x="1003" y="5472"/>
                  </a:lnTo>
                  <a:lnTo>
                    <a:pt x="1267" y="4739"/>
                  </a:lnTo>
                  <a:lnTo>
                    <a:pt x="1587" y="4092"/>
                  </a:lnTo>
                  <a:lnTo>
                    <a:pt x="1962" y="3427"/>
                  </a:lnTo>
                  <a:lnTo>
                    <a:pt x="2325" y="2779"/>
                  </a:lnTo>
                  <a:lnTo>
                    <a:pt x="2755" y="2131"/>
                  </a:lnTo>
                  <a:lnTo>
                    <a:pt x="3229" y="1637"/>
                  </a:lnTo>
                  <a:lnTo>
                    <a:pt x="3703" y="1227"/>
                  </a:lnTo>
                  <a:lnTo>
                    <a:pt x="4232" y="818"/>
                  </a:lnTo>
                  <a:lnTo>
                    <a:pt x="4761" y="563"/>
                  </a:lnTo>
                  <a:lnTo>
                    <a:pt x="5345" y="324"/>
                  </a:lnTo>
                  <a:lnTo>
                    <a:pt x="5929" y="153"/>
                  </a:lnTo>
                  <a:lnTo>
                    <a:pt x="6568" y="85"/>
                  </a:lnTo>
                  <a:lnTo>
                    <a:pt x="7836" y="0"/>
                  </a:lnTo>
                  <a:lnTo>
                    <a:pt x="9213" y="85"/>
                  </a:lnTo>
                  <a:lnTo>
                    <a:pt x="11968" y="563"/>
                  </a:lnTo>
                  <a:lnTo>
                    <a:pt x="13390" y="818"/>
                  </a:lnTo>
                  <a:lnTo>
                    <a:pt x="14767" y="1142"/>
                  </a:lnTo>
                  <a:lnTo>
                    <a:pt x="16090" y="1313"/>
                  </a:lnTo>
                  <a:lnTo>
                    <a:pt x="17368" y="1381"/>
                  </a:lnTo>
                  <a:lnTo>
                    <a:pt x="18580" y="1381"/>
                  </a:lnTo>
                  <a:lnTo>
                    <a:pt x="19164" y="1313"/>
                  </a:lnTo>
                  <a:lnTo>
                    <a:pt x="19749" y="1142"/>
                  </a:lnTo>
                  <a:lnTo>
                    <a:pt x="20222" y="972"/>
                  </a:lnTo>
                  <a:lnTo>
                    <a:pt x="20751" y="733"/>
                  </a:lnTo>
                  <a:lnTo>
                    <a:pt x="21181" y="409"/>
                  </a:lnTo>
                  <a:lnTo>
                    <a:pt x="21600" y="0"/>
                  </a:lnTo>
                  <a:lnTo>
                    <a:pt x="21126" y="972"/>
                  </a:lnTo>
                  <a:lnTo>
                    <a:pt x="20597" y="1875"/>
                  </a:lnTo>
                  <a:lnTo>
                    <a:pt x="20013" y="2608"/>
                  </a:lnTo>
                  <a:lnTo>
                    <a:pt x="19484" y="3273"/>
                  </a:lnTo>
                  <a:lnTo>
                    <a:pt x="18955" y="3836"/>
                  </a:lnTo>
                  <a:lnTo>
                    <a:pt x="18371" y="4330"/>
                  </a:lnTo>
                  <a:lnTo>
                    <a:pt x="17787" y="4654"/>
                  </a:lnTo>
                  <a:lnTo>
                    <a:pt x="17258" y="4995"/>
                  </a:lnTo>
                  <a:lnTo>
                    <a:pt x="16200" y="5404"/>
                  </a:lnTo>
                  <a:lnTo>
                    <a:pt x="15197" y="5728"/>
                  </a:lnTo>
                  <a:lnTo>
                    <a:pt x="14238" y="5967"/>
                  </a:lnTo>
                  <a:lnTo>
                    <a:pt x="13500" y="6223"/>
                  </a:lnTo>
                  <a:lnTo>
                    <a:pt x="14503" y="6700"/>
                  </a:lnTo>
                  <a:lnTo>
                    <a:pt x="15351" y="6956"/>
                  </a:lnTo>
                  <a:lnTo>
                    <a:pt x="16145" y="7109"/>
                  </a:lnTo>
                  <a:lnTo>
                    <a:pt x="16894" y="7109"/>
                  </a:lnTo>
                  <a:lnTo>
                    <a:pt x="17633" y="7041"/>
                  </a:lnTo>
                  <a:lnTo>
                    <a:pt x="18481" y="6785"/>
                  </a:lnTo>
                  <a:lnTo>
                    <a:pt x="19429" y="6546"/>
                  </a:lnTo>
                  <a:lnTo>
                    <a:pt x="20597" y="6223"/>
                  </a:lnTo>
                  <a:lnTo>
                    <a:pt x="20123" y="7109"/>
                  </a:lnTo>
                  <a:lnTo>
                    <a:pt x="19693" y="7859"/>
                  </a:lnTo>
                  <a:lnTo>
                    <a:pt x="19220" y="8592"/>
                  </a:lnTo>
                  <a:lnTo>
                    <a:pt x="18746" y="9155"/>
                  </a:lnTo>
                  <a:lnTo>
                    <a:pt x="18261" y="9734"/>
                  </a:lnTo>
                  <a:lnTo>
                    <a:pt x="17313" y="10553"/>
                  </a:lnTo>
                  <a:lnTo>
                    <a:pt x="16784" y="10877"/>
                  </a:lnTo>
                  <a:lnTo>
                    <a:pt x="16310" y="11132"/>
                  </a:lnTo>
                  <a:lnTo>
                    <a:pt x="15781" y="11371"/>
                  </a:lnTo>
                  <a:lnTo>
                    <a:pt x="15252" y="11542"/>
                  </a:lnTo>
                  <a:lnTo>
                    <a:pt x="14723" y="11627"/>
                  </a:lnTo>
                  <a:lnTo>
                    <a:pt x="13555" y="11866"/>
                  </a:lnTo>
                  <a:lnTo>
                    <a:pt x="12387" y="11951"/>
                  </a:lnTo>
                  <a:lnTo>
                    <a:pt x="13081" y="12360"/>
                  </a:lnTo>
                  <a:lnTo>
                    <a:pt x="13875" y="12684"/>
                  </a:lnTo>
                  <a:lnTo>
                    <a:pt x="14613" y="12922"/>
                  </a:lnTo>
                  <a:lnTo>
                    <a:pt x="15407" y="13093"/>
                  </a:lnTo>
                  <a:lnTo>
                    <a:pt x="16255" y="13093"/>
                  </a:lnTo>
                  <a:lnTo>
                    <a:pt x="17104" y="13008"/>
                  </a:lnTo>
                  <a:lnTo>
                    <a:pt x="18051" y="12854"/>
                  </a:lnTo>
                  <a:lnTo>
                    <a:pt x="19065" y="12599"/>
                  </a:lnTo>
                  <a:close/>
                </a:path>
              </a:pathLst>
            </a:custGeom>
            <a:solidFill>
              <a:srgbClr val="FF66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53" name="Freeform 54"/>
            <p:cNvSpPr/>
            <p:nvPr/>
          </p:nvSpPr>
          <p:spPr>
            <a:xfrm>
              <a:off x="152368" y="202848"/>
              <a:ext cx="380331" cy="1549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07" y="21600"/>
                  </a:moveTo>
                  <a:lnTo>
                    <a:pt x="967" y="21075"/>
                  </a:lnTo>
                  <a:lnTo>
                    <a:pt x="1459" y="19275"/>
                  </a:lnTo>
                  <a:lnTo>
                    <a:pt x="2036" y="17813"/>
                  </a:lnTo>
                  <a:lnTo>
                    <a:pt x="2511" y="16387"/>
                  </a:lnTo>
                  <a:lnTo>
                    <a:pt x="3088" y="15300"/>
                  </a:lnTo>
                  <a:lnTo>
                    <a:pt x="4072" y="13500"/>
                  </a:lnTo>
                  <a:lnTo>
                    <a:pt x="4632" y="12975"/>
                  </a:lnTo>
                  <a:lnTo>
                    <a:pt x="5209" y="12412"/>
                  </a:lnTo>
                  <a:lnTo>
                    <a:pt x="5701" y="11887"/>
                  </a:lnTo>
                  <a:lnTo>
                    <a:pt x="6261" y="11512"/>
                  </a:lnTo>
                  <a:lnTo>
                    <a:pt x="6838" y="11325"/>
                  </a:lnTo>
                  <a:lnTo>
                    <a:pt x="7415" y="11175"/>
                  </a:lnTo>
                  <a:lnTo>
                    <a:pt x="9858" y="10800"/>
                  </a:lnTo>
                  <a:lnTo>
                    <a:pt x="11165" y="10800"/>
                  </a:lnTo>
                  <a:lnTo>
                    <a:pt x="12471" y="10612"/>
                  </a:lnTo>
                  <a:lnTo>
                    <a:pt x="13931" y="10425"/>
                  </a:lnTo>
                  <a:lnTo>
                    <a:pt x="15322" y="9713"/>
                  </a:lnTo>
                  <a:lnTo>
                    <a:pt x="16136" y="9187"/>
                  </a:lnTo>
                  <a:lnTo>
                    <a:pt x="16866" y="8625"/>
                  </a:lnTo>
                  <a:lnTo>
                    <a:pt x="17596" y="7912"/>
                  </a:lnTo>
                  <a:lnTo>
                    <a:pt x="18410" y="7013"/>
                  </a:lnTo>
                  <a:lnTo>
                    <a:pt x="19157" y="5925"/>
                  </a:lnTo>
                  <a:lnTo>
                    <a:pt x="19971" y="4687"/>
                  </a:lnTo>
                  <a:lnTo>
                    <a:pt x="20786" y="3225"/>
                  </a:lnTo>
                  <a:lnTo>
                    <a:pt x="21600" y="1612"/>
                  </a:lnTo>
                  <a:lnTo>
                    <a:pt x="20870" y="0"/>
                  </a:lnTo>
                  <a:lnTo>
                    <a:pt x="20124" y="1425"/>
                  </a:lnTo>
                  <a:lnTo>
                    <a:pt x="19394" y="2887"/>
                  </a:lnTo>
                  <a:lnTo>
                    <a:pt x="18580" y="3975"/>
                  </a:lnTo>
                  <a:lnTo>
                    <a:pt x="17935" y="5025"/>
                  </a:lnTo>
                  <a:lnTo>
                    <a:pt x="17188" y="5775"/>
                  </a:lnTo>
                  <a:lnTo>
                    <a:pt x="16459" y="6487"/>
                  </a:lnTo>
                  <a:lnTo>
                    <a:pt x="15814" y="7013"/>
                  </a:lnTo>
                  <a:lnTo>
                    <a:pt x="15067" y="7575"/>
                  </a:lnTo>
                  <a:lnTo>
                    <a:pt x="13761" y="8100"/>
                  </a:lnTo>
                  <a:lnTo>
                    <a:pt x="12386" y="8475"/>
                  </a:lnTo>
                  <a:lnTo>
                    <a:pt x="11165" y="8625"/>
                  </a:lnTo>
                  <a:lnTo>
                    <a:pt x="8552" y="8625"/>
                  </a:lnTo>
                  <a:lnTo>
                    <a:pt x="7330" y="9000"/>
                  </a:lnTo>
                  <a:lnTo>
                    <a:pt x="6668" y="9187"/>
                  </a:lnTo>
                  <a:lnTo>
                    <a:pt x="6024" y="9375"/>
                  </a:lnTo>
                  <a:lnTo>
                    <a:pt x="5447" y="9713"/>
                  </a:lnTo>
                  <a:lnTo>
                    <a:pt x="4802" y="10275"/>
                  </a:lnTo>
                  <a:lnTo>
                    <a:pt x="4157" y="10988"/>
                  </a:lnTo>
                  <a:lnTo>
                    <a:pt x="3580" y="11700"/>
                  </a:lnTo>
                  <a:lnTo>
                    <a:pt x="2918" y="12600"/>
                  </a:lnTo>
                  <a:lnTo>
                    <a:pt x="2359" y="13687"/>
                  </a:lnTo>
                  <a:lnTo>
                    <a:pt x="1782" y="14925"/>
                  </a:lnTo>
                  <a:lnTo>
                    <a:pt x="1222" y="16387"/>
                  </a:lnTo>
                  <a:lnTo>
                    <a:pt x="645" y="18000"/>
                  </a:lnTo>
                  <a:lnTo>
                    <a:pt x="68" y="19800"/>
                  </a:lnTo>
                  <a:lnTo>
                    <a:pt x="645" y="19275"/>
                  </a:lnTo>
                  <a:lnTo>
                    <a:pt x="68" y="19800"/>
                  </a:lnTo>
                  <a:lnTo>
                    <a:pt x="0" y="20325"/>
                  </a:lnTo>
                  <a:lnTo>
                    <a:pt x="0" y="20700"/>
                  </a:lnTo>
                  <a:lnTo>
                    <a:pt x="153" y="21075"/>
                  </a:lnTo>
                  <a:lnTo>
                    <a:pt x="238" y="21412"/>
                  </a:lnTo>
                  <a:lnTo>
                    <a:pt x="407" y="21600"/>
                  </a:lnTo>
                  <a:lnTo>
                    <a:pt x="645" y="21600"/>
                  </a:lnTo>
                  <a:lnTo>
                    <a:pt x="814" y="21412"/>
                  </a:lnTo>
                  <a:lnTo>
                    <a:pt x="967" y="21075"/>
                  </a:lnTo>
                  <a:lnTo>
                    <a:pt x="407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54" name="Freeform 55"/>
            <p:cNvSpPr/>
            <p:nvPr/>
          </p:nvSpPr>
          <p:spPr>
            <a:xfrm>
              <a:off x="-2" y="46543"/>
              <a:ext cx="163727" cy="3112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908" y="0"/>
                  </a:moveTo>
                  <a:lnTo>
                    <a:pt x="7410" y="803"/>
                  </a:lnTo>
                  <a:lnTo>
                    <a:pt x="6070" y="1531"/>
                  </a:lnTo>
                  <a:lnTo>
                    <a:pt x="4927" y="2334"/>
                  </a:lnTo>
                  <a:lnTo>
                    <a:pt x="3784" y="3043"/>
                  </a:lnTo>
                  <a:lnTo>
                    <a:pt x="2838" y="3846"/>
                  </a:lnTo>
                  <a:lnTo>
                    <a:pt x="2089" y="4742"/>
                  </a:lnTo>
                  <a:lnTo>
                    <a:pt x="1537" y="5563"/>
                  </a:lnTo>
                  <a:lnTo>
                    <a:pt x="946" y="6366"/>
                  </a:lnTo>
                  <a:lnTo>
                    <a:pt x="591" y="7169"/>
                  </a:lnTo>
                  <a:lnTo>
                    <a:pt x="394" y="7972"/>
                  </a:lnTo>
                  <a:lnTo>
                    <a:pt x="197" y="8868"/>
                  </a:lnTo>
                  <a:lnTo>
                    <a:pt x="0" y="9689"/>
                  </a:lnTo>
                  <a:lnTo>
                    <a:pt x="394" y="11295"/>
                  </a:lnTo>
                  <a:lnTo>
                    <a:pt x="749" y="12097"/>
                  </a:lnTo>
                  <a:lnTo>
                    <a:pt x="1143" y="12900"/>
                  </a:lnTo>
                  <a:lnTo>
                    <a:pt x="1537" y="13628"/>
                  </a:lnTo>
                  <a:lnTo>
                    <a:pt x="2286" y="14431"/>
                  </a:lnTo>
                  <a:lnTo>
                    <a:pt x="3035" y="15141"/>
                  </a:lnTo>
                  <a:lnTo>
                    <a:pt x="3784" y="15869"/>
                  </a:lnTo>
                  <a:lnTo>
                    <a:pt x="4730" y="16485"/>
                  </a:lnTo>
                  <a:lnTo>
                    <a:pt x="7016" y="17754"/>
                  </a:lnTo>
                  <a:lnTo>
                    <a:pt x="8159" y="18370"/>
                  </a:lnTo>
                  <a:lnTo>
                    <a:pt x="9460" y="18912"/>
                  </a:lnTo>
                  <a:lnTo>
                    <a:pt x="10800" y="19453"/>
                  </a:lnTo>
                  <a:lnTo>
                    <a:pt x="12337" y="19901"/>
                  </a:lnTo>
                  <a:lnTo>
                    <a:pt x="14032" y="20349"/>
                  </a:lnTo>
                  <a:lnTo>
                    <a:pt x="15530" y="20704"/>
                  </a:lnTo>
                  <a:lnTo>
                    <a:pt x="17422" y="21059"/>
                  </a:lnTo>
                  <a:lnTo>
                    <a:pt x="19117" y="21339"/>
                  </a:lnTo>
                  <a:lnTo>
                    <a:pt x="21048" y="21600"/>
                  </a:lnTo>
                  <a:lnTo>
                    <a:pt x="21600" y="20443"/>
                  </a:lnTo>
                  <a:lnTo>
                    <a:pt x="19905" y="20256"/>
                  </a:lnTo>
                  <a:lnTo>
                    <a:pt x="18171" y="19994"/>
                  </a:lnTo>
                  <a:lnTo>
                    <a:pt x="16476" y="19714"/>
                  </a:lnTo>
                  <a:lnTo>
                    <a:pt x="14978" y="19360"/>
                  </a:lnTo>
                  <a:lnTo>
                    <a:pt x="13638" y="18912"/>
                  </a:lnTo>
                  <a:lnTo>
                    <a:pt x="12337" y="18464"/>
                  </a:lnTo>
                  <a:lnTo>
                    <a:pt x="10997" y="18016"/>
                  </a:lnTo>
                  <a:lnTo>
                    <a:pt x="9854" y="17568"/>
                  </a:lnTo>
                  <a:lnTo>
                    <a:pt x="8711" y="17026"/>
                  </a:lnTo>
                  <a:lnTo>
                    <a:pt x="7568" y="16410"/>
                  </a:lnTo>
                  <a:lnTo>
                    <a:pt x="6622" y="15869"/>
                  </a:lnTo>
                  <a:lnTo>
                    <a:pt x="5873" y="15234"/>
                  </a:lnTo>
                  <a:lnTo>
                    <a:pt x="5124" y="14618"/>
                  </a:lnTo>
                  <a:lnTo>
                    <a:pt x="4375" y="13983"/>
                  </a:lnTo>
                  <a:lnTo>
                    <a:pt x="3784" y="13274"/>
                  </a:lnTo>
                  <a:lnTo>
                    <a:pt x="3429" y="12546"/>
                  </a:lnTo>
                  <a:lnTo>
                    <a:pt x="3035" y="11836"/>
                  </a:lnTo>
                  <a:lnTo>
                    <a:pt x="2641" y="11108"/>
                  </a:lnTo>
                  <a:lnTo>
                    <a:pt x="2483" y="10399"/>
                  </a:lnTo>
                  <a:lnTo>
                    <a:pt x="2483" y="8868"/>
                  </a:lnTo>
                  <a:lnTo>
                    <a:pt x="2641" y="8158"/>
                  </a:lnTo>
                  <a:lnTo>
                    <a:pt x="2838" y="7430"/>
                  </a:lnTo>
                  <a:lnTo>
                    <a:pt x="3232" y="6627"/>
                  </a:lnTo>
                  <a:lnTo>
                    <a:pt x="3784" y="5918"/>
                  </a:lnTo>
                  <a:lnTo>
                    <a:pt x="4375" y="5115"/>
                  </a:lnTo>
                  <a:lnTo>
                    <a:pt x="5124" y="4387"/>
                  </a:lnTo>
                  <a:lnTo>
                    <a:pt x="5873" y="3678"/>
                  </a:lnTo>
                  <a:lnTo>
                    <a:pt x="6819" y="2950"/>
                  </a:lnTo>
                  <a:lnTo>
                    <a:pt x="9105" y="1531"/>
                  </a:lnTo>
                  <a:lnTo>
                    <a:pt x="10406" y="803"/>
                  </a:lnTo>
                  <a:lnTo>
                    <a:pt x="8908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55" name="Freeform 56"/>
            <p:cNvSpPr/>
            <p:nvPr/>
          </p:nvSpPr>
          <p:spPr>
            <a:xfrm>
              <a:off x="67520" y="-1"/>
              <a:ext cx="538377" cy="581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80" y="4800"/>
                  </a:moveTo>
                  <a:lnTo>
                    <a:pt x="21025" y="1000"/>
                  </a:lnTo>
                  <a:lnTo>
                    <a:pt x="20557" y="2900"/>
                  </a:lnTo>
                  <a:lnTo>
                    <a:pt x="20102" y="4800"/>
                  </a:lnTo>
                  <a:lnTo>
                    <a:pt x="19634" y="6300"/>
                  </a:lnTo>
                  <a:lnTo>
                    <a:pt x="19059" y="7200"/>
                  </a:lnTo>
                  <a:lnTo>
                    <a:pt x="18483" y="8200"/>
                  </a:lnTo>
                  <a:lnTo>
                    <a:pt x="17908" y="8700"/>
                  </a:lnTo>
                  <a:lnTo>
                    <a:pt x="16649" y="8700"/>
                  </a:lnTo>
                  <a:lnTo>
                    <a:pt x="15259" y="8200"/>
                  </a:lnTo>
                  <a:lnTo>
                    <a:pt x="13761" y="6700"/>
                  </a:lnTo>
                  <a:lnTo>
                    <a:pt x="12322" y="5300"/>
                  </a:lnTo>
                  <a:lnTo>
                    <a:pt x="10776" y="3900"/>
                  </a:lnTo>
                  <a:lnTo>
                    <a:pt x="9278" y="1900"/>
                  </a:lnTo>
                  <a:lnTo>
                    <a:pt x="7719" y="1000"/>
                  </a:lnTo>
                  <a:lnTo>
                    <a:pt x="6221" y="500"/>
                  </a:lnTo>
                  <a:lnTo>
                    <a:pt x="4843" y="1000"/>
                  </a:lnTo>
                  <a:lnTo>
                    <a:pt x="4147" y="1500"/>
                  </a:lnTo>
                  <a:lnTo>
                    <a:pt x="3452" y="2400"/>
                  </a:lnTo>
                  <a:lnTo>
                    <a:pt x="2817" y="3900"/>
                  </a:lnTo>
                  <a:lnTo>
                    <a:pt x="2194" y="5800"/>
                  </a:lnTo>
                  <a:lnTo>
                    <a:pt x="1558" y="7700"/>
                  </a:lnTo>
                  <a:lnTo>
                    <a:pt x="983" y="10600"/>
                  </a:lnTo>
                  <a:lnTo>
                    <a:pt x="455" y="13500"/>
                  </a:lnTo>
                  <a:lnTo>
                    <a:pt x="0" y="17300"/>
                  </a:lnTo>
                  <a:lnTo>
                    <a:pt x="455" y="21600"/>
                  </a:lnTo>
                  <a:lnTo>
                    <a:pt x="923" y="18300"/>
                  </a:lnTo>
                  <a:lnTo>
                    <a:pt x="1378" y="15400"/>
                  </a:lnTo>
                  <a:lnTo>
                    <a:pt x="1906" y="13000"/>
                  </a:lnTo>
                  <a:lnTo>
                    <a:pt x="2421" y="11100"/>
                  </a:lnTo>
                  <a:lnTo>
                    <a:pt x="2997" y="9600"/>
                  </a:lnTo>
                  <a:lnTo>
                    <a:pt x="3572" y="8200"/>
                  </a:lnTo>
                  <a:lnTo>
                    <a:pt x="4207" y="7700"/>
                  </a:lnTo>
                  <a:lnTo>
                    <a:pt x="4843" y="6700"/>
                  </a:lnTo>
                  <a:lnTo>
                    <a:pt x="6221" y="6300"/>
                  </a:lnTo>
                  <a:lnTo>
                    <a:pt x="7659" y="6700"/>
                  </a:lnTo>
                  <a:lnTo>
                    <a:pt x="9158" y="8200"/>
                  </a:lnTo>
                  <a:lnTo>
                    <a:pt x="10716" y="9600"/>
                  </a:lnTo>
                  <a:lnTo>
                    <a:pt x="12214" y="11100"/>
                  </a:lnTo>
                  <a:lnTo>
                    <a:pt x="13713" y="13000"/>
                  </a:lnTo>
                  <a:lnTo>
                    <a:pt x="15199" y="13900"/>
                  </a:lnTo>
                  <a:lnTo>
                    <a:pt x="16590" y="14900"/>
                  </a:lnTo>
                  <a:lnTo>
                    <a:pt x="17273" y="14900"/>
                  </a:lnTo>
                  <a:lnTo>
                    <a:pt x="17968" y="14400"/>
                  </a:lnTo>
                  <a:lnTo>
                    <a:pt x="18603" y="13900"/>
                  </a:lnTo>
                  <a:lnTo>
                    <a:pt x="19239" y="13000"/>
                  </a:lnTo>
                  <a:lnTo>
                    <a:pt x="19814" y="12000"/>
                  </a:lnTo>
                  <a:lnTo>
                    <a:pt x="20389" y="10100"/>
                  </a:lnTo>
                  <a:lnTo>
                    <a:pt x="20905" y="8200"/>
                  </a:lnTo>
                  <a:lnTo>
                    <a:pt x="21420" y="5800"/>
                  </a:lnTo>
                  <a:lnTo>
                    <a:pt x="20905" y="1500"/>
                  </a:lnTo>
                  <a:lnTo>
                    <a:pt x="21420" y="5800"/>
                  </a:lnTo>
                  <a:lnTo>
                    <a:pt x="21540" y="4800"/>
                  </a:lnTo>
                  <a:lnTo>
                    <a:pt x="21600" y="3900"/>
                  </a:lnTo>
                  <a:lnTo>
                    <a:pt x="21540" y="2400"/>
                  </a:lnTo>
                  <a:lnTo>
                    <a:pt x="21480" y="1500"/>
                  </a:lnTo>
                  <a:lnTo>
                    <a:pt x="21420" y="1000"/>
                  </a:lnTo>
                  <a:lnTo>
                    <a:pt x="21312" y="500"/>
                  </a:lnTo>
                  <a:lnTo>
                    <a:pt x="21133" y="0"/>
                  </a:lnTo>
                  <a:lnTo>
                    <a:pt x="21025" y="1000"/>
                  </a:lnTo>
                  <a:lnTo>
                    <a:pt x="21480" y="48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56" name="Freeform 57"/>
            <p:cNvSpPr/>
            <p:nvPr/>
          </p:nvSpPr>
          <p:spPr>
            <a:xfrm>
              <a:off x="367479" y="4037"/>
              <a:ext cx="235431" cy="1108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9" y="18612"/>
                  </a:moveTo>
                  <a:lnTo>
                    <a:pt x="932" y="21600"/>
                  </a:lnTo>
                  <a:lnTo>
                    <a:pt x="2906" y="20866"/>
                  </a:lnTo>
                  <a:lnTo>
                    <a:pt x="5153" y="20132"/>
                  </a:lnTo>
                  <a:lnTo>
                    <a:pt x="7648" y="19083"/>
                  </a:lnTo>
                  <a:lnTo>
                    <a:pt x="10416" y="17825"/>
                  </a:lnTo>
                  <a:lnTo>
                    <a:pt x="11869" y="16829"/>
                  </a:lnTo>
                  <a:lnTo>
                    <a:pt x="13294" y="15571"/>
                  </a:lnTo>
                  <a:lnTo>
                    <a:pt x="14747" y="14050"/>
                  </a:lnTo>
                  <a:lnTo>
                    <a:pt x="16200" y="12320"/>
                  </a:lnTo>
                  <a:lnTo>
                    <a:pt x="17516" y="10276"/>
                  </a:lnTo>
                  <a:lnTo>
                    <a:pt x="18969" y="7759"/>
                  </a:lnTo>
                  <a:lnTo>
                    <a:pt x="20284" y="5033"/>
                  </a:lnTo>
                  <a:lnTo>
                    <a:pt x="21600" y="1730"/>
                  </a:lnTo>
                  <a:lnTo>
                    <a:pt x="20284" y="0"/>
                  </a:lnTo>
                  <a:lnTo>
                    <a:pt x="19106" y="2988"/>
                  </a:lnTo>
                  <a:lnTo>
                    <a:pt x="17790" y="5767"/>
                  </a:lnTo>
                  <a:lnTo>
                    <a:pt x="16474" y="8021"/>
                  </a:lnTo>
                  <a:lnTo>
                    <a:pt x="15295" y="9804"/>
                  </a:lnTo>
                  <a:lnTo>
                    <a:pt x="13843" y="11534"/>
                  </a:lnTo>
                  <a:lnTo>
                    <a:pt x="12527" y="12792"/>
                  </a:lnTo>
                  <a:lnTo>
                    <a:pt x="11211" y="13841"/>
                  </a:lnTo>
                  <a:lnTo>
                    <a:pt x="9895" y="14837"/>
                  </a:lnTo>
                  <a:lnTo>
                    <a:pt x="7237" y="16095"/>
                  </a:lnTo>
                  <a:lnTo>
                    <a:pt x="4879" y="17091"/>
                  </a:lnTo>
                  <a:lnTo>
                    <a:pt x="2494" y="17825"/>
                  </a:lnTo>
                  <a:lnTo>
                    <a:pt x="521" y="18612"/>
                  </a:lnTo>
                  <a:lnTo>
                    <a:pt x="521" y="21600"/>
                  </a:lnTo>
                  <a:lnTo>
                    <a:pt x="521" y="18612"/>
                  </a:lnTo>
                  <a:lnTo>
                    <a:pt x="274" y="18874"/>
                  </a:lnTo>
                  <a:lnTo>
                    <a:pt x="0" y="19346"/>
                  </a:lnTo>
                  <a:lnTo>
                    <a:pt x="0" y="20604"/>
                  </a:lnTo>
                  <a:lnTo>
                    <a:pt x="137" y="21128"/>
                  </a:lnTo>
                  <a:lnTo>
                    <a:pt x="274" y="21390"/>
                  </a:lnTo>
                  <a:lnTo>
                    <a:pt x="658" y="21600"/>
                  </a:lnTo>
                  <a:lnTo>
                    <a:pt x="932" y="21600"/>
                  </a:lnTo>
                  <a:lnTo>
                    <a:pt x="1069" y="1861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57" name="Freeform 58"/>
            <p:cNvSpPr/>
            <p:nvPr/>
          </p:nvSpPr>
          <p:spPr>
            <a:xfrm>
              <a:off x="373156" y="99541"/>
              <a:ext cx="204058" cy="295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42" y="9425"/>
                  </a:moveTo>
                  <a:lnTo>
                    <a:pt x="20525" y="0"/>
                  </a:lnTo>
                  <a:lnTo>
                    <a:pt x="17172" y="3731"/>
                  </a:lnTo>
                  <a:lnTo>
                    <a:pt x="14453" y="6480"/>
                  </a:lnTo>
                  <a:lnTo>
                    <a:pt x="12018" y="9425"/>
                  </a:lnTo>
                  <a:lnTo>
                    <a:pt x="10057" y="10407"/>
                  </a:lnTo>
                  <a:lnTo>
                    <a:pt x="7906" y="10407"/>
                  </a:lnTo>
                  <a:lnTo>
                    <a:pt x="5787" y="8444"/>
                  </a:lnTo>
                  <a:lnTo>
                    <a:pt x="3352" y="5695"/>
                  </a:lnTo>
                  <a:lnTo>
                    <a:pt x="633" y="0"/>
                  </a:lnTo>
                  <a:lnTo>
                    <a:pt x="0" y="11193"/>
                  </a:lnTo>
                  <a:lnTo>
                    <a:pt x="2910" y="16887"/>
                  </a:lnTo>
                  <a:lnTo>
                    <a:pt x="5471" y="19833"/>
                  </a:lnTo>
                  <a:lnTo>
                    <a:pt x="7748" y="21600"/>
                  </a:lnTo>
                  <a:lnTo>
                    <a:pt x="10057" y="21600"/>
                  </a:lnTo>
                  <a:lnTo>
                    <a:pt x="12334" y="20618"/>
                  </a:lnTo>
                  <a:lnTo>
                    <a:pt x="14737" y="18851"/>
                  </a:lnTo>
                  <a:lnTo>
                    <a:pt x="17489" y="15120"/>
                  </a:lnTo>
                  <a:lnTo>
                    <a:pt x="20841" y="11193"/>
                  </a:lnTo>
                  <a:lnTo>
                    <a:pt x="19924" y="1767"/>
                  </a:lnTo>
                  <a:lnTo>
                    <a:pt x="20841" y="11193"/>
                  </a:lnTo>
                  <a:lnTo>
                    <a:pt x="21284" y="10407"/>
                  </a:lnTo>
                  <a:lnTo>
                    <a:pt x="21600" y="8444"/>
                  </a:lnTo>
                  <a:lnTo>
                    <a:pt x="21600" y="2749"/>
                  </a:lnTo>
                  <a:lnTo>
                    <a:pt x="21284" y="982"/>
                  </a:lnTo>
                  <a:lnTo>
                    <a:pt x="20967" y="0"/>
                  </a:lnTo>
                  <a:lnTo>
                    <a:pt x="20525" y="0"/>
                  </a:lnTo>
                  <a:lnTo>
                    <a:pt x="21442" y="942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58" name="Freeform 59"/>
            <p:cNvSpPr/>
            <p:nvPr/>
          </p:nvSpPr>
          <p:spPr>
            <a:xfrm>
              <a:off x="336109" y="101963"/>
              <a:ext cx="239612" cy="1035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58" y="18346"/>
                  </a:moveTo>
                  <a:lnTo>
                    <a:pt x="889" y="21600"/>
                  </a:lnTo>
                  <a:lnTo>
                    <a:pt x="3878" y="21319"/>
                  </a:lnTo>
                  <a:lnTo>
                    <a:pt x="6706" y="20758"/>
                  </a:lnTo>
                  <a:lnTo>
                    <a:pt x="7999" y="20254"/>
                  </a:lnTo>
                  <a:lnTo>
                    <a:pt x="9426" y="19692"/>
                  </a:lnTo>
                  <a:lnTo>
                    <a:pt x="10719" y="18907"/>
                  </a:lnTo>
                  <a:lnTo>
                    <a:pt x="12012" y="18065"/>
                  </a:lnTo>
                  <a:lnTo>
                    <a:pt x="13197" y="16999"/>
                  </a:lnTo>
                  <a:lnTo>
                    <a:pt x="14490" y="15653"/>
                  </a:lnTo>
                  <a:lnTo>
                    <a:pt x="15648" y="14026"/>
                  </a:lnTo>
                  <a:lnTo>
                    <a:pt x="16941" y="12175"/>
                  </a:lnTo>
                  <a:lnTo>
                    <a:pt x="18099" y="10267"/>
                  </a:lnTo>
                  <a:lnTo>
                    <a:pt x="19257" y="7855"/>
                  </a:lnTo>
                  <a:lnTo>
                    <a:pt x="20442" y="5162"/>
                  </a:lnTo>
                  <a:lnTo>
                    <a:pt x="21600" y="2188"/>
                  </a:lnTo>
                  <a:lnTo>
                    <a:pt x="20307" y="0"/>
                  </a:lnTo>
                  <a:lnTo>
                    <a:pt x="19257" y="2974"/>
                  </a:lnTo>
                  <a:lnTo>
                    <a:pt x="18099" y="5386"/>
                  </a:lnTo>
                  <a:lnTo>
                    <a:pt x="17075" y="7574"/>
                  </a:lnTo>
                  <a:lnTo>
                    <a:pt x="15890" y="9425"/>
                  </a:lnTo>
                  <a:lnTo>
                    <a:pt x="14867" y="11333"/>
                  </a:lnTo>
                  <a:lnTo>
                    <a:pt x="13709" y="12679"/>
                  </a:lnTo>
                  <a:lnTo>
                    <a:pt x="12551" y="13745"/>
                  </a:lnTo>
                  <a:lnTo>
                    <a:pt x="11366" y="14868"/>
                  </a:lnTo>
                  <a:lnTo>
                    <a:pt x="9049" y="16438"/>
                  </a:lnTo>
                  <a:lnTo>
                    <a:pt x="7757" y="16999"/>
                  </a:lnTo>
                  <a:lnTo>
                    <a:pt x="6464" y="17280"/>
                  </a:lnTo>
                  <a:lnTo>
                    <a:pt x="3744" y="17785"/>
                  </a:lnTo>
                  <a:lnTo>
                    <a:pt x="754" y="18346"/>
                  </a:lnTo>
                  <a:lnTo>
                    <a:pt x="512" y="21600"/>
                  </a:lnTo>
                  <a:lnTo>
                    <a:pt x="754" y="18346"/>
                  </a:lnTo>
                  <a:lnTo>
                    <a:pt x="512" y="18346"/>
                  </a:lnTo>
                  <a:lnTo>
                    <a:pt x="242" y="18907"/>
                  </a:lnTo>
                  <a:lnTo>
                    <a:pt x="108" y="19412"/>
                  </a:lnTo>
                  <a:lnTo>
                    <a:pt x="0" y="19973"/>
                  </a:lnTo>
                  <a:lnTo>
                    <a:pt x="108" y="20478"/>
                  </a:lnTo>
                  <a:lnTo>
                    <a:pt x="242" y="21039"/>
                  </a:lnTo>
                  <a:lnTo>
                    <a:pt x="512" y="21600"/>
                  </a:lnTo>
                  <a:lnTo>
                    <a:pt x="889" y="21600"/>
                  </a:lnTo>
                  <a:lnTo>
                    <a:pt x="1158" y="1834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59" name="Freeform 60"/>
            <p:cNvSpPr/>
            <p:nvPr/>
          </p:nvSpPr>
          <p:spPr>
            <a:xfrm>
              <a:off x="341786" y="189934"/>
              <a:ext cx="193602" cy="33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300" y="15725"/>
                  </a:moveTo>
                  <a:lnTo>
                    <a:pt x="20500" y="6566"/>
                  </a:lnTo>
                  <a:lnTo>
                    <a:pt x="17433" y="9158"/>
                  </a:lnTo>
                  <a:lnTo>
                    <a:pt x="14733" y="10714"/>
                  </a:lnTo>
                  <a:lnTo>
                    <a:pt x="12167" y="11578"/>
                  </a:lnTo>
                  <a:lnTo>
                    <a:pt x="9600" y="10714"/>
                  </a:lnTo>
                  <a:lnTo>
                    <a:pt x="7367" y="10022"/>
                  </a:lnTo>
                  <a:lnTo>
                    <a:pt x="5100" y="7430"/>
                  </a:lnTo>
                  <a:lnTo>
                    <a:pt x="2867" y="5011"/>
                  </a:lnTo>
                  <a:lnTo>
                    <a:pt x="800" y="0"/>
                  </a:lnTo>
                  <a:lnTo>
                    <a:pt x="0" y="10022"/>
                  </a:lnTo>
                  <a:lnTo>
                    <a:pt x="2233" y="14170"/>
                  </a:lnTo>
                  <a:lnTo>
                    <a:pt x="4633" y="18317"/>
                  </a:lnTo>
                  <a:lnTo>
                    <a:pt x="7033" y="19872"/>
                  </a:lnTo>
                  <a:lnTo>
                    <a:pt x="9600" y="21600"/>
                  </a:lnTo>
                  <a:lnTo>
                    <a:pt x="12167" y="21600"/>
                  </a:lnTo>
                  <a:lnTo>
                    <a:pt x="14900" y="20736"/>
                  </a:lnTo>
                  <a:lnTo>
                    <a:pt x="17767" y="19008"/>
                  </a:lnTo>
                  <a:lnTo>
                    <a:pt x="20800" y="17453"/>
                  </a:lnTo>
                  <a:lnTo>
                    <a:pt x="19867" y="8294"/>
                  </a:lnTo>
                  <a:lnTo>
                    <a:pt x="20800" y="17453"/>
                  </a:lnTo>
                  <a:lnTo>
                    <a:pt x="21133" y="16589"/>
                  </a:lnTo>
                  <a:lnTo>
                    <a:pt x="21467" y="14861"/>
                  </a:lnTo>
                  <a:lnTo>
                    <a:pt x="21600" y="13306"/>
                  </a:lnTo>
                  <a:lnTo>
                    <a:pt x="21600" y="10714"/>
                  </a:lnTo>
                  <a:lnTo>
                    <a:pt x="21467" y="9158"/>
                  </a:lnTo>
                  <a:lnTo>
                    <a:pt x="21133" y="7430"/>
                  </a:lnTo>
                  <a:lnTo>
                    <a:pt x="20800" y="6566"/>
                  </a:lnTo>
                  <a:lnTo>
                    <a:pt x="20500" y="6566"/>
                  </a:lnTo>
                  <a:lnTo>
                    <a:pt x="21300" y="1572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1061" name="Прямая соединительная линия 3098"/>
          <p:cNvSpPr/>
          <p:nvPr/>
        </p:nvSpPr>
        <p:spPr>
          <a:xfrm>
            <a:off x="2055324" y="732470"/>
            <a:ext cx="9141764" cy="4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062" name="Заключение"/>
          <p:cNvSpPr txBox="1"/>
          <p:nvPr/>
        </p:nvSpPr>
        <p:spPr>
          <a:xfrm>
            <a:off x="3621286" y="3105836"/>
            <a:ext cx="4949428" cy="6463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ru-RU" noProof="0" dirty="0">
                <a:latin typeface="Aptos (Основной текст)"/>
                <a:ea typeface="+mj-ea"/>
              </a:rPr>
              <a:t>Спасибо за внимание!</a:t>
            </a:r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6C460BE1-3DA5-B9EC-92A5-0BA8D5E8ACA1}"/>
              </a:ext>
            </a:extLst>
          </p:cNvPr>
          <p:cNvSpPr txBox="1"/>
          <p:nvPr/>
        </p:nvSpPr>
        <p:spPr>
          <a:xfrm>
            <a:off x="2101333" y="98037"/>
            <a:ext cx="8950495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r>
              <a:rPr lang="ru-RU" sz="1200" dirty="0">
                <a:latin typeface="+mj-lt"/>
              </a:rPr>
              <a:t>XIII Всероссийская научно-практическая конференция студентов, аспирантов и молодых учёных «Теплотехника и информатика в образовании, науке и производстве» (ТИМ’2025)</a:t>
            </a:r>
            <a:endParaRPr lang="en-US" sz="1200" dirty="0">
              <a:latin typeface="+mj-lt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DD0980F-F5E0-45BC-8F13-CB91A07B8A2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095181" y="6414762"/>
            <a:ext cx="258620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888888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fld id="{86CB4B4D-7CA3-9044-876B-883B54F8677D}" type="slidenum">
              <a:rPr lang="ru-RU" smtClean="0"/>
              <a:pPr/>
              <a:t>15</a:t>
            </a:fld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563</Words>
  <Application>Microsoft Office PowerPoint</Application>
  <PresentationFormat>Широкоэкранный</PresentationFormat>
  <Paragraphs>59</Paragraphs>
  <Slides>15</Slides>
  <Notes>5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2" baseType="lpstr">
      <vt:lpstr>+Заголовок (восточно-азиатское письмо)</vt:lpstr>
      <vt:lpstr>Aptos</vt:lpstr>
      <vt:lpstr>Aptos (Основной текст)</vt:lpstr>
      <vt:lpstr>Aptos Display</vt:lpstr>
      <vt:lpstr>Arial</vt:lpstr>
      <vt:lpstr>Тема Office</vt:lpstr>
      <vt:lpstr>CorelDRAW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2025-05-11T13:49:16Z</dcterms:created>
  <dcterms:modified xsi:type="dcterms:W3CDTF">2026-01-20T18:43:31Z</dcterms:modified>
</cp:coreProperties>
</file>